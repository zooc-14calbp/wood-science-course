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v5_07_slide1.xml" ContentType="application/vnd.openxmlformats-officedocument.presentationml.slide+xml"/>
  <Override PartName="/ppt/slideLayouts/v5_07_slideLayout6.xml" ContentType="application/vnd.openxmlformats-officedocument.presentationml.slideLayout+xml"/>
  <Override PartName="/ppt/slideMasters/v5_07_slideMaster1.xml" ContentType="application/vnd.openxmlformats-officedocument.presentationml.slideMaster+xml"/>
  <Override PartName="/ppt/slideMasters/theme/v5_07_theme2.xml" ContentType="application/vnd.openxmlformats-officedocument.theme+xml"/>
  <Override PartName="/ppt/slideLayouts/v5_07_slideLayout1.xml" ContentType="application/vnd.openxmlformats-officedocument.presentationml.slideLayout+xml"/>
  <Override PartName="/ppt/slideLayouts/v5_07_slideLayout2.xml" ContentType="application/vnd.openxmlformats-officedocument.presentationml.slideLayout+xml"/>
  <Override PartName="/ppt/slideLayouts/v5_07_slideLayout3.xml" ContentType="application/vnd.openxmlformats-officedocument.presentationml.slideLayout+xml"/>
  <Override PartName="/ppt/slideLayouts/v5_07_slideLayout4.xml" ContentType="application/vnd.openxmlformats-officedocument.presentationml.slideLayout+xml"/>
  <Override PartName="/ppt/slideLayouts/v5_07_slideLayout5.xml" ContentType="application/vnd.openxmlformats-officedocument.presentationml.slideLayout+xml"/>
  <Override PartName="/ppt/notesSlides/v5_07_notesSlide1.xml" ContentType="application/vnd.openxmlformats-officedocument.presentationml.notesSlide+xml"/>
  <Override PartName="/ppt/slides/v5_07_slide2.xml" ContentType="application/vnd.openxmlformats-officedocument.presentationml.slide+xml"/>
  <Override PartName="/ppt/notesSlides/v5_07_notesSlide2.xml" ContentType="application/vnd.openxmlformats-officedocument.presentationml.notesSlide+xml"/>
  <Override PartName="/ppt/slides/v5_07_slide3.xml" ContentType="application/vnd.openxmlformats-officedocument.presentationml.slide+xml"/>
  <Override PartName="/ppt/notesSlides/v5_07_notesSlide3.xml" ContentType="application/vnd.openxmlformats-officedocument.presentationml.notesSlide+xml"/>
  <Override PartName="/ppt/slides/v5_07_slide4.xml" ContentType="application/vnd.openxmlformats-officedocument.presentationml.slide+xml"/>
  <Override PartName="/ppt/notesSlides/v5_07_notesSlide4.xml" ContentType="application/vnd.openxmlformats-officedocument.presentationml.notesSlide+xml"/>
  <Override PartName="/ppt/slides/v5_07_slide5.xml" ContentType="application/vnd.openxmlformats-officedocument.presentationml.slide+xml"/>
  <Override PartName="/ppt/notesSlides/v5_07_notesSlide5.xml" ContentType="application/vnd.openxmlformats-officedocument.presentationml.notesSlide+xml"/>
  <Override PartName="/ppt/slides/v5_07_slide6.xml" ContentType="application/vnd.openxmlformats-officedocument.presentationml.slide+xml"/>
  <Override PartName="/ppt/notesSlides/v5_07_notesSlide6.xml" ContentType="application/vnd.openxmlformats-officedocument.presentationml.notesSlide+xml"/>
  <Override PartName="/ppt/slides/v5_07_slide7.xml" ContentType="application/vnd.openxmlformats-officedocument.presentationml.slide+xml"/>
  <Override PartName="/ppt/notesSlides/v5_07_notesSlide7.xml" ContentType="application/vnd.openxmlformats-officedocument.presentationml.notesSlide+xml"/>
  <Override PartName="/ppt/slides/v5_07_slide8.xml" ContentType="application/vnd.openxmlformats-officedocument.presentationml.slide+xml"/>
  <Override PartName="/ppt/notesSlides/v5_07_notesSlide8.xml" ContentType="application/vnd.openxmlformats-officedocument.presentationml.notesSlide+xml"/>
  <Override PartName="/ppt/slides/v5_07_slide9.xml" ContentType="application/vnd.openxmlformats-officedocument.presentationml.slide+xml"/>
  <Override PartName="/ppt/notesSlides/v5_07_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43ae58ad63420a" /><Relationship Type="http://schemas.openxmlformats.org/officeDocument/2006/relationships/extended-properties" Target="/docProps/app.xml" Id="R2823251c46154bd3" /><Relationship Type="http://schemas.openxmlformats.org/officeDocument/2006/relationships/officeDocument" Target="/ppt/presentation.xml" Id="R9df36fc72f0246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c9a54e0fb844b3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4eac0a6423e940dc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7715b6e6fc15481e"/><Relationship Type="http://schemas.openxmlformats.org/officeDocument/2006/relationships/slideMaster" Target="/ppt/slideMasters/slideMaster1.xml" Id="R18c9a54e0fb844b3"/><Relationship Type="http://schemas.openxmlformats.org/officeDocument/2006/relationships/notesMaster" Target="/ppt/notesMasters/notesMaster1.xml" Id="R4eac0a6423e940dc"/><Relationship Type="http://schemas.openxmlformats.org/officeDocument/2006/relationships/presProps" Target="/ppt/presProps.xml" Id="R170f924f76964558"/><Relationship Type="http://schemas.openxmlformats.org/officeDocument/2006/relationships/tableStyles" Target="/ppt/tableStyles.xml" Id="R5000fcb4f50d4055"/><Relationship Id="rIdV5Slide1" Type="http://schemas.openxmlformats.org/officeDocument/2006/relationships/slide" Target="slides/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07_slide1.xml"/><Relationship Id="rIdV5Slide4" Type="http://schemas.openxmlformats.org/officeDocument/2006/relationships/slide" Target="slides/v5_07_slide2.xml"/><Relationship Id="rIdV5Slide5" Type="http://schemas.openxmlformats.org/officeDocument/2006/relationships/slide" Target="slides/slide5.xml"/><Relationship Id="rIdV5Slide6" Type="http://schemas.openxmlformats.org/officeDocument/2006/relationships/slide" Target="slides/v5_07_slide3.xml"/><Relationship Id="rIdV5Slide7" Type="http://schemas.openxmlformats.org/officeDocument/2006/relationships/slide" Target="slides/slide7.xml"/><Relationship Id="rIdV5Slide8" Type="http://schemas.openxmlformats.org/officeDocument/2006/relationships/slide" Target="slides/v5_07_slide4.xml"/><Relationship Id="rIdV5Slide9" Type="http://schemas.openxmlformats.org/officeDocument/2006/relationships/slide" Target="slides/slide8.xml"/><Relationship Id="rIdV5Slide10" Type="http://schemas.openxmlformats.org/officeDocument/2006/relationships/slide" Target="slides/slide9.xml"/><Relationship Id="rIdV5Slide11" Type="http://schemas.openxmlformats.org/officeDocument/2006/relationships/slide" Target="slides/slide11.xml"/><Relationship Id="rIdV5Slide12" Type="http://schemas.openxmlformats.org/officeDocument/2006/relationships/slide" Target="slides/v5_07_slide5.xml"/><Relationship Id="rIdV5Slide13" Type="http://schemas.openxmlformats.org/officeDocument/2006/relationships/slide" Target="slides/v5_07_slide6.xml"/><Relationship Id="rIdV5Slide14" Type="http://schemas.openxmlformats.org/officeDocument/2006/relationships/slide" Target="slides/v5_07_slide7.xml"/><Relationship Id="rIdV5Slide15" Type="http://schemas.openxmlformats.org/officeDocument/2006/relationships/slide" Target="slides/v5_07_slide8.xml"/><Relationship Id="rIdV5Slide16" Type="http://schemas.openxmlformats.org/officeDocument/2006/relationships/slide" Target="slides/slide16.xml"/><Relationship Id="rIdV5Slide17" Type="http://schemas.openxmlformats.org/officeDocument/2006/relationships/slide" Target="slides/slide17.xml"/><Relationship Id="rIdV5Slide18" Type="http://schemas.openxmlformats.org/officeDocument/2006/relationships/slide" Target="slides/slide18.xml"/><Relationship Id="rIdV5Slide19" Type="http://schemas.openxmlformats.org/officeDocument/2006/relationships/slide" Target="slides/v5_07_slide9.xml"/><Relationship Id="rIdV5Master0" Type="http://schemas.openxmlformats.org/officeDocument/2006/relationships/slideMaster" Target="slideMasters/v5_07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9ed1a5deea49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7b2bf0a5304ea7" /><Relationship Type="http://schemas.openxmlformats.org/officeDocument/2006/relationships/notesMaster" Target="/ppt/notesMasters/notesMaster1.xml" Id="R48f2cd56987a48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8254f0b5134ac9" /><Relationship Type="http://schemas.openxmlformats.org/officeDocument/2006/relationships/notesMaster" Target="/ppt/notesMasters/notesMaster1.xml" Id="Rf417f1eaaf6546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f5b5c59ca94372" /><Relationship Type="http://schemas.openxmlformats.org/officeDocument/2006/relationships/notesMaster" Target="/ppt/notesMasters/notesMaster1.xml" Id="Re753c5e673a548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6c83cee4ea4a05" /><Relationship Type="http://schemas.openxmlformats.org/officeDocument/2006/relationships/notesMaster" Target="/ppt/notesMasters/notesMaster1.xml" Id="Rbee02a6133ba42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bc9b9ed1154527" /><Relationship Type="http://schemas.openxmlformats.org/officeDocument/2006/relationships/notesMaster" Target="/ppt/notesMasters/notesMaster1.xml" Id="R667115e65f1442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f9ae8b62d445c7" /><Relationship Type="http://schemas.openxmlformats.org/officeDocument/2006/relationships/notesMaster" Target="/ppt/notesMasters/notesMaster1.xml" Id="R06ca8a271e134d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d2d07d04a849d9" /><Relationship Type="http://schemas.openxmlformats.org/officeDocument/2006/relationships/notesMaster" Target="/ppt/notesMasters/notesMaster1.xml" Id="Re7484e24fb3040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2465bc7451432a" /><Relationship Type="http://schemas.openxmlformats.org/officeDocument/2006/relationships/notesMaster" Target="/ppt/notesMasters/notesMaster1.xml" Id="R94c497ec381f40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3e77bf46444353" /><Relationship Type="http://schemas.openxmlformats.org/officeDocument/2006/relationships/notesMaster" Target="/ppt/notesMasters/notesMaster1.xml" Id="R2d028fa70e144a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5547b3e13446c7" /><Relationship Type="http://schemas.openxmlformats.org/officeDocument/2006/relationships/notesMaster" Target="/ppt/notesMasters/notesMaster1.xml" Id="R2b66c8b326614218" /></Relationships>
</file>

<file path=ppt/notesSlides/_rels/v5_07_notesSlide1.xml.rels><?xml version='1.0' encoding='UTF-8' standalone='yes'?>
<Relationships xmlns="http://schemas.openxmlformats.org/package/2006/relationships"><Relationship Type="http://schemas.openxmlformats.org/officeDocument/2006/relationships/slide" Target="../slides/v5_07_slide1.xml" Id="R48fcac44426b4abc"/><Relationship Type="http://schemas.openxmlformats.org/officeDocument/2006/relationships/notesMaster" Target="../notesMasters/notesMaster1.xml" Id="Rd8ee62bfa6aa42a2"/></Relationships>
</file>

<file path=ppt/notesSlides/_rels/v5_07_notesSlide2.xml.rels><?xml version='1.0' encoding='UTF-8' standalone='yes'?>
<Relationships xmlns="http://schemas.openxmlformats.org/package/2006/relationships"><Relationship Type="http://schemas.openxmlformats.org/officeDocument/2006/relationships/slide" Target="../slides/v5_07_slide2.xml" Id="R8e9c0c4c85b24a9d"/><Relationship Type="http://schemas.openxmlformats.org/officeDocument/2006/relationships/notesMaster" Target="../notesMasters/notesMaster1.xml" Id="R4c005e38e2694436"/></Relationships>
</file>

<file path=ppt/notesSlides/_rels/v5_07_notesSlide3.xml.rels><?xml version='1.0' encoding='UTF-8' standalone='yes'?>
<Relationships xmlns="http://schemas.openxmlformats.org/package/2006/relationships"><Relationship Type="http://schemas.openxmlformats.org/officeDocument/2006/relationships/slide" Target="../slides/v5_07_slide3.xml" Id="R5f10bea579584e4d"/><Relationship Type="http://schemas.openxmlformats.org/officeDocument/2006/relationships/notesMaster" Target="../notesMasters/notesMaster1.xml" Id="R8786a963d37c4bf7"/></Relationships>
</file>

<file path=ppt/notesSlides/_rels/v5_07_notesSlide4.xml.rels><?xml version='1.0' encoding='UTF-8' standalone='yes'?>
<Relationships xmlns="http://schemas.openxmlformats.org/package/2006/relationships"><Relationship Type="http://schemas.openxmlformats.org/officeDocument/2006/relationships/slide" Target="../slides/v5_07_slide4.xml" Id="R11d3fcb27eb74d4b"/><Relationship Type="http://schemas.openxmlformats.org/officeDocument/2006/relationships/notesMaster" Target="../notesMasters/notesMaster1.xml" Id="Rcc5eeba470b745df"/></Relationships>
</file>

<file path=ppt/notesSlides/_rels/v5_07_notesSlide5.xml.rels><?xml version='1.0' encoding='UTF-8' standalone='yes'?>
<Relationships xmlns="http://schemas.openxmlformats.org/package/2006/relationships"><Relationship Type="http://schemas.openxmlformats.org/officeDocument/2006/relationships/slide" Target="../slides/v5_07_slide5.xml" Id="R71b74c0377f9496a"/><Relationship Type="http://schemas.openxmlformats.org/officeDocument/2006/relationships/notesMaster" Target="../notesMasters/notesMaster1.xml" Id="R8e0cff92cc004b60"/></Relationships>
</file>

<file path=ppt/notesSlides/_rels/v5_07_notesSlide6.xml.rels><?xml version='1.0' encoding='UTF-8' standalone='yes'?>
<Relationships xmlns="http://schemas.openxmlformats.org/package/2006/relationships"><Relationship Type="http://schemas.openxmlformats.org/officeDocument/2006/relationships/slide" Target="../slides/v5_07_slide6.xml" Id="R5d2d99f45af64835"/><Relationship Type="http://schemas.openxmlformats.org/officeDocument/2006/relationships/notesMaster" Target="../notesMasters/notesMaster1.xml" Id="R430c6274c14e46cc"/></Relationships>
</file>

<file path=ppt/notesSlides/_rels/v5_07_notesSlide7.xml.rels><?xml version='1.0' encoding='UTF-8' standalone='yes'?>
<Relationships xmlns="http://schemas.openxmlformats.org/package/2006/relationships"><Relationship Type="http://schemas.openxmlformats.org/officeDocument/2006/relationships/slide" Target="../slides/v5_07_slide7.xml" Id="R73b561f768654956"/><Relationship Type="http://schemas.openxmlformats.org/officeDocument/2006/relationships/notesMaster" Target="../notesMasters/notesMaster1.xml" Id="R522cf3980c5e4856"/></Relationships>
</file>

<file path=ppt/notesSlides/_rels/v5_07_notesSlide8.xml.rels><?xml version='1.0' encoding='UTF-8' standalone='yes'?>
<Relationships xmlns="http://schemas.openxmlformats.org/package/2006/relationships"><Relationship Type="http://schemas.openxmlformats.org/officeDocument/2006/relationships/slide" Target="../slides/v5_07_slide8.xml" Id="R5877474152234d06"/><Relationship Type="http://schemas.openxmlformats.org/officeDocument/2006/relationships/notesMaster" Target="../notesMasters/notesMaster1.xml" Id="R636ae5fa601f4a71"/></Relationships>
</file>

<file path=ppt/notesSlides/_rels/v5_07_notesSlide9.xml.rels><?xml version='1.0' encoding='UTF-8' standalone='yes'?>
<Relationships xmlns="http://schemas.openxmlformats.org/package/2006/relationships"><Relationship Type="http://schemas.openxmlformats.org/officeDocument/2006/relationships/slide" Target="../slides/v5_07_slide9.xml" Id="Rccf7600056eb45ac"/><Relationship Type="http://schemas.openxmlformats.org/officeDocument/2006/relationships/notesMaster" Target="../notesMasters/notesMaster1.xml" Id="Rfda10d1775b4417a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7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7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7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7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7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7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7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7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7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c0f34f2d142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b941611de48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4da92c71147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3aab75be845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a7b4cf59149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d6ec9ac0c4504" /></Relationships>
</file>

<file path=ppt/slideLayouts/_rels/v5_07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07_slideMaster1.xml" Id="R1653deef995b4b23"/></Relationships>
</file>

<file path=ppt/slideLayouts/_rels/v5_07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07_slideMaster1.xml" Id="R7def83e1f9994e55"/></Relationships>
</file>

<file path=ppt/slideLayouts/_rels/v5_07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07_slideMaster1.xml" Id="Rb03135d21a064644"/></Relationships>
</file>

<file path=ppt/slideLayouts/_rels/v5_07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07_slideMaster1.xml" Id="R9ff6e80aceb14d51"/></Relationships>
</file>

<file path=ppt/slideLayouts/_rels/v5_07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07_slideMaster1.xml" Id="Rb9cabecdc3734a1d"/></Relationships>
</file>

<file path=ppt/slideLayouts/_rels/v5_07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07_slideMaster1.xml" Id="Rd1f6b4c542584bbf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07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7DBE4E-C527-46FF-B55C-CBDD56B6E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F28A3F-0FA9-44A1-96C9-777BA1700D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7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CEF710-3869-45A4-9C2E-6A6CFCD92D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7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D05F31-6411-4EF6-8330-EA4227F946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1C5F5C-5F37-46AA-9236-A5A2C30679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7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44F765-17D5-4E5F-AD9B-9A3CF454F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37CDAE-ECE4-49D6-BF26-05BEB657AE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CDF059-8B25-4873-BC42-098EB9F454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7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6B3522-8253-4AD8-A7C1-6150AB3D5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743825-E50A-4562-A740-D93D935049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7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83a33c768c485c" /><Relationship Type="http://schemas.openxmlformats.org/officeDocument/2006/relationships/slideLayout" Target="/ppt/slideLayouts/slideLayout1.xml" Id="R9313ddec94514f4e" /><Relationship Type="http://schemas.openxmlformats.org/officeDocument/2006/relationships/slideLayout" Target="/ppt/slideLayouts/slideLayout2.xml" Id="R137212d3c571476c" /><Relationship Type="http://schemas.openxmlformats.org/officeDocument/2006/relationships/slideLayout" Target="/ppt/slideLayouts/slideLayout3.xml" Id="R17f41d8d315249ce" /><Relationship Type="http://schemas.openxmlformats.org/officeDocument/2006/relationships/slideLayout" Target="/ppt/slideLayouts/slideLayout4.xml" Id="R86a91163cc8f4743" /><Relationship Type="http://schemas.openxmlformats.org/officeDocument/2006/relationships/slideLayout" Target="/ppt/slideLayouts/slideLayout5.xml" Id="R13e10a04f9004ec8" /><Relationship Type="http://schemas.openxmlformats.org/officeDocument/2006/relationships/slideLayout" Target="/ppt/slideLayouts/slideLayout6.xml" Id="R809eb15a762b4360" /></Relationships>
</file>

<file path=ppt/slideMasters/_rels/v5_07_slideMaster1.xml.rels><?xml version='1.0' encoding='UTF-8' standalone='yes'?>
<Relationships xmlns="http://schemas.openxmlformats.org/package/2006/relationships"><Relationship Type="http://schemas.openxmlformats.org/officeDocument/2006/relationships/theme" Target="theme/v5_07_theme2.xml" Id="R911a1cea9db14faf"/><Relationship Type="http://schemas.openxmlformats.org/officeDocument/2006/relationships/slideLayout" Target="../slideLayouts/v5_07_slideLayout1.xml" Id="Re51f251b562d4014"/><Relationship Type="http://schemas.openxmlformats.org/officeDocument/2006/relationships/slideLayout" Target="../slideLayouts/v5_07_slideLayout2.xml" Id="R0fcfbdb3f0d8457d"/><Relationship Type="http://schemas.openxmlformats.org/officeDocument/2006/relationships/slideLayout" Target="../slideLayouts/v5_07_slideLayout3.xml" Id="Rb0851435763c4e96"/><Relationship Type="http://schemas.openxmlformats.org/officeDocument/2006/relationships/slideLayout" Target="../slideLayouts/v5_07_slideLayout4.xml" Id="Rb4129df2a9cb4a59"/><Relationship Type="http://schemas.openxmlformats.org/officeDocument/2006/relationships/slideLayout" Target="../slideLayouts/v5_07_slideLayout5.xml" Id="R0d5e0c8e89eb44f7"/><Relationship Type="http://schemas.openxmlformats.org/officeDocument/2006/relationships/slideLayout" Target="../slideLayouts/v5_07_slideLayout6.xml" Id="Ree8739ad78fb48bd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13ddec94514f4e"/>
    <p:sldLayoutId xmlns:r="http://schemas.openxmlformats.org/officeDocument/2006/relationships" id="2147483650" r:id="R137212d3c571476c"/>
    <p:sldLayoutId xmlns:r="http://schemas.openxmlformats.org/officeDocument/2006/relationships" id="2147483651" r:id="R17f41d8d315249ce"/>
    <p:sldLayoutId xmlns:r="http://schemas.openxmlformats.org/officeDocument/2006/relationships" id="2147483652" r:id="R86a91163cc8f4743"/>
    <p:sldLayoutId xmlns:r="http://schemas.openxmlformats.org/officeDocument/2006/relationships" id="2147483653" r:id="R13e10a04f9004ec8"/>
    <p:sldLayoutId xmlns:r="http://schemas.openxmlformats.org/officeDocument/2006/relationships" id="2147483654" r:id="R809eb15a762b43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07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07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51f251b562d4014"/>
    <p:sldLayoutId xmlns:r="http://schemas.openxmlformats.org/officeDocument/2006/relationships" id="2147483657" r:id="R0fcfbdb3f0d8457d"/>
    <p:sldLayoutId xmlns:r="http://schemas.openxmlformats.org/officeDocument/2006/relationships" id="2147483658" r:id="Rb0851435763c4e96"/>
    <p:sldLayoutId xmlns:r="http://schemas.openxmlformats.org/officeDocument/2006/relationships" id="2147483659" r:id="Rb4129df2a9cb4a59"/>
    <p:sldLayoutId xmlns:r="http://schemas.openxmlformats.org/officeDocument/2006/relationships" id="2147483660" r:id="R0d5e0c8e89eb44f7"/>
    <p:sldLayoutId xmlns:r="http://schemas.openxmlformats.org/officeDocument/2006/relationships" id="2147483661" r:id="Ree8739ad78fb48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f347e7c4b1440b" /><Relationship Type="http://schemas.openxmlformats.org/officeDocument/2006/relationships/notesSlide" Target="/ppt/notesSlides/notesSlide1.xml" Id="R6bf746cc9eb24f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573e6972f45bf" /><Relationship Type="http://schemas.openxmlformats.org/officeDocument/2006/relationships/notesSlide" Target="/ppt/notesSlides/notesSlide2.xml" Id="R868d74a59a8b4e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f1d5193954a1f" /><Relationship Type="http://schemas.openxmlformats.org/officeDocument/2006/relationships/notesSlide" Target="/ppt/notesSlides/notesSlide5.xml" Id="R139556804f3240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dae9abd5ef4083" /><Relationship Type="http://schemas.openxmlformats.org/officeDocument/2006/relationships/notesSlide" Target="/ppt/notesSlides/notesSlide7.xml" Id="Rae10972c402b4c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c5223b1bc4ec5" /><Relationship Type="http://schemas.openxmlformats.org/officeDocument/2006/relationships/notesSlide" Target="/ppt/notesSlides/notesSlide8.xml" Id="R527a8dd189ad4c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dfcd12a02f40a1" /><Relationship Type="http://schemas.openxmlformats.org/officeDocument/2006/relationships/notesSlide" Target="/ppt/notesSlides/notesSlide9.xml" Id="R7f1f4d970e4c47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9fb68164141d6" /><Relationship Type="http://schemas.openxmlformats.org/officeDocument/2006/relationships/notesSlide" Target="/ppt/notesSlides/notesSlide11.xml" Id="Rccf115b4c4974a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433ee430a1478d" /><Relationship Type="http://schemas.openxmlformats.org/officeDocument/2006/relationships/notesSlide" Target="/ppt/notesSlides/notesSlide16.xml" Id="Rc08a12065c2b40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1785c549a14ece" /><Relationship Type="http://schemas.openxmlformats.org/officeDocument/2006/relationships/notesSlide" Target="/ppt/notesSlides/notesSlide17.xml" Id="Re817ace5c7f741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b71fa077f44ad" /><Relationship Type="http://schemas.openxmlformats.org/officeDocument/2006/relationships/notesSlide" Target="/ppt/notesSlides/notesSlide18.xml" Id="Rc4ba8a34d17c4d87" /></Relationships>
</file>

<file path=ppt/slides/_rels/v5_07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7_slideLayout6.xml" Id="Rd2199cd22c944176"/><Relationship Type="http://schemas.openxmlformats.org/officeDocument/2006/relationships/notesSlide" Target="../notesSlides/v5_07_notesSlide1.xml" Id="R546b2d5716fe43ab"/></Relationships>
</file>

<file path=ppt/slides/_rels/v5_07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7_slideLayout6.xml" Id="R3ba5d0a32d214a7f"/><Relationship Type="http://schemas.openxmlformats.org/officeDocument/2006/relationships/notesSlide" Target="../notesSlides/v5_07_notesSlide2.xml" Id="Rb94637f11dee4204"/></Relationships>
</file>

<file path=ppt/slides/_rels/v5_07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07_slideLayout6.xml" Id="Rdd0cea95d0264ba2"/><Relationship Type="http://schemas.openxmlformats.org/officeDocument/2006/relationships/notesSlide" Target="../notesSlides/v5_07_notesSlide3.xml" Id="R19398a8d9e4d4048"/></Relationships>
</file>

<file path=ppt/slides/_rels/v5_07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07_slideLayout6.xml" Id="Rcc0cb9b05b824ea2"/><Relationship Type="http://schemas.openxmlformats.org/officeDocument/2006/relationships/notesSlide" Target="../notesSlides/v5_07_notesSlide4.xml" Id="R518db611a59d4233"/></Relationships>
</file>

<file path=ppt/slides/_rels/v5_07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07_slideLayout6.xml" Id="Rf0da30063a7847d8"/><Relationship Type="http://schemas.openxmlformats.org/officeDocument/2006/relationships/notesSlide" Target="../notesSlides/v5_07_notesSlide5.xml" Id="Ra69721174b6b4358"/></Relationships>
</file>

<file path=ppt/slides/_rels/v5_07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07_slideLayout6.xml" Id="R26aa6448b3fb4ee6"/><Relationship Type="http://schemas.openxmlformats.org/officeDocument/2006/relationships/notesSlide" Target="../notesSlides/v5_07_notesSlide6.xml" Id="R168025d6b5154b82"/></Relationships>
</file>

<file path=ppt/slides/_rels/v5_07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07_slideLayout6.xml" Id="R1452ad5903c94611"/><Relationship Type="http://schemas.openxmlformats.org/officeDocument/2006/relationships/notesSlide" Target="../notesSlides/v5_07_notesSlide7.xml" Id="Rd741a4921f3f4aa7"/></Relationships>
</file>

<file path=ppt/slides/_rels/v5_07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07_slideLayout6.xml" Id="Rd4d91af7c22e4916"/><Relationship Type="http://schemas.openxmlformats.org/officeDocument/2006/relationships/notesSlide" Target="../notesSlides/v5_07_notesSlide8.xml" Id="R49dba9c030d94b7d"/></Relationships>
</file>

<file path=ppt/slides/_rels/v5_07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v5_07_slideLayout6.xml" Id="R653d6602597a40f2"/><Relationship Type="http://schemas.openxmlformats.org/officeDocument/2006/relationships/notesSlide" Target="../notesSlides/v5_07_notesSlide9.xml" Id="R078e01628cfe48f4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F9EE5-7D09-472F-98A2-4679EF65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第7回　密度と比重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65A04-CA34-49F0-BB35-C01AD0E8208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10CBF-95F7-43EC-9EBC-FF2B8188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64AEE-0CCF-4FCC-BC54-896D4DBF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19312-9293-4AA2-BD2E-424CF0F6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木材の物理：密度と比重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6CC9C-A7B0-4464-9BF4-DE96BB7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密度と比重を単位と定義で区別し、質量・体積の含水状態を指定して比較する。</a:t>
            </a:r>
          </a:p>
        </p:txBody>
      </p:sp>
    </p:spTree>
    <p:extLst>
      <p:ext uri="{BB962C8B-B14F-4D97-AF65-F5344CB8AC3E}">
        <p14:creationId xmlns:p14="http://schemas.microsoft.com/office/powerpoint/2010/main" val="178647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F1855-4497-41A2-BB72-31C2133A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AD0A5-81F1-4B9B-BC4D-DDCB54103CA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6C847-00B0-4042-9D5B-37C9F4A2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54ED9-6170-49AA-A33E-E793CC3F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750E9-2B0F-40FD-AF9F-8D0727C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木材には、細胞壁と空隙がある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C58DC-FF2A-44C9-83D3-F2D34424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水の量で質量が変わり、体積も変わりうる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486E5-6BCE-40DB-A6B6-9DA960F4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密度を比較するには、状態を決める</a:t>
            </a:r>
          </a:p>
        </p:txBody>
      </p:sp>
    </p:spTree>
    <p:extLst>
      <p:ext uri="{BB962C8B-B14F-4D97-AF65-F5344CB8AC3E}">
        <p14:creationId xmlns:p14="http://schemas.microsoft.com/office/powerpoint/2010/main" val="219268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F257C5-3357-4172-8BC4-591513EE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壁物質と空隙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5D008-CFD3-424F-95AF-4F71592686D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30D9C-69E1-4B03-854E-BA35F8B4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3AFCA-A11A-41A8-BB6E-28AF72EC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B2B22-33F8-43AD-9EE0-A88BEFA9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195262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81AC1-43C6-4240-A00E-E95C310B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201930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5EA1F-E02A-46EC-A98D-2F6C3762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" y="195262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9A4D2-1971-4AF7-B018-744C27D7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201930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17249-8374-434B-AC27-E4F0DA37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195262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FFD57-CFFC-4553-9C97-76E353B6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6975" y="201930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C01F3-2AA1-416F-9731-125C0A6E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195262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0A7AA-99BF-450E-889E-55E434A8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201930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CE5CE-2B99-4E03-8790-F5537C67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195262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F73CE-8D4F-49C6-B041-FAD674D6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201930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3A4E5-5E35-4C7A-A24F-3DCF5455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195262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935E6-F9F6-40DD-BC58-1C83948D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201930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A7620-4495-48DD-BC19-3A459938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195262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C222A-1741-44F0-8A8E-B141D6EE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8775" y="201930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F4EC6-F3D5-40F1-A731-F47C11BA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266700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D39F6-1E1C-49AC-B84E-191D583B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273367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B4D00E-5BF6-47E3-82FA-9BE46D93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" y="266700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FE94E-728A-4078-8B71-F68BFB01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273367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6F6D7-078C-405D-A22C-BD50A8DA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266700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3FCBB-FEF3-43CA-ACF0-F2AA9536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6975" y="273367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2BCC64-2B91-4246-85C6-A0E98EC3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6700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B1F60-F614-4430-B578-5A3B1823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273367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EDC2E-201E-4043-85B6-89EC97C2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266700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3E12D-5D13-4452-9878-95D00233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273367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2AD5B2-DCE7-469F-A209-A74EBBF9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66700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2FEB92-E6A7-445E-993B-0A65E0F7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273367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AD8EE4-CD93-4ECC-9D59-CDFF0C24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266700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90739D-496E-4271-B59C-8E89FADE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8775" y="273367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D2DF77-AFB1-45E5-AD39-CA119260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338137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EF9F58-E852-42F2-9EFC-7FE73197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344805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73E3D1-B5A8-4B61-AB6E-8EDD2B93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" y="338137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F3E171-58B9-40B7-8301-7281A416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344805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75DF06-ED99-47F8-8A05-8DB48C4C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338137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5B9089-4BBD-4515-95D1-811A13FC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6975" y="344805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A84399-5653-4989-8D37-433E310C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338137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0D82AC-E880-4896-85AC-3D27A782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344805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C3C901-7428-4584-9F57-12EF10BC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338137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83F059-C318-487A-B12D-44A64FE7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344805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60D80F-9268-4DCC-A8E2-83BFE2EC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338137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5EC980-57CB-49E1-BA12-99A00C04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344805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667D37-A0BF-4615-8E1B-DE1F7AF8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3381375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061AA2-EDEF-4EC7-A47D-A5D38266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8775" y="3448050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F19193-3E7C-4935-9C68-C6FD8E50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09575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A1115B-217B-402E-9B67-42E4D94F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416242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0E622B-D384-4735-A914-F172B2F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" y="409575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1A5A52-4561-49F2-9323-14A5A3D8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416242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B0B4B2-A81C-4806-B5FF-DE4A85E1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409575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E1113F-2520-4B71-9FD7-35A9B5CB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6975" y="416242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5835ED-36A6-4E67-A6C0-8951BF88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409575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523B1B-E8EF-4BB6-9AC1-A6BBE38E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416242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C9EB1E-A854-4D8B-AB1E-891A6E5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409575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016722-ADC8-40E2-B1EF-C282DDD9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416242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12D5D6-5425-4D5F-8E9E-164E68E1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409575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69E7A6-E2B8-4758-BACC-F43FC745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416242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BB9CFC-1A7C-4D7F-9FFC-169308AD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4095750"/>
            <a:ext cx="71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A58A65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F5AA2B-A4B3-4914-B758-4BB4C2F0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8775" y="4162425"/>
            <a:ext cx="561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6ED2D1-C422-40CD-9156-D03C1823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壁物質と空隙を区別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C49CCD-95D0-4BE7-B943-70962EA6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空隙を含む見掛け密度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7B4B77-0F14-4F6B-9799-5C83C268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水の量と状態を確認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D8EDEE-9C19-4E84-98D8-A5E55C74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密度を強度値と同一視しない</a:t>
            </a:r>
          </a:p>
        </p:txBody>
      </p:sp>
    </p:spTree>
    <p:extLst>
      <p:ext uri="{BB962C8B-B14F-4D97-AF65-F5344CB8AC3E}">
        <p14:creationId xmlns:p14="http://schemas.microsoft.com/office/powerpoint/2010/main" val="405053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13B93-C1F6-45A4-9052-F8FAE17F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F586-781B-4FEE-BEED-C321B4F6F7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2589F-DD35-4AC4-BD69-0944DDCC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26908-82F7-4F7D-8646-1725DE63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549F0-7B94-41AC-A5C6-D4DA62EC8CBA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測定量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試料Aのモデル値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質量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50 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絶乾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体積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100 cm³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絶乾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体積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110 cm³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飽水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基準水密度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1.00 g/cm³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本演習の指定値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838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BB083-175D-49D2-A992-D268CDBE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全乾密度と基本密度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4A9A7-D389-47F0-98E8-45E547AEAA3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F0F44-78F9-4B88-97BE-D6AF8DCF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1AD5B-B870-49D9-9F40-03124A40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55738-D69E-42A8-9E8B-9C08A7EC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表から全乾密度と基本密度を求める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4D3D9-4D84-4DEB-B71A-F045011E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それぞれkg/m³へ換算する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D3F6E-B923-48A9-A052-56D92D99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対応する比重を求める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A94BC-BC0D-42D1-ABB2-A4A180AB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二つの値が違う理由を、分母から説明する</a:t>
            </a:r>
          </a:p>
        </p:txBody>
      </p:sp>
    </p:spTree>
    <p:extLst>
      <p:ext uri="{BB962C8B-B14F-4D97-AF65-F5344CB8AC3E}">
        <p14:creationId xmlns:p14="http://schemas.microsoft.com/office/powerpoint/2010/main" val="1626419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BDA73-07FF-4FA3-9010-F412CC2C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全乾密度と基本密度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875B9-7FF0-4729-88FA-3CCAC33D7A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26B2D-2363-42F6-AC8B-D099518F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5DC26-D849-4186-B751-3A72F7D6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4D20E-2CC7-4DB0-BC45-16ECE131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全乾密度 = 50/100 = 0.500 g/cm³ = 500 kg/m³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85B68-904A-4154-97C7-8C9B3B96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基本密度 = 50/110 ≈ 0.455 g/cm³ = 455 kg/m³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BEAFA-CD7D-4673-8FD2-33ACE6EC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対応する比重は0.500、約0.455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B533B-D93B-468F-88AD-90B296ED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分母の体積の状態が違うため</a:t>
            </a:r>
          </a:p>
        </p:txBody>
      </p:sp>
    </p:spTree>
    <p:extLst>
      <p:ext uri="{BB962C8B-B14F-4D97-AF65-F5344CB8AC3E}">
        <p14:creationId xmlns:p14="http://schemas.microsoft.com/office/powerpoint/2010/main" val="1934369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96A32-94C0-44C2-95BE-53561847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質量と体積の基準状態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C4A29-F399-483D-918C-DCBC0952539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B2016-E05A-4FCD-9D8D-D4ECA5F8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CF14D-1351-4CF6-A350-73AC85F3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87B7F-FC94-41B1-A973-8D646A3C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190750"/>
            <a:ext cx="2333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6F237-D057-4531-82F9-6EDB2777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2095500"/>
            <a:ext cx="25146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F"/>
          </a:solidFill>
          <a:ln xmlns:a="http://schemas.openxmlformats.org/drawingml/2006/main" w="14288">
            <a:solidFill>
              <a:srgbClr val="245C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B2212-B083-4904-9B85-5A6C979C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148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絶乾体積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08E23-1281-4579-B7D1-03BCA51D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14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飽水時体積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DBFEB-C448-455D-900C-4A6B7681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分子：絶乾質量 m₀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73FAE-9814-476C-B130-97AD8B18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分母：指定した体積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FC19B-0EA1-4DED-B9AA-3B678F5C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体積の状態を混ぜない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A7E6C-3766-41AB-8901-C009F4A2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寸法比は模式的</a:t>
            </a:r>
          </a:p>
        </p:txBody>
      </p:sp>
    </p:spTree>
    <p:extLst>
      <p:ext uri="{BB962C8B-B14F-4D97-AF65-F5344CB8AC3E}">
        <p14:creationId xmlns:p14="http://schemas.microsoft.com/office/powerpoint/2010/main" val="2780585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C10FF-C763-4733-913E-9CA1015D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7F6C0-65D6-45C8-B6F0-353EF830EE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00634-3826-4AF3-8299-05D510AE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7CA55-A5AC-4611-ADDA-894980C2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DC31D-26C0-497B-B2C1-18C34A6E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比重にkg/m³を付けるか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65FA1-9214-4299-9C22-5CF71E1C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基本密度の分子は何か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D1532-F66D-4952-B545-1B6163EE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測定状態不明の密度を比較してよいか</a:t>
            </a:r>
          </a:p>
        </p:txBody>
      </p:sp>
    </p:spTree>
    <p:extLst>
      <p:ext uri="{BB962C8B-B14F-4D97-AF65-F5344CB8AC3E}">
        <p14:creationId xmlns:p14="http://schemas.microsoft.com/office/powerpoint/2010/main" val="9255733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55A36-ECCC-4318-BE4B-46D26324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64674-6AC4-4759-AEC4-73287A9182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670D5-017F-4EA2-8537-92DFCDD4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0B6F6-24DF-46DE-9405-2325805A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A0092-302A-48E9-A6EA-554037BC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密度は単位付き、比重は基準との比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D2A43-3520-43FB-9813-C8CC7D8F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全乾・気乾・基本の定義を分ける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17E32-A209-4956-84B3-D6321DA9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次は、含水率から水の量を扱う</a:t>
            </a:r>
          </a:p>
        </p:txBody>
      </p:sp>
    </p:spTree>
    <p:extLst>
      <p:ext uri="{BB962C8B-B14F-4D97-AF65-F5344CB8AC3E}">
        <p14:creationId xmlns:p14="http://schemas.microsoft.com/office/powerpoint/2010/main" val="12140995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C764A-F475-4B47-B880-695115B6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復習と次の学習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F847E-AD41-4A01-B332-CCD86D7FC14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B6561-413C-4707-9B24-A9CF52A3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AB482-BC13-4BE2-977C-E28F5800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4DB24-65E6-41C4-ABC9-3151AB34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絶乾質量80 g、全乾体積160 cm³、飽水体積180 cm³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CFE66-D7E4-4E71-8987-2EF14EC8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全乾密度・基本密度・基本比重を求める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D9A44-E8B0-4A4F-A338-2B87CD1F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発展：壁物質の比重1.50のモデルで空隙を考える</a:t>
            </a:r>
          </a:p>
        </p:txBody>
      </p:sp>
    </p:spTree>
    <p:extLst>
      <p:ext uri="{BB962C8B-B14F-4D97-AF65-F5344CB8AC3E}">
        <p14:creationId xmlns:p14="http://schemas.microsoft.com/office/powerpoint/2010/main" val="190562792"/>
      </p:ext>
    </p:extLst>
  </p:cSld>
</p:sld>
</file>

<file path=ppt/slides/v5_07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8CA4C-9778-45DD-8E9A-EE05E764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608F4-1A06-4859-A078-31D6421243E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73533-C388-4A3B-892F-20BFFF5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64D1D-964D-4C49-B46B-664A08C8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8A85C-DC33-4D4B-8759-F4554EB3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密度ρ＝質量m/体積V。木材の外形体積には細胞内腔などの空隙も含む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011DF-D060-48C8-A68C-72E42349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比重G＝ρ/ρ水。同じ単位の密度同士を割るので無次元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7BE0D-E7A2-43A9-BC9C-C52B6560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細胞壁物質の密度は、空隙を含む木材全体の密度より高い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991D3-A50B-471B-B599-2BF5EEBB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1609529660"/>
      </p:ext>
    </p:extLst>
  </p:cSld>
</p:sld>
</file>

<file path=ppt/slides/v5_07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BC214-A780-4CFC-BCD9-382A2021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密度と単位換算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39E09-47B9-4D5C-865D-867864DDE5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E55BA-66EE-4BBC-8BE1-5D0A7105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0CFFB-AC1A-47CE-BB7A-FA2B78BF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A0B49-3FD9-426D-B677-E9F6613D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密度ρ＝質量m/体積V。木材の外形体積には細胞内腔などの空隙も含む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9F146-B611-42A9-871E-F804615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1 g＝10⁻³ kg、1 cm³＝10⁻⁶ m³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C29D4-2209-4598-9EBC-9B8B1B1C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したがって1 g/cm³＝1,000 kg/m³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963D1-3139-4C4A-8BDE-E631895D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同じ体積を比べると、密度の高い方が重い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595FD-D044-4780-B777-5FC1F625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樹種だけでなく、水の量と体積の基準状態も指定する</a:t>
            </a:r>
          </a:p>
        </p:txBody>
      </p:sp>
    </p:spTree>
    <p:extLst>
      <p:ext uri="{BB962C8B-B14F-4D97-AF65-F5344CB8AC3E}">
        <p14:creationId xmlns:p14="http://schemas.microsoft.com/office/powerpoint/2010/main" val="1582753284"/>
      </p:ext>
    </p:extLst>
  </p:cSld>
</p:sld>
</file>

<file path=ppt/slides/v5_07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27600-01F1-4ACA-AF53-D34955BB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比重は基準密度との比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81DDF-0603-482B-849E-96661877814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AF6FE-1627-44A7-A552-AC421202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ABBAC-EFE6-4290-B538-2C4BD624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136E6-CEE0-4B22-ACB0-088FEF5A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比重G＝ρ/ρ水。同じ単位の密度同士を割るので無次元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4B1EB-B27F-4A90-BB01-DFCEBBB9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基準水の密度を1.00 g/cm³とすると、g/cm³の密度と比重の数値が一致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6AEE5-AF3C-40D9-B3A3-3544F227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0.50 g/cm³＝500 kg/m³の木材は、この基準では比重0.50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388D9-0FE1-46EA-BD0A-C25B4DE4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木材では、全乾・気乾・基本などの質量と体積の組合せも区別する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F58BB-1CC8-4702-9C5A-AC09E4B9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英語資料のspecific gravityは、分子と分母の状態を確かめて読む</a:t>
            </a:r>
          </a:p>
        </p:txBody>
      </p:sp>
    </p:spTree>
    <p:extLst>
      <p:ext uri="{BB962C8B-B14F-4D97-AF65-F5344CB8AC3E}">
        <p14:creationId xmlns:p14="http://schemas.microsoft.com/office/powerpoint/2010/main" val="1157308297"/>
      </p:ext>
    </p:extLst>
  </p:cSld>
</p:sld>
</file>

<file path=ppt/slides/v5_07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CDD18-A691-411A-B8B2-BCB4F203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全乾密度と気乾密度と基本密度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6174E-7AF5-4267-BABD-F7BDEA1652D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8B540-9873-48DE-92B8-0EFEAD0C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F546C-B449-47BD-BE70-C6BE1FFE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25925-220D-4383-A977-849BBA4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全乾密度ρ₀＝全乾質量m₀/全乾体積V₀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0508B-8F9A-41A0-A0CD-494AFA8D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気乾密度ρu＝その含水率の質量mu/そのときの体積Vu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9AE0D-1A8C-4235-95A5-C22D5322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基本密度ρb＝全乾質量m₀/飽水時体積V飽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CFC56-A7C9-4115-9E80-75AF62E5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水が加わると質量だけでなく、細胞壁の膨潤により体積も変わる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A9769-09BE-4608-972B-91875FAF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比較表には数値だけでなく、質量・体積の状態を併記する</a:t>
            </a:r>
          </a:p>
        </p:txBody>
      </p:sp>
    </p:spTree>
    <p:extLst>
      <p:ext uri="{BB962C8B-B14F-4D97-AF65-F5344CB8AC3E}">
        <p14:creationId xmlns:p14="http://schemas.microsoft.com/office/powerpoint/2010/main" val="1674034674"/>
      </p:ext>
    </p:extLst>
  </p:cSld>
</p:sld>
</file>

<file path=ppt/slides/v5_07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B5460-831A-45CB-8721-FECEB5E8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木材の密度と空隙率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5DB80-431F-4BE7-BD67-2B45D48707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EE7EB-5583-408C-8E1C-0C920712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42A96-E483-4C7F-9D6D-C931B423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81DFF-DBC5-4E9D-91C2-B3CD67E5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細胞壁物質の密度は、空隙を含む木材全体の密度より高い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422DE-5566-464D-8F6E-6E3F863D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全乾モデルで壁物質密度を1.50 g/cm³とすると、ρ₀＝(1−P)ρ壁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4FF1B-8EE9-45BE-A0F7-C87B7836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Pは全乾外形体積に対する空隙体積の割合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539C7-4A30-41BC-A8CC-8ED65A8A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ρ₀＝0.50 g/cm³なら、P＝1−0.50/1.50＝約0.667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3E3BB-F30A-42BD-A15E-A106FF1A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空隙は水や薬液の移動、軽さ、断熱などを考える手掛かりになる</a:t>
            </a:r>
          </a:p>
        </p:txBody>
      </p:sp>
    </p:spTree>
    <p:extLst>
      <p:ext uri="{BB962C8B-B14F-4D97-AF65-F5344CB8AC3E}">
        <p14:creationId xmlns:p14="http://schemas.microsoft.com/office/powerpoint/2010/main" val="2042810557"/>
      </p:ext>
    </p:extLst>
  </p:cSld>
</p:sld>
</file>

<file path=ppt/slides/v5_07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2C6B1-5BA5-4395-AD3B-B279B613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気乾状態の密度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0C8DB-A728-4EDA-8116-25F14C974EB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44FC3-3D33-47B7-B8EB-A45970E6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BEC69-988B-4F37-97D6-432CC995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7CD66-F80C-46E7-AE4A-7604F086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同じ試料Aが、気乾状態では質量60 g・体積105 cm³だった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CD1CB-D8A0-4CA1-B22B-435359D3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気乾密度を求め、全乾密度との違いを説明する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40D5D-3784-4AD0-8555-DBB5AC40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含水率＝100×(その時の質量−全乾質量)/全乾質量として計算する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30430-E3D7-4011-8254-7529AF13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この試料の履歴が分からず、気乾密度の値だけがあれば、含水率を特定できるか</a:t>
            </a:r>
          </a:p>
        </p:txBody>
      </p:sp>
    </p:spTree>
    <p:extLst>
      <p:ext uri="{BB962C8B-B14F-4D97-AF65-F5344CB8AC3E}">
        <p14:creationId xmlns:p14="http://schemas.microsoft.com/office/powerpoint/2010/main" val="2030249669"/>
      </p:ext>
    </p:extLst>
  </p:cSld>
</p:sld>
</file>

<file path=ppt/slides/v5_07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47E8E-B90E-4255-9E1A-A530FBD2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質量と体積の変化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7595A-CF66-4B8E-A4C2-2AFC7E0AF3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CB296-477B-4A6A-A957-67A84F75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088F2-088D-490D-8FA0-7D57F2F6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6B7B6-2CCC-488F-B12D-33A973B8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気乾密度＝60/105＝約0.571 g/cm³＝571 kg/m³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3586E-D730-4C98-AC0A-6CFAECAC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全乾状態50 g・100 cm³に比べ、質量も体積も増えている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271CC-0F3F-49B9-BFA7-37AECC06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この同じ試料の全乾質量が分かるので、含水率は100×(60−50)/50＝20％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6FB4F-04AE-4680-BE68-FBE12B71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密度の数値だけからは、水の質量と壁・空隙の割合を分離できない</a:t>
            </a:r>
          </a:p>
        </p:txBody>
      </p:sp>
    </p:spTree>
    <p:extLst>
      <p:ext uri="{BB962C8B-B14F-4D97-AF65-F5344CB8AC3E}">
        <p14:creationId xmlns:p14="http://schemas.microsoft.com/office/powerpoint/2010/main" val="738489433"/>
      </p:ext>
    </p:extLst>
  </p:cSld>
</p:sld>
</file>

<file path=ppt/slides/v5_07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32CC0-8AAD-41DB-8132-2D0952AD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同じ大きさの木片を比べる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B7205-58BB-4D52-AF4B-BD1912CEDC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8C053-B041-4108-A24B-05B15216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173CC-DD98-457B-845A-FEBB4CFD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9119B-1AEE-478C-97B0-E9F69CC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同じ外形寸法の木片を持ち比べ、質量を測定する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9B1A5-6B9A-4585-8E97-4D17A991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密度へ換算し、体感した重さの違いを説明する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33829-53A8-4E3D-B832-E04BB3CC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記録欄：寸法、質量、樹種、保管環境や含水状態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0CF55-A6E5-4A29-BF96-357D614D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発問：重い試料は、水が多いのか、壁の割合が高いのか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6936E-9DCD-432A-A6B1-9D30CEC7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教科書の接点：同じ大きさの材料の重さ／A(1)ア</a:t>
            </a:r>
          </a:p>
        </p:txBody>
      </p:sp>
    </p:spTree>
    <p:extLst>
      <p:ext uri="{BB962C8B-B14F-4D97-AF65-F5344CB8AC3E}">
        <p14:creationId xmlns:p14="http://schemas.microsoft.com/office/powerpoint/2010/main" val="415438747"/>
      </p:ext>
    </p:extLst>
  </p:cSld>
</p:sld>
</file>

<file path=ppt/slides/v5_07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1AEA8-B877-4803-8A40-463479CC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EC286-4856-4BFC-9843-6BEF088D7F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30A7E-B172-43CA-AE25-D7C2C32B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第4章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9443E-6C58-4B72-B542-4F8A5A65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DE9BE-B637-40FA-B24F-35E5EDF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D32EA-8EDA-46B2-B11A-57BEAA6B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7937B-D868-4A96-8BD4-AA27442E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開隆堂 R7評価規準例 PDF1頁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F1301-56DC-4350-9BD4-E0B8846E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https://www.kairyudo.co.jp/contents/04_shiryo/nenkei/chu/data/r7chu-gi_hyokakijun.pdf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3D24A-F389-49FF-8234-88F22E1A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49CCD-8461-42AC-8026-FEDCBEEA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第7回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4F556-03D2-4740-89EC-4FD186D8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5362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2026-10-22T22:34:23.4300000Z</dcterms:created>
  <dcterms:modified xsi:type="dcterms:W3CDTF">2026-10-22T22:34:23.4300000Z</dcterms:modified>
</coreProperties>
</file>
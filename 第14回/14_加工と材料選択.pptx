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v5_14_slide1.xml" ContentType="application/vnd.openxmlformats-officedocument.presentationml.slide+xml"/>
  <Override PartName="/ppt/slideLayouts/v5_14_slideLayout6.xml" ContentType="application/vnd.openxmlformats-officedocument.presentationml.slideLayout+xml"/>
  <Override PartName="/ppt/slideMasters/v5_14_slideMaster1.xml" ContentType="application/vnd.openxmlformats-officedocument.presentationml.slideMaster+xml"/>
  <Override PartName="/ppt/slideMasters/theme/v5_14_theme2.xml" ContentType="application/vnd.openxmlformats-officedocument.theme+xml"/>
  <Override PartName="/ppt/slideLayouts/v5_14_slideLayout1.xml" ContentType="application/vnd.openxmlformats-officedocument.presentationml.slideLayout+xml"/>
  <Override PartName="/ppt/slideLayouts/v5_14_slideLayout2.xml" ContentType="application/vnd.openxmlformats-officedocument.presentationml.slideLayout+xml"/>
  <Override PartName="/ppt/slideLayouts/v5_14_slideLayout3.xml" ContentType="application/vnd.openxmlformats-officedocument.presentationml.slideLayout+xml"/>
  <Override PartName="/ppt/slideLayouts/v5_14_slideLayout4.xml" ContentType="application/vnd.openxmlformats-officedocument.presentationml.slideLayout+xml"/>
  <Override PartName="/ppt/slideLayouts/v5_14_slideLayout5.xml" ContentType="application/vnd.openxmlformats-officedocument.presentationml.slideLayout+xml"/>
  <Override PartName="/ppt/notesSlides/v5_14_notesSlide1.xml" ContentType="application/vnd.openxmlformats-officedocument.presentationml.notesSlide+xml"/>
  <Override PartName="/ppt/slides/v5_14_slide2.xml" ContentType="application/vnd.openxmlformats-officedocument.presentationml.slide+xml"/>
  <Override PartName="/ppt/notesSlides/v5_14_notesSlide2.xml" ContentType="application/vnd.openxmlformats-officedocument.presentationml.notesSlide+xml"/>
  <Override PartName="/ppt/slides/v5_14_slide3.xml" ContentType="application/vnd.openxmlformats-officedocument.presentationml.slide+xml"/>
  <Override PartName="/ppt/notesSlides/v5_14_notesSlide3.xml" ContentType="application/vnd.openxmlformats-officedocument.presentationml.notesSlide+xml"/>
  <Override PartName="/ppt/slides/v5_14_slide4.xml" ContentType="application/vnd.openxmlformats-officedocument.presentationml.slide+xml"/>
  <Override PartName="/ppt/notesSlides/v5_14_notesSlide4.xml" ContentType="application/vnd.openxmlformats-officedocument.presentationml.notesSlide+xml"/>
  <Override PartName="/ppt/slides/v5_14_slide5.xml" ContentType="application/vnd.openxmlformats-officedocument.presentationml.slide+xml"/>
  <Override PartName="/ppt/notesSlides/v5_14_notesSlide5.xml" ContentType="application/vnd.openxmlformats-officedocument.presentationml.notesSlide+xml"/>
  <Override PartName="/ppt/slides/v5_14_slide6.xml" ContentType="application/vnd.openxmlformats-officedocument.presentationml.slide+xml"/>
  <Override PartName="/ppt/notesSlides/v5_14_notesSlide6.xml" ContentType="application/vnd.openxmlformats-officedocument.presentationml.notesSlide+xml"/>
  <Override PartName="/ppt/slides/v5_14_slide7.xml" ContentType="application/vnd.openxmlformats-officedocument.presentationml.slide+xml"/>
  <Override PartName="/ppt/notesSlides/v5_14_notesSlide7.xml" ContentType="application/vnd.openxmlformats-officedocument.presentationml.notesSlide+xml"/>
  <Override PartName="/ppt/slides/v5_14_slide8.xml" ContentType="application/vnd.openxmlformats-officedocument.presentationml.slide+xml"/>
  <Override PartName="/ppt/notesSlides/v5_14_notesSlide8.xml" ContentType="application/vnd.openxmlformats-officedocument.presentationml.notesSlide+xml"/>
  <Override PartName="/ppt/slides/v5_14_slide9.xml" ContentType="application/vnd.openxmlformats-officedocument.presentationml.slide+xml"/>
  <Override PartName="/ppt/notesSlides/v5_14_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ccc9af61ee4e89" /><Relationship Type="http://schemas.openxmlformats.org/officeDocument/2006/relationships/extended-properties" Target="/docProps/app.xml" Id="Rac0de52b385643d4" /><Relationship Type="http://schemas.openxmlformats.org/officeDocument/2006/relationships/officeDocument" Target="/ppt/presentation.xml" Id="Rb4b22450aa8445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ae94d93a5944eb"/>
    <p:sldMasterId xmlns:r="http://schemas.openxmlformats.org/officeDocument/2006/relationships" id="2147483655" r:id="rIdV5Master0"/>
  </p:sldMasterIdLst>
  <p:notesMasterIdLst>
    <p:notesMasterId xmlns:r="http://schemas.openxmlformats.org/officeDocument/2006/relationships" r:id="Rfcd8f769948441f7"/>
  </p:notesMasterIdLst>
  <p:sldIdLst>
    <p:sldId xmlns:r="http://schemas.openxmlformats.org/officeDocument/2006/relationships" id="512" r:id="rIdV5Slide1"/>
    <p:sldId xmlns:r="http://schemas.openxmlformats.org/officeDocument/2006/relationships" id="513" r:id="rIdV5Slide2"/>
    <p:sldId xmlns:r="http://schemas.openxmlformats.org/officeDocument/2006/relationships" id="514" r:id="rIdV5Slide3"/>
    <p:sldId xmlns:r="http://schemas.openxmlformats.org/officeDocument/2006/relationships" id="515" r:id="rIdV5Slide4"/>
    <p:sldId xmlns:r="http://schemas.openxmlformats.org/officeDocument/2006/relationships" id="516" r:id="rIdV5Slide5"/>
    <p:sldId xmlns:r="http://schemas.openxmlformats.org/officeDocument/2006/relationships" id="517" r:id="rIdV5Slide6"/>
    <p:sldId xmlns:r="http://schemas.openxmlformats.org/officeDocument/2006/relationships" id="518" r:id="rIdV5Slide7"/>
    <p:sldId xmlns:r="http://schemas.openxmlformats.org/officeDocument/2006/relationships" id="519" r:id="rIdV5Slide8"/>
    <p:sldId xmlns:r="http://schemas.openxmlformats.org/officeDocument/2006/relationships" id="520" r:id="rIdV5Slide9"/>
    <p:sldId xmlns:r="http://schemas.openxmlformats.org/officeDocument/2006/relationships" id="521" r:id="rIdV5Slide10"/>
    <p:sldId xmlns:r="http://schemas.openxmlformats.org/officeDocument/2006/relationships" id="522" r:id="rIdV5Slide11"/>
    <p:sldId xmlns:r="http://schemas.openxmlformats.org/officeDocument/2006/relationships" id="523" r:id="rIdV5Slide12"/>
    <p:sldId xmlns:r="http://schemas.openxmlformats.org/officeDocument/2006/relationships" id="524" r:id="rIdV5Slide13"/>
    <p:sldId xmlns:r="http://schemas.openxmlformats.org/officeDocument/2006/relationships" id="525" r:id="rIdV5Slide14"/>
    <p:sldId xmlns:r="http://schemas.openxmlformats.org/officeDocument/2006/relationships" id="526" r:id="rIdV5Slide15"/>
    <p:sldId xmlns:r="http://schemas.openxmlformats.org/officeDocument/2006/relationships" id="527" r:id="rIdV5Slide16"/>
    <p:sldId xmlns:r="http://schemas.openxmlformats.org/officeDocument/2006/relationships" id="528" r:id="rIdV5Slide17"/>
    <p:sldId xmlns:r="http://schemas.openxmlformats.org/officeDocument/2006/relationships" id="529" r:id="rIdV5Slide18"/>
    <p:sldId xmlns:r="http://schemas.openxmlformats.org/officeDocument/2006/relationships" id="530" r:id="rIdV5Slide19"/>
    <p:sldId xmlns:r="http://schemas.openxmlformats.org/officeDocument/2006/relationships" id="531" r:id="rIdV5Slide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db0ccca86a844777"/><Relationship Type="http://schemas.openxmlformats.org/officeDocument/2006/relationships/slideMaster" Target="/ppt/slideMasters/slideMaster1.xml" Id="R85ae94d93a5944eb"/><Relationship Type="http://schemas.openxmlformats.org/officeDocument/2006/relationships/notesMaster" Target="/ppt/notesMasters/notesMaster1.xml" Id="Rfcd8f769948441f7"/><Relationship Type="http://schemas.openxmlformats.org/officeDocument/2006/relationships/presProps" Target="/ppt/presProps.xml" Id="Rbfa1a11039be49ee"/><Relationship Type="http://schemas.openxmlformats.org/officeDocument/2006/relationships/tableStyles" Target="/ppt/tableStyles.xml" Id="R52a2181e094b486f"/><Relationship Id="rIdV5Slide1" Type="http://schemas.openxmlformats.org/officeDocument/2006/relationships/slide" Target="slides/slide1.xml"/><Relationship Id="rIdV5Slide2" Type="http://schemas.openxmlformats.org/officeDocument/2006/relationships/slide" Target="slides/slide2.xml"/><Relationship Id="rIdV5Slide3" Type="http://schemas.openxmlformats.org/officeDocument/2006/relationships/slide" Target="slides/v5_14_slide1.xml"/><Relationship Id="rIdV5Slide4" Type="http://schemas.openxmlformats.org/officeDocument/2006/relationships/slide" Target="slides/v5_14_slide2.xml"/><Relationship Id="rIdV5Slide5" Type="http://schemas.openxmlformats.org/officeDocument/2006/relationships/slide" Target="slides/slide5.xml"/><Relationship Id="rIdV5Slide6" Type="http://schemas.openxmlformats.org/officeDocument/2006/relationships/slide" Target="slides/v5_14_slide3.xml"/><Relationship Id="rIdV5Slide7" Type="http://schemas.openxmlformats.org/officeDocument/2006/relationships/slide" Target="slides/slide7.xml"/><Relationship Id="rIdV5Slide8" Type="http://schemas.openxmlformats.org/officeDocument/2006/relationships/slide" Target="slides/slide8.xml"/><Relationship Id="rIdV5Slide9" Type="http://schemas.openxmlformats.org/officeDocument/2006/relationships/slide" Target="slides/slide9.xml"/><Relationship Id="rIdV5Slide10" Type="http://schemas.openxmlformats.org/officeDocument/2006/relationships/slide" Target="slides/v5_14_slide4.xml"/><Relationship Id="rIdV5Slide11" Type="http://schemas.openxmlformats.org/officeDocument/2006/relationships/slide" Target="slides/slide11.xml"/><Relationship Id="rIdV5Slide12" Type="http://schemas.openxmlformats.org/officeDocument/2006/relationships/slide" Target="slides/v5_14_slide5.xml"/><Relationship Id="rIdV5Slide13" Type="http://schemas.openxmlformats.org/officeDocument/2006/relationships/slide" Target="slides/slide13.xml"/><Relationship Id="rIdV5Slide14" Type="http://schemas.openxmlformats.org/officeDocument/2006/relationships/slide" Target="slides/slide14.xml"/><Relationship Id="rIdV5Slide15" Type="http://schemas.openxmlformats.org/officeDocument/2006/relationships/slide" Target="slides/v5_14_slide6.xml"/><Relationship Id="rIdV5Slide16" Type="http://schemas.openxmlformats.org/officeDocument/2006/relationships/slide" Target="slides/slide16.xml"/><Relationship Id="rIdV5Slide17" Type="http://schemas.openxmlformats.org/officeDocument/2006/relationships/slide" Target="slides/slide17.xml"/><Relationship Id="rIdV5Slide18" Type="http://schemas.openxmlformats.org/officeDocument/2006/relationships/slide" Target="slides/v5_14_slide7.xml"/><Relationship Id="rIdV5Slide19" Type="http://schemas.openxmlformats.org/officeDocument/2006/relationships/slide" Target="slides/v5_14_slide8.xml"/><Relationship Id="rIdV5Slide20" Type="http://schemas.openxmlformats.org/officeDocument/2006/relationships/slide" Target="slides/v5_14_slide9.xml"/><Relationship Id="rIdV5Master0" Type="http://schemas.openxmlformats.org/officeDocument/2006/relationships/slideMaster" Target="slideMasters/v5_14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83919efc7a43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2ef9545eb4404c" /><Relationship Type="http://schemas.openxmlformats.org/officeDocument/2006/relationships/notesMaster" Target="/ppt/notesMasters/notesMaster1.xml" Id="R4581d0f1519a46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14d56b34b54696" /><Relationship Type="http://schemas.openxmlformats.org/officeDocument/2006/relationships/notesMaster" Target="/ppt/notesMasters/notesMaster1.xml" Id="R1f711337a19746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bf9974cf11454b" /><Relationship Type="http://schemas.openxmlformats.org/officeDocument/2006/relationships/notesMaster" Target="/ppt/notesMasters/notesMaster1.xml" Id="Rf3dbed93bc2c49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af445c33704970" /><Relationship Type="http://schemas.openxmlformats.org/officeDocument/2006/relationships/notesMaster" Target="/ppt/notesMasters/notesMaster1.xml" Id="Rab0c680a9bc748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5cd2074c874780" /><Relationship Type="http://schemas.openxmlformats.org/officeDocument/2006/relationships/notesMaster" Target="/ppt/notesMasters/notesMaster1.xml" Id="R559e803cb43e4d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5e9423c28c4f6a" /><Relationship Type="http://schemas.openxmlformats.org/officeDocument/2006/relationships/notesMaster" Target="/ppt/notesMasters/notesMaster1.xml" Id="Rf78363bbc40c43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f5b081c8114c58" /><Relationship Type="http://schemas.openxmlformats.org/officeDocument/2006/relationships/notesMaster" Target="/ppt/notesMasters/notesMaster1.xml" Id="R56d23819ac4540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884b3bee4e4396" /><Relationship Type="http://schemas.openxmlformats.org/officeDocument/2006/relationships/notesMaster" Target="/ppt/notesMasters/notesMaster1.xml" Id="R10254605e49f48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e44a9084a348dd" /><Relationship Type="http://schemas.openxmlformats.org/officeDocument/2006/relationships/notesMaster" Target="/ppt/notesMasters/notesMaster1.xml" Id="R81679501076640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c509a7d5b14481" /><Relationship Type="http://schemas.openxmlformats.org/officeDocument/2006/relationships/notesMaster" Target="/ppt/notesMasters/notesMaster1.xml" Id="Rae8d660aef214b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17f953d4094710" /><Relationship Type="http://schemas.openxmlformats.org/officeDocument/2006/relationships/notesMaster" Target="/ppt/notesMasters/notesMaster1.xml" Id="R21b1ec18db4a448d" /></Relationships>
</file>

<file path=ppt/notesSlides/_rels/v5_14_notesSlide1.xml.rels><?xml version='1.0' encoding='UTF-8' standalone='yes'?>
<Relationships xmlns="http://schemas.openxmlformats.org/package/2006/relationships"><Relationship Type="http://schemas.openxmlformats.org/officeDocument/2006/relationships/slide" Target="../slides/v5_14_slide1.xml" Id="R078e3d52d189415b"/><Relationship Type="http://schemas.openxmlformats.org/officeDocument/2006/relationships/notesMaster" Target="../notesMasters/notesMaster1.xml" Id="R5498173577284a1d"/></Relationships>
</file>

<file path=ppt/notesSlides/_rels/v5_14_notesSlide2.xml.rels><?xml version='1.0' encoding='UTF-8' standalone='yes'?>
<Relationships xmlns="http://schemas.openxmlformats.org/package/2006/relationships"><Relationship Type="http://schemas.openxmlformats.org/officeDocument/2006/relationships/slide" Target="../slides/v5_14_slide2.xml" Id="R1c037d15cac74a84"/><Relationship Type="http://schemas.openxmlformats.org/officeDocument/2006/relationships/notesMaster" Target="../notesMasters/notesMaster1.xml" Id="R1cef71536c25459e"/></Relationships>
</file>

<file path=ppt/notesSlides/_rels/v5_14_notesSlide3.xml.rels><?xml version='1.0' encoding='UTF-8' standalone='yes'?>
<Relationships xmlns="http://schemas.openxmlformats.org/package/2006/relationships"><Relationship Type="http://schemas.openxmlformats.org/officeDocument/2006/relationships/slide" Target="../slides/v5_14_slide3.xml" Id="R05808c2043e24d59"/><Relationship Type="http://schemas.openxmlformats.org/officeDocument/2006/relationships/notesMaster" Target="../notesMasters/notesMaster1.xml" Id="R789cea8f726345a6"/></Relationships>
</file>

<file path=ppt/notesSlides/_rels/v5_14_notesSlide4.xml.rels><?xml version='1.0' encoding='UTF-8' standalone='yes'?>
<Relationships xmlns="http://schemas.openxmlformats.org/package/2006/relationships"><Relationship Type="http://schemas.openxmlformats.org/officeDocument/2006/relationships/slide" Target="../slides/v5_14_slide4.xml" Id="R20efe659487d4b9c"/><Relationship Type="http://schemas.openxmlformats.org/officeDocument/2006/relationships/notesMaster" Target="../notesMasters/notesMaster1.xml" Id="Rc4cf01ffe92f43e7"/></Relationships>
</file>

<file path=ppt/notesSlides/_rels/v5_14_notesSlide5.xml.rels><?xml version='1.0' encoding='UTF-8' standalone='yes'?>
<Relationships xmlns="http://schemas.openxmlformats.org/package/2006/relationships"><Relationship Type="http://schemas.openxmlformats.org/officeDocument/2006/relationships/slide" Target="../slides/v5_14_slide5.xml" Id="R1023366210854de5"/><Relationship Type="http://schemas.openxmlformats.org/officeDocument/2006/relationships/notesMaster" Target="../notesMasters/notesMaster1.xml" Id="R655b439823f746f0"/></Relationships>
</file>

<file path=ppt/notesSlides/_rels/v5_14_notesSlide6.xml.rels><?xml version='1.0' encoding='UTF-8' standalone='yes'?>
<Relationships xmlns="http://schemas.openxmlformats.org/package/2006/relationships"><Relationship Type="http://schemas.openxmlformats.org/officeDocument/2006/relationships/slide" Target="../slides/v5_14_slide6.xml" Id="Rb55681a0904049f6"/><Relationship Type="http://schemas.openxmlformats.org/officeDocument/2006/relationships/notesMaster" Target="../notesMasters/notesMaster1.xml" Id="Rd6b9597c4d4040f1"/></Relationships>
</file>

<file path=ppt/notesSlides/_rels/v5_14_notesSlide7.xml.rels><?xml version='1.0' encoding='UTF-8' standalone='yes'?>
<Relationships xmlns="http://schemas.openxmlformats.org/package/2006/relationships"><Relationship Type="http://schemas.openxmlformats.org/officeDocument/2006/relationships/slide" Target="../slides/v5_14_slide7.xml" Id="Ra099bd09b0bb4e8e"/><Relationship Type="http://schemas.openxmlformats.org/officeDocument/2006/relationships/notesMaster" Target="../notesMasters/notesMaster1.xml" Id="Rd59ddd8fe866444e"/></Relationships>
</file>

<file path=ppt/notesSlides/_rels/v5_14_notesSlide8.xml.rels><?xml version='1.0' encoding='UTF-8' standalone='yes'?>
<Relationships xmlns="http://schemas.openxmlformats.org/package/2006/relationships"><Relationship Type="http://schemas.openxmlformats.org/officeDocument/2006/relationships/slide" Target="../slides/v5_14_slide8.xml" Id="Rc471428e73994fdc"/><Relationship Type="http://schemas.openxmlformats.org/officeDocument/2006/relationships/notesMaster" Target="../notesMasters/notesMaster1.xml" Id="R9ce4c863548948f3"/></Relationships>
</file>

<file path=ppt/notesSlides/_rels/v5_14_notesSlide9.xml.rels><?xml version='1.0' encoding='UTF-8' standalone='yes'?>
<Relationships xmlns="http://schemas.openxmlformats.org/package/2006/relationships"><Relationship Type="http://schemas.openxmlformats.org/officeDocument/2006/relationships/slide" Target="../slides/v5_14_slide9.xml" Id="R3408263c541e4398"/><Relationship Type="http://schemas.openxmlformats.org/officeDocument/2006/relationships/notesMaster" Target="../notesMasters/notesMaster1.xml" Id="R58feada8aaf1407e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4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4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4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4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4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4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4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4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Wood Handbook 2021 第8章 https://research.fs.usda.gov/treesearch/62253</a:t>
            </a:r>
          </a:p>
          <a:p xmlns:a="http://schemas.openxmlformats.org/drawingml/2006/main">
            <a:r>
              <a:t>Wood Handbook 2021 第10章 https://research.fs.usda.gov/treesearch/62250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4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654b1c0874d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9fd4604884a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1ff3037694f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b486856b14b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1dece81fa4f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77dea6a694706" /></Relationships>
</file>

<file path=ppt/slideLayouts/_rels/v5_14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14_slideMaster1.xml" Id="R7c65a6ea33a34e30"/></Relationships>
</file>

<file path=ppt/slideLayouts/_rels/v5_14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14_slideMaster1.xml" Id="Red78d35c83354c88"/></Relationships>
</file>

<file path=ppt/slideLayouts/_rels/v5_14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14_slideMaster1.xml" Id="R5d155e84d614497e"/></Relationships>
</file>

<file path=ppt/slideLayouts/_rels/v5_14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14_slideMaster1.xml" Id="Rdb1d2f974bb94b03"/></Relationships>
</file>

<file path=ppt/slideLayouts/_rels/v5_14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14_slideMaster1.xml" Id="R72a34d458b8e4bce"/></Relationships>
</file>

<file path=ppt/slideLayouts/_rels/v5_14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14_slideMaster1.xml" Id="Rff2fcc4ef0ea44dd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14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44828C-7EBE-410B-91F6-819B97F01A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598CCE-F6D2-4475-94EE-AC48375D23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4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7EE863-7A35-4A66-A422-6B16823E1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4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3EBA93-76A8-4B51-9CC9-AAEB2EC842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FE9519-7F81-40FE-A502-CA9D86DFCF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4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F82D4D-F8A0-477E-8BB1-4E460EAFB7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119A29-27C8-48F7-AAD0-39F5FEA878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AB790B-3ACC-4B57-9443-23CD0AB582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4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827239-0661-4CD3-BE8C-1A5B1BFAA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76520B-A6CB-4906-B8B2-7C0B64953C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4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5f22d3669b48d7" /><Relationship Type="http://schemas.openxmlformats.org/officeDocument/2006/relationships/slideLayout" Target="/ppt/slideLayouts/slideLayout1.xml" Id="R83bbf0df447a4d2f" /><Relationship Type="http://schemas.openxmlformats.org/officeDocument/2006/relationships/slideLayout" Target="/ppt/slideLayouts/slideLayout2.xml" Id="R18c5ca5e143c49ad" /><Relationship Type="http://schemas.openxmlformats.org/officeDocument/2006/relationships/slideLayout" Target="/ppt/slideLayouts/slideLayout3.xml" Id="R095b54238cd54702" /><Relationship Type="http://schemas.openxmlformats.org/officeDocument/2006/relationships/slideLayout" Target="/ppt/slideLayouts/slideLayout4.xml" Id="Rd280b46e46d44b1b" /><Relationship Type="http://schemas.openxmlformats.org/officeDocument/2006/relationships/slideLayout" Target="/ppt/slideLayouts/slideLayout5.xml" Id="R2cb10408839e408c" /><Relationship Type="http://schemas.openxmlformats.org/officeDocument/2006/relationships/slideLayout" Target="/ppt/slideLayouts/slideLayout6.xml" Id="R18fe87d28f984f71" /></Relationships>
</file>

<file path=ppt/slideMasters/_rels/v5_14_slideMaster1.xml.rels><?xml version='1.0' encoding='UTF-8' standalone='yes'?>
<Relationships xmlns="http://schemas.openxmlformats.org/package/2006/relationships"><Relationship Type="http://schemas.openxmlformats.org/officeDocument/2006/relationships/theme" Target="theme/v5_14_theme2.xml" Id="Re6c90cb1d3574b95"/><Relationship Type="http://schemas.openxmlformats.org/officeDocument/2006/relationships/slideLayout" Target="../slideLayouts/v5_14_slideLayout1.xml" Id="Rbb66bb47a59045f9"/><Relationship Type="http://schemas.openxmlformats.org/officeDocument/2006/relationships/slideLayout" Target="../slideLayouts/v5_14_slideLayout2.xml" Id="R49144b3ed23b4553"/><Relationship Type="http://schemas.openxmlformats.org/officeDocument/2006/relationships/slideLayout" Target="../slideLayouts/v5_14_slideLayout3.xml" Id="R1d2af48648334e92"/><Relationship Type="http://schemas.openxmlformats.org/officeDocument/2006/relationships/slideLayout" Target="../slideLayouts/v5_14_slideLayout4.xml" Id="Rdc2990f2928241a1"/><Relationship Type="http://schemas.openxmlformats.org/officeDocument/2006/relationships/slideLayout" Target="../slideLayouts/v5_14_slideLayout5.xml" Id="Rbbaa62b3285a4783"/><Relationship Type="http://schemas.openxmlformats.org/officeDocument/2006/relationships/slideLayout" Target="../slideLayouts/v5_14_slideLayout6.xml" Id="R29680f45909b434f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bbf0df447a4d2f"/>
    <p:sldLayoutId xmlns:r="http://schemas.openxmlformats.org/officeDocument/2006/relationships" id="2147483650" r:id="R18c5ca5e143c49ad"/>
    <p:sldLayoutId xmlns:r="http://schemas.openxmlformats.org/officeDocument/2006/relationships" id="2147483651" r:id="R095b54238cd54702"/>
    <p:sldLayoutId xmlns:r="http://schemas.openxmlformats.org/officeDocument/2006/relationships" id="2147483652" r:id="Rd280b46e46d44b1b"/>
    <p:sldLayoutId xmlns:r="http://schemas.openxmlformats.org/officeDocument/2006/relationships" id="2147483653" r:id="R2cb10408839e408c"/>
    <p:sldLayoutId xmlns:r="http://schemas.openxmlformats.org/officeDocument/2006/relationships" id="2147483654" r:id="R18fe87d28f984f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14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14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bb66bb47a59045f9"/>
    <p:sldLayoutId xmlns:r="http://schemas.openxmlformats.org/officeDocument/2006/relationships" id="2147483657" r:id="R49144b3ed23b4553"/>
    <p:sldLayoutId xmlns:r="http://schemas.openxmlformats.org/officeDocument/2006/relationships" id="2147483658" r:id="R1d2af48648334e92"/>
    <p:sldLayoutId xmlns:r="http://schemas.openxmlformats.org/officeDocument/2006/relationships" id="2147483659" r:id="Rdc2990f2928241a1"/>
    <p:sldLayoutId xmlns:r="http://schemas.openxmlformats.org/officeDocument/2006/relationships" id="2147483660" r:id="Rbbaa62b3285a4783"/>
    <p:sldLayoutId xmlns:r="http://schemas.openxmlformats.org/officeDocument/2006/relationships" id="2147483661" r:id="R29680f45909b43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58eac44394e6c" /><Relationship Type="http://schemas.openxmlformats.org/officeDocument/2006/relationships/notesSlide" Target="/ppt/notesSlides/notesSlide1.xml" Id="R73648821099340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c84fde42b04c89" /><Relationship Type="http://schemas.openxmlformats.org/officeDocument/2006/relationships/notesSlide" Target="/ppt/notesSlides/notesSlide2.xml" Id="Re5c1e0d55aee4f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bf324c40a4931" /><Relationship Type="http://schemas.openxmlformats.org/officeDocument/2006/relationships/notesSlide" Target="/ppt/notesSlides/notesSlide5.xml" Id="R52430390d2ec45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d899564ffa4e98" /><Relationship Type="http://schemas.openxmlformats.org/officeDocument/2006/relationships/notesSlide" Target="/ppt/notesSlides/notesSlide7.xml" Id="R522526fe19654e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5fa93eb6b94cb0" /><Relationship Type="http://schemas.openxmlformats.org/officeDocument/2006/relationships/notesSlide" Target="/ppt/notesSlides/notesSlide8.xml" Id="R920e1bfdc9dd48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75b18961ec4d53" /><Relationship Type="http://schemas.openxmlformats.org/officeDocument/2006/relationships/notesSlide" Target="/ppt/notesSlides/notesSlide9.xml" Id="Ra44936a768b54f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92a235c2174985" /><Relationship Type="http://schemas.openxmlformats.org/officeDocument/2006/relationships/notesSlide" Target="/ppt/notesSlides/notesSlide11.xml" Id="R518f6de29bdd45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177b604a841dc" /><Relationship Type="http://schemas.openxmlformats.org/officeDocument/2006/relationships/notesSlide" Target="/ppt/notesSlides/notesSlide13.xml" Id="R403fa9e772c740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27a1e7c8ae492c" /><Relationship Type="http://schemas.openxmlformats.org/officeDocument/2006/relationships/notesSlide" Target="/ppt/notesSlides/notesSlide14.xml" Id="Ra6914a7fa00642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73cf3f68ce4d9b" /><Relationship Type="http://schemas.openxmlformats.org/officeDocument/2006/relationships/notesSlide" Target="/ppt/notesSlides/notesSlide16.xml" Id="Rd476f2900b6848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9707c752349fd" /><Relationship Type="http://schemas.openxmlformats.org/officeDocument/2006/relationships/notesSlide" Target="/ppt/notesSlides/notesSlide17.xml" Id="R2015ea236ecf427f" /></Relationships>
</file>

<file path=ppt/slides/_rels/v5_14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14_slideLayout6.xml" Id="Rcdafaa22617744c5"/><Relationship Type="http://schemas.openxmlformats.org/officeDocument/2006/relationships/notesSlide" Target="../notesSlides/v5_14_notesSlide1.xml" Id="R5d7023e9521941f7"/></Relationships>
</file>

<file path=ppt/slides/_rels/v5_14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14_slideLayout6.xml" Id="R3e254fbfb4fc4921"/><Relationship Type="http://schemas.openxmlformats.org/officeDocument/2006/relationships/notesSlide" Target="../notesSlides/v5_14_notesSlide2.xml" Id="R2b242e891f684a55"/></Relationships>
</file>

<file path=ppt/slides/_rels/v5_14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14_slideLayout6.xml" Id="R745c5faae9c84d32"/><Relationship Type="http://schemas.openxmlformats.org/officeDocument/2006/relationships/notesSlide" Target="../notesSlides/v5_14_notesSlide3.xml" Id="R6fe47fb7c09b4f10"/></Relationships>
</file>

<file path=ppt/slides/_rels/v5_14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14_slideLayout6.xml" Id="R4891b7484b6f45b8"/><Relationship Type="http://schemas.openxmlformats.org/officeDocument/2006/relationships/notesSlide" Target="../notesSlides/v5_14_notesSlide4.xml" Id="R5e933fa28fc64ae4"/></Relationships>
</file>

<file path=ppt/slides/_rels/v5_14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14_slideLayout6.xml" Id="Rc15fbdc16c084dfa"/><Relationship Type="http://schemas.openxmlformats.org/officeDocument/2006/relationships/notesSlide" Target="../notesSlides/v5_14_notesSlide5.xml" Id="Rc3db3cf7d7714aa7"/></Relationships>
</file>

<file path=ppt/slides/_rels/v5_14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14_slideLayout6.xml" Id="R32fcaf0ae4254f74"/><Relationship Type="http://schemas.openxmlformats.org/officeDocument/2006/relationships/notesSlide" Target="../notesSlides/v5_14_notesSlide6.xml" Id="Rc5af9e1f952648a4"/></Relationships>
</file>

<file path=ppt/slides/_rels/v5_14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14_slideLayout6.xml" Id="R46a4bcd368404763"/><Relationship Type="http://schemas.openxmlformats.org/officeDocument/2006/relationships/notesSlide" Target="../notesSlides/v5_14_notesSlide7.xml" Id="R8a742d7d2fc84b8c"/></Relationships>
</file>

<file path=ppt/slides/_rels/v5_14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14_slideLayout6.xml" Id="Re744297902dd4f3f"/><Relationship Type="http://schemas.openxmlformats.org/officeDocument/2006/relationships/notesSlide" Target="../notesSlides/v5_14_notesSlide8.xml" Id="R003d5393d4994ed5"/></Relationships>
</file>

<file path=ppt/slides/_rels/v5_14_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v5_14_slideLayout6.xml" Id="Rd5371955c35e4408"/><Relationship Type="http://schemas.openxmlformats.org/officeDocument/2006/relationships/notesSlide" Target="../notesSlides/v5_14_notesSlide9.xml" Id="Rea9232e277034e02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1B2FC-8E00-4AD7-9269-7783BECD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第14回　加工と材料選択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DEA88-7E6B-4904-B133-AE7CFC40DC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F6BBC-2B93-4A3D-B176-20DD2F9D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ADD1F-6C92-42BB-83D8-E1284013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00D9B-831F-4C66-A6C4-11634983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木質材料の選択・加工・利用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E88BC-A16B-4000-9675-AEB5B934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無垢材と木質材料を、同じ機能・荷重・湿り方・加工設備・保守条件で比較して選ぶ。</a:t>
            </a:r>
          </a:p>
        </p:txBody>
      </p:sp>
    </p:spTree>
    <p:extLst>
      <p:ext uri="{BB962C8B-B14F-4D97-AF65-F5344CB8AC3E}">
        <p14:creationId xmlns:p14="http://schemas.microsoft.com/office/powerpoint/2010/main" val="685970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8957E-BB57-4860-873B-8B590BA3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ED4DF-E557-45DB-A711-32D0875083C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DB40B-08E9-44E0-95B9-15155CD2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56CF2-E77C-43E1-A1AA-F3F4EE39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0208A-ADAB-43AD-8803-29C366C4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木材の構造と、木質材料の構成を学んだ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43D20-F03D-49C3-BD7E-2D1709EF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同じ用途・荷重・環境にそろえて比較する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3A493-A9A7-4A11-B124-E0416AC7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今回は、加工・接合と保守まで選択に含める</a:t>
            </a:r>
          </a:p>
        </p:txBody>
      </p:sp>
    </p:spTree>
    <p:extLst>
      <p:ext uri="{BB962C8B-B14F-4D97-AF65-F5344CB8AC3E}">
        <p14:creationId xmlns:p14="http://schemas.microsoft.com/office/powerpoint/2010/main" val="1532454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A38A7-47ED-49CA-89D7-AA5AD89E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断面とEを含む材料比較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2328E-BECB-4B2C-B8CE-24893B089D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8A9E7-FA94-4E79-BB9F-0DAEA388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E5460-A29A-40E1-93BA-257E2C8E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9FDA9-ECE0-4284-8902-3B1DB450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8572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1"/>
          </a:solidFill>
          <a:ln xmlns:a="http://schemas.openxmlformats.org/drawingml/2006/main" w="14288">
            <a:solidFill>
              <a:srgbClr val="18364F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4CE15-C33A-42FB-9C4B-8B11D12D9DB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47750" y="2990850"/>
            <a:ext cx="1905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9780E-05B6-4650-956D-5DB9A4AFF98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990850"/>
            <a:ext cx="1905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B9170-9072-411E-834B-4E40A59A725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1550" y="33337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C4E11-3D97-4D6A-8F1B-A0E0573E36B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620250" y="2990850"/>
            <a:ext cx="1905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59209-D640-4685-B875-9963B83FFD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10750" y="2990850"/>
            <a:ext cx="1905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C2316-1279-4FB1-88ED-F852856A70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44050" y="33337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AF05B-5DBB-48E7-975A-3F164437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C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EC9A7-413D-4369-9CF9-35A2DFDC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C98"/>
            </a:solidFill>
          </a:ln>
        </p:spPr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8DFA9-B182-4D9E-9965-42A5A9ADDCD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05950" y="35147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03436-C872-4576-B393-081AC3200C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24500" y="1857375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53D3D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B2930-7EC9-4BE8-AFB5-4178BD42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0500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rPr>
              <a:t>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8062B-4D16-443F-BA49-7BC753DE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814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67A03-D550-469E-8601-9ED13F4AD68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3705225"/>
            <a:ext cx="857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C78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4D793-D2C8-4178-BEA9-567A00C5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中央集中荷重・単純支持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90346-759C-4554-9C2D-6E83C33C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材料のEと、断面のIを分けて比較</a:t>
            </a:r>
          </a:p>
        </p:txBody>
      </p:sp>
    </p:spTree>
    <p:extLst>
      <p:ext uri="{BB962C8B-B14F-4D97-AF65-F5344CB8AC3E}">
        <p14:creationId xmlns:p14="http://schemas.microsoft.com/office/powerpoint/2010/main" val="699252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A6CED-9B54-4B6B-AF07-8FC3C803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09382-FB7A-40B6-89B2-70C091F94B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67B49-8493-4832-9E91-E3B44D77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1DAEA-441B-4E5F-AAB8-E89CC3CA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3B643-1463-4C05-A963-29F813B25ED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候補のモデル値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厚さ /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曲げE / MPa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5,000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共通条件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幅80、長さ600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中央100 N・単純支持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屋内の小物棚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水拭きと接合条件も確認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1174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DFF33-3261-48A7-8FE2-6FC15B1B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曲げ剛性EIの比較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8303D-C4A4-41DA-80FA-E5A26525CC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4B14F-147B-404A-BE37-B9360EE3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CDF2A-F474-4154-9B60-299DD63D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C679D-4B64-4028-B114-D0C3CBC1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候補AとBのEIを比較する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8DE4C-AFCA-4DBF-A454-74776E37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同じ荷重で、どちらがたわみにくいか？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B1245-B0F3-4D43-A163-723CD052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I = bh³/12で、式から判断する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8E6CD-05D3-4BD4-BF2D-C5A739AD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実際の製品を決めるために、不足情報を挙げる</a:t>
            </a:r>
          </a:p>
        </p:txBody>
      </p:sp>
    </p:spTree>
    <p:extLst>
      <p:ext uri="{BB962C8B-B14F-4D97-AF65-F5344CB8AC3E}">
        <p14:creationId xmlns:p14="http://schemas.microsoft.com/office/powerpoint/2010/main" val="992844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CE013-BD98-4772-BDDF-86133B77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曲げ剛性EIの比較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C708B-CF2A-4C78-BDA1-D7D82664F09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F29D4-2506-44C6-8B84-3D42520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8D9BE-CCF7-4391-B079-3ECD7C12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F027B-17B5-4B57-B51A-9E2AB50E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IはA：22,500、B：38,880 mm⁴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3DF78-E2AC-4BB6-89F0-2819C84D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EIはA：2.25×10⁸、B：1.944×10⁸ N·mm²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8E010-6020-43D8-8632-90056325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たわみはA：約2.00、B：約2.31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5E805-B4B3-41D3-BA7C-F44E5DC8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Eだけでなく、厚さ・接合・耐湿性等を確認</a:t>
            </a:r>
          </a:p>
        </p:txBody>
      </p:sp>
    </p:spTree>
    <p:extLst>
      <p:ext uri="{BB962C8B-B14F-4D97-AF65-F5344CB8AC3E}">
        <p14:creationId xmlns:p14="http://schemas.microsoft.com/office/powerpoint/2010/main" val="1897965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9613E-2E3D-40E1-8795-BFF6C586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接合部と加工条件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591FA-F979-432D-B67B-77F13FF605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D53AE-3F6F-4C35-A22A-A1FF927A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4180E-DCBE-48BF-BF4A-6EBA6D0C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DC125-D897-401C-BDEE-AD5F8FB5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95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14EE4-1C94-477F-983E-6EB7C888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95500"/>
            <a:ext cx="857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A2087-FA97-4F30-9B45-487D8C06FCD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19500" y="3476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85725">
            <a:solidFill>
              <a:srgbClr val="245C98"/>
            </a:solidFill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C294B-00D8-4F56-9112-D88F84DD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525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接合部の模式図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55F6F-9B95-4C95-B2E0-0CCA5DAA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材厚と、端・縁からの位置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ECFD8-7EF0-4F8C-8369-C7ECFDA2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作用する力の向き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F3327-25FB-4F78-B569-9FFF59DA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下穴・工具・接合条件</a:t>
            </a:r>
          </a:p>
        </p:txBody>
      </p:sp>
    </p:spTree>
    <p:extLst>
      <p:ext uri="{BB962C8B-B14F-4D97-AF65-F5344CB8AC3E}">
        <p14:creationId xmlns:p14="http://schemas.microsoft.com/office/powerpoint/2010/main" val="13290111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C3F0E-F0C7-4C3D-8B11-332EBFA3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小物棚の採用案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3C852-A85F-4309-B868-E031E9246F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A6270-561F-42E0-86B0-66950573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1A3FE-52C7-40D9-9E22-80732798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E4EF4-1E60-4BE6-BD86-A85FDFD6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無垢材・合板・PB等から棚板と側板を選ぶ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6A29B-6774-4464-8D68-B1CD1623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加工方向・接合位置・支持点を図示する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B428E-35CC-4779-B341-641CB64C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選んだ理由と、採用を見送る条件を書く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63114-47DB-4B50-AD84-CE560D1C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物性データと加工観察を、両方の根拠にする</a:t>
            </a:r>
          </a:p>
        </p:txBody>
      </p:sp>
    </p:spTree>
    <p:extLst>
      <p:ext uri="{BB962C8B-B14F-4D97-AF65-F5344CB8AC3E}">
        <p14:creationId xmlns:p14="http://schemas.microsoft.com/office/powerpoint/2010/main" val="80640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EADEC-46E0-4D22-B091-463E6667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小物棚の採用案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76843-1468-4D99-ADD1-B7A3C08DE6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F55E4-4ED1-4319-80AB-20E01C44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7835E-BA93-4CF4-A70E-6E5A7CBA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2A2E3-CA4A-4EFC-BFCA-004AFAD6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厚さを変えると、材料の順位も変わりうる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A01D1-459A-4935-8AE5-81E80700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荷重条件と製品の試験方向を一致させる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05B8F-90E9-4F79-92C0-3C948259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最安・最高強度等、一つの指標で即決しない</a:t>
            </a:r>
          </a:p>
        </p:txBody>
      </p:sp>
    </p:spTree>
    <p:extLst>
      <p:ext uri="{BB962C8B-B14F-4D97-AF65-F5344CB8AC3E}">
        <p14:creationId xmlns:p14="http://schemas.microsoft.com/office/powerpoint/2010/main" val="7568247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F2B57-89F7-4688-99F2-ADF371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EB8FA-386E-4FD8-B0C6-B80E5EB4205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359C3-4B75-4C5F-AB32-7E3993E2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E98A1-3B93-4A7D-840D-B27F505E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3B8D3-7B51-4313-94A4-20E552F4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材料を比べる前に決める条件を三つ挙げる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AE79C-29AF-4EDC-B16C-715FDA0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材料のEが半分なら、必ずたわみが2倍か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5C2D0-69F0-4860-AB2B-A6B1DDCE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接着剤の名前だけで性能を保証できるか</a:t>
            </a:r>
          </a:p>
        </p:txBody>
      </p:sp>
    </p:spTree>
    <p:extLst>
      <p:ext uri="{BB962C8B-B14F-4D97-AF65-F5344CB8AC3E}">
        <p14:creationId xmlns:p14="http://schemas.microsoft.com/office/powerpoint/2010/main" val="11964163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6C5E1-D475-4042-A54E-3DEB26F7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90CC6-9372-4D35-8EB4-1C4737FBFB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D5BC5-EFD8-4F33-B2A2-05F0A1C5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05A7D-4C04-4CCC-9E13-734C3BF1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1FE0B-4061-4488-8AFC-CF6BAAD7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構造・物性・加工・環境を、利用条件で結ぶ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D0CE1-93A2-40E8-AEA4-68195632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データと観察から、採用理由を説明する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59E6F-4BA6-4876-BC2D-DB429ADC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次回は、技術科の指導計画へ統合する</a:t>
            </a:r>
          </a:p>
        </p:txBody>
      </p:sp>
    </p:spTree>
    <p:extLst>
      <p:ext uri="{BB962C8B-B14F-4D97-AF65-F5344CB8AC3E}">
        <p14:creationId xmlns:p14="http://schemas.microsoft.com/office/powerpoint/2010/main" val="420483373"/>
      </p:ext>
    </p:extLst>
  </p:cSld>
</p:sld>
</file>

<file path=ppt/slides/v5_14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B9589-EBDC-45B5-9AF8-00233147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16DAA-2F5E-42BF-ABF6-B370D079FE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5F5F4-C67E-43DE-B1F4-855A6D6A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58459-0C51-4B91-A75C-7779DB09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0EAD4-070D-4294-9717-2CEDF970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用途：何を、どの位置で、どのくらいの期間支えるか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6EB56-DEA0-4642-9CEF-F3B30BE4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縦挽きと横挽きは、刃が切り進む向きと繊維方向の関係で区別する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18265-4502-4DC5-85E8-1CAB765D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同じ機能・荷重・使用期間で比較する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266E7-F389-49CF-AE5F-08F322F1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363651743"/>
      </p:ext>
    </p:extLst>
  </p:cSld>
</p:sld>
</file>

<file path=ppt/slides/v5_14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BEC9F-89B6-41D5-B778-971BEE20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材料選択の要求条件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C38D3-3719-42B1-ADB0-F8C7E85DCD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EB1A0-B6A6-4992-AB1D-B45D5F9F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C78EE-304B-4AA4-A43F-BA94E39F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0B5F5-9E8C-47AF-845B-3939B423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用途：何を、どの位置で、どのくらいの期間支えるか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541E3-32EA-424C-8884-926A03F0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荷重と寸法：重さ、支点間距離、幅、高さ、支持方法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8457F-FCB8-4984-8D53-39996659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環境：屋内外、水拭き、雨、湿度変動、乾燥しやすさ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1057A-FFA9-43BF-858A-42747186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加工と接合：使える工具、経験、作業時間、留付け位置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E9E24-08BB-40F2-A586-967EA562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保守と資源：点検、修理、交換、歩留まり、再利用</a:t>
            </a:r>
          </a:p>
        </p:txBody>
      </p:sp>
    </p:spTree>
    <p:extLst>
      <p:ext uri="{BB962C8B-B14F-4D97-AF65-F5344CB8AC3E}">
        <p14:creationId xmlns:p14="http://schemas.microsoft.com/office/powerpoint/2010/main" val="791576622"/>
      </p:ext>
    </p:extLst>
  </p:cSld>
</p:sld>
</file>

<file path=ppt/slides/v5_14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C84B1-4276-4C62-A267-55D3C585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加工方向と繊維の向き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7F3D8-C905-46DE-B26A-A3A6F31D693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EBA0B-090B-4BFD-BD1B-8C316A43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79D15-DC51-457C-B0C9-2133642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1B584-0372-479F-8866-4EF63392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縦挽きと横挽きは、刃が切り進む向きと繊維方向の関係で区別する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588B5-620B-432F-9960-5E7FA36F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かんな掛けでは、繊維の傾きと切削方向により逆目が生じうる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13952-F344-4DBC-97F5-CCD05B67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木口では繊維を横切るため、側面とは切削の条件が変わる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F42D0-E269-4ED7-8BBA-FB8C01FB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節や目切れの部分では、局所の繊維方向と仕上がりも確認する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502CE-27B2-4C96-989D-582EAF15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試し削りの記録には、面・切削方向・水分・刃の状態を添える</a:t>
            </a:r>
          </a:p>
        </p:txBody>
      </p:sp>
    </p:spTree>
    <p:extLst>
      <p:ext uri="{BB962C8B-B14F-4D97-AF65-F5344CB8AC3E}">
        <p14:creationId xmlns:p14="http://schemas.microsoft.com/office/powerpoint/2010/main" val="613667387"/>
      </p:ext>
    </p:extLst>
  </p:cSld>
</p:sld>
</file>

<file path=ppt/slides/v5_14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5D746-17B1-4CE5-A16D-9714F888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接合部に力を伝える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52D19-E284-434C-82B4-DB4803BF41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75B35-6EA1-4090-8AF8-253EB0B8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24FC8-1068-41FB-B688-4DABA954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2CB2F-33F7-4571-A807-E6DA6E34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ねじや釘は、せん断・引抜きなど、作用する力の種類を確かめる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07647-5606-4103-9A47-93ABDE14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材端や縁に近い留付けは、割裂などの原因になりうる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4D10A-B530-4A89-B3B8-C0020FC3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下穴、ねじ径、材厚、端距離は、材料と製品に合わせて検討する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3E72E-CB21-4984-B8A4-C44DA83F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接着は、面の適合・表面状態・含水率・圧締・硬化時間を確認する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C9E92-799E-4913-929F-E79A34E2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無垢材の幅方向の動きと、合板・ボードの端面への接合を区別する</a:t>
            </a:r>
          </a:p>
        </p:txBody>
      </p:sp>
    </p:spTree>
    <p:extLst>
      <p:ext uri="{BB962C8B-B14F-4D97-AF65-F5344CB8AC3E}">
        <p14:creationId xmlns:p14="http://schemas.microsoft.com/office/powerpoint/2010/main" val="501954860"/>
      </p:ext>
    </p:extLst>
  </p:cSld>
</p:sld>
</file>

<file path=ppt/slides/v5_14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6AFAB-4DA9-4353-ABD5-2CAB3825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環境への影響と使用期間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20484-FE58-48D5-BA7B-EE024D14349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736D2-BE8F-497E-9302-96223ECB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5424E-D706-41EE-95B4-9C05B396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8BB4D-3688-4CDE-B973-0853890D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同じ機能・荷重・使用期間で比較する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48160-6074-4FE8-9D2C-F6EB1737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材料の生産、乾燥・接着・加工、輸送、使用と保守、廃棄を考える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0683F-380E-4A14-B1C3-874A5779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少ない材料量でも、寿命が短ければ交換の負担が増える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2499E-DB5E-465D-A7D7-2930E22A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修理、分解、再利用のしやすさを、製作段階で考える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C3CBB-94E2-424B-845E-9AC844CF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木材という材料名だけで、全ての環境指標の優劣を決めない</a:t>
            </a:r>
          </a:p>
        </p:txBody>
      </p:sp>
    </p:spTree>
    <p:extLst>
      <p:ext uri="{BB962C8B-B14F-4D97-AF65-F5344CB8AC3E}">
        <p14:creationId xmlns:p14="http://schemas.microsoft.com/office/powerpoint/2010/main" val="412793155"/>
      </p:ext>
    </p:extLst>
  </p:cSld>
</p:sld>
</file>

<file path=ppt/slides/v5_14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8CCBF-0A93-474A-B14C-32656CDB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用途に合わせた材料選択の発問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72075-68D9-4761-BA88-7BB54BC07F2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CD5FD-DABF-452F-9D83-9D2D04F1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13F61-CEDC-4814-A69E-AFE2AD84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44C00-5F92-441C-82C5-3CF6755C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課題：持ち運ぶ小物棚を、軽さ・たわみ・接合から選ぶ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7CDC-983D-46B3-B947-62D5C947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各案の満たす条件と、満たさない条件を表にする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3FABA-23EE-4BEE-ADBA-854D1E98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新しい条件として水拭きや修理を加え、選択を見直す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25C7A-7828-4A1B-951E-04765E00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評価：最終案だけでなく、変更した条件と根拠を説明する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8FD3A-B582-49EC-B5D8-04B57CDB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教科書の接点：設計・製作・評価と改善／A(2)ア・イ／A(3)ア・イ</a:t>
            </a:r>
          </a:p>
        </p:txBody>
      </p:sp>
    </p:spTree>
    <p:extLst>
      <p:ext uri="{BB962C8B-B14F-4D97-AF65-F5344CB8AC3E}">
        <p14:creationId xmlns:p14="http://schemas.microsoft.com/office/powerpoint/2010/main" val="1213399449"/>
      </p:ext>
    </p:extLst>
  </p:cSld>
</p:sld>
</file>

<file path=ppt/slides/v5_14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18399-4B96-4965-AAF4-CD2A3503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次回の授業構想の準備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BE1E4-E658-4D92-9EA7-C08889E5CF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C30A7-BEA4-4347-8FF1-74BBC950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11968-1BE5-49C3-B847-9267AAE0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87B53-692F-4E7B-8996-97C3532C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中学校50分授業で、材料選択のどの理解を確かめるか一つ選ぶ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F6048-1035-4B01-8E87-FCC101B2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学習目標、生徒の比較活動、提出物、達成の基準をメモする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C7AFF-1F5D-41B8-B12E-71291139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使用する写真・試料・提供データと、比較条件をそろえる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1E6ED-9352-4239-8F38-9B098E0A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このメモを課題A4の授業構想へ発展させる</a:t>
            </a:r>
          </a:p>
        </p:txBody>
      </p:sp>
    </p:spTree>
    <p:extLst>
      <p:ext uri="{BB962C8B-B14F-4D97-AF65-F5344CB8AC3E}">
        <p14:creationId xmlns:p14="http://schemas.microsoft.com/office/powerpoint/2010/main" val="614635240"/>
      </p:ext>
    </p:extLst>
  </p:cSld>
</p:sld>
</file>

<file path=ppt/slides/v5_14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74B1F-50B6-41F1-95CD-F54B2DA1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0CEBA-C060-4C6E-B7CD-8632D6D5170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07A59-C54B-4DC2-86B1-DAB91AD6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第5章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734AC-0329-49E8-89B9-44A1B2C1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A8170-C81A-4E3D-8DD1-053E9464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第8章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2736E-CE88-48B6-871B-0E50E6CA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51C9A-D9FA-469B-819B-9C4E72C2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第10章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2AE6E-A3E6-498B-8C80-FE7E7C8A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CE4CA-629A-4CAC-AFA6-B82E37C4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6F75F-DA41-45DA-B78C-D63C09E3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F8E11-9C8E-4048-982A-0AD39BA0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8FE0C-71A8-49D2-B4B0-14214528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214AE-211D-4B58-968E-BA60BBD6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54027528"/>
      </p:ext>
    </p:extLst>
  </p:cSld>
</p:sld>
</file>

<file path=ppt/slides/v5_14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9DA8-EDFF-4D3E-AAD3-D9185B6E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4A83A-03F7-420A-8A0D-0496D2AB819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6676C-2C15-4303-84AF-69848B27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東京書籍 R7年間指導計画 PDF3～5頁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98341-19E3-429C-B5CC-C303CF14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https://ten.tokyo-shoseki.co.jp/text/chu/gijutsu/download/documents/R7gijutsu_keikaku.pdf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540D3-1BFE-41C0-A9A5-9DDC724D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CC0AC-EBCC-4080-AA57-9E34BD6E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A24D3-7460-4004-AF06-9EA463F1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03143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2026-10-22T22:26:55.6180000Z</dcterms:created>
  <dcterms:modified xsi:type="dcterms:W3CDTF">2026-10-22T22:26:55.6180000Z</dcterms:modified>
</coreProperties>
</file>
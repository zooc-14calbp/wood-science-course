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v5_13_slide1.xml" ContentType="application/vnd.openxmlformats-officedocument.presentationml.slide+xml"/>
  <Override PartName="/ppt/slideLayouts/v5_13_slideLayout6.xml" ContentType="application/vnd.openxmlformats-officedocument.presentationml.slideLayout+xml"/>
  <Override PartName="/ppt/slideMasters/v5_13_slideMaster1.xml" ContentType="application/vnd.openxmlformats-officedocument.presentationml.slideMaster+xml"/>
  <Override PartName="/ppt/slideMasters/theme/v5_13_theme2.xml" ContentType="application/vnd.openxmlformats-officedocument.theme+xml"/>
  <Override PartName="/ppt/slideLayouts/v5_13_slideLayout1.xml" ContentType="application/vnd.openxmlformats-officedocument.presentationml.slideLayout+xml"/>
  <Override PartName="/ppt/slideLayouts/v5_13_slideLayout2.xml" ContentType="application/vnd.openxmlformats-officedocument.presentationml.slideLayout+xml"/>
  <Override PartName="/ppt/slideLayouts/v5_13_slideLayout3.xml" ContentType="application/vnd.openxmlformats-officedocument.presentationml.slideLayout+xml"/>
  <Override PartName="/ppt/slideLayouts/v5_13_slideLayout4.xml" ContentType="application/vnd.openxmlformats-officedocument.presentationml.slideLayout+xml"/>
  <Override PartName="/ppt/slideLayouts/v5_13_slideLayout5.xml" ContentType="application/vnd.openxmlformats-officedocument.presentationml.slideLayout+xml"/>
  <Override PartName="/ppt/notesSlides/v5_13_notesSlide1.xml" ContentType="application/vnd.openxmlformats-officedocument.presentationml.notesSlide+xml"/>
  <Override PartName="/ppt/slides/v5_13_slide2.xml" ContentType="application/vnd.openxmlformats-officedocument.presentationml.slide+xml"/>
  <Override PartName="/ppt/notesSlides/v5_13_notesSlide2.xml" ContentType="application/vnd.openxmlformats-officedocument.presentationml.notesSlide+xml"/>
  <Override PartName="/ppt/slides/v5_13_slide3.xml" ContentType="application/vnd.openxmlformats-officedocument.presentationml.slide+xml"/>
  <Override PartName="/ppt/notesSlides/v5_13_notesSlide3.xml" ContentType="application/vnd.openxmlformats-officedocument.presentationml.notesSlide+xml"/>
  <Override PartName="/ppt/slides/v5_13_slide4.xml" ContentType="application/vnd.openxmlformats-officedocument.presentationml.slide+xml"/>
  <Override PartName="/ppt/notesSlides/v5_13_notesSlide4.xml" ContentType="application/vnd.openxmlformats-officedocument.presentationml.notesSlide+xml"/>
  <Override PartName="/ppt/slides/v5_13_slide5.xml" ContentType="application/vnd.openxmlformats-officedocument.presentationml.slide+xml"/>
  <Override PartName="/ppt/notesSlides/v5_13_notesSlide5.xml" ContentType="application/vnd.openxmlformats-officedocument.presentationml.notesSlide+xml"/>
  <Override PartName="/ppt/slides/v5_13_slide6.xml" ContentType="application/vnd.openxmlformats-officedocument.presentationml.slide+xml"/>
  <Override PartName="/ppt/notesSlides/v5_13_notesSlide6.xml" ContentType="application/vnd.openxmlformats-officedocument.presentationml.notesSlide+xml"/>
  <Override PartName="/ppt/slides/v5_13_slide7.xml" ContentType="application/vnd.openxmlformats-officedocument.presentationml.slide+xml"/>
  <Override PartName="/ppt/notesSlides/v5_13_notesSlide7.xml" ContentType="application/vnd.openxmlformats-officedocument.presentationml.notesSlide+xml"/>
  <Override PartName="/ppt/slides/v5_13_slide8.xml" ContentType="application/vnd.openxmlformats-officedocument.presentationml.slide+xml"/>
  <Override PartName="/ppt/notesSlides/v5_13_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d9e53c37144a53" /><Relationship Type="http://schemas.openxmlformats.org/officeDocument/2006/relationships/extended-properties" Target="/docProps/app.xml" Id="R5289981e1058460b" /><Relationship Type="http://schemas.openxmlformats.org/officeDocument/2006/relationships/officeDocument" Target="/ppt/presentation.xml" Id="R83fa086fb22b4e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d9e4df83d34966"/>
    <p:sldMasterId xmlns:r="http://schemas.openxmlformats.org/officeDocument/2006/relationships" id="2147483655" r:id="rIdV5Master0"/>
  </p:sldMasterIdLst>
  <p:notesMasterIdLst>
    <p:notesMasterId xmlns:r="http://schemas.openxmlformats.org/officeDocument/2006/relationships" r:id="R72f94b96a88d4997"/>
  </p:notesMasterIdLst>
  <p:sldIdLst>
    <p:sldId xmlns:r="http://schemas.openxmlformats.org/officeDocument/2006/relationships" id="512" r:id="rIdV5Slide1"/>
    <p:sldId xmlns:r="http://schemas.openxmlformats.org/officeDocument/2006/relationships" id="513" r:id="rIdV5Slide2"/>
    <p:sldId xmlns:r="http://schemas.openxmlformats.org/officeDocument/2006/relationships" id="514" r:id="rIdV5Slide3"/>
    <p:sldId xmlns:r="http://schemas.openxmlformats.org/officeDocument/2006/relationships" id="515" r:id="rIdV5Slide4"/>
    <p:sldId xmlns:r="http://schemas.openxmlformats.org/officeDocument/2006/relationships" id="516" r:id="rIdV5Slide5"/>
    <p:sldId xmlns:r="http://schemas.openxmlformats.org/officeDocument/2006/relationships" id="517" r:id="rIdV5Slide6"/>
    <p:sldId xmlns:r="http://schemas.openxmlformats.org/officeDocument/2006/relationships" id="518" r:id="rIdV5Slide7"/>
    <p:sldId xmlns:r="http://schemas.openxmlformats.org/officeDocument/2006/relationships" id="519" r:id="rIdV5Slide8"/>
    <p:sldId xmlns:r="http://schemas.openxmlformats.org/officeDocument/2006/relationships" id="520" r:id="rIdV5Slide9"/>
    <p:sldId xmlns:r="http://schemas.openxmlformats.org/officeDocument/2006/relationships" id="521" r:id="rIdV5Slide10"/>
    <p:sldId xmlns:r="http://schemas.openxmlformats.org/officeDocument/2006/relationships" id="522" r:id="rIdV5Slide11"/>
    <p:sldId xmlns:r="http://schemas.openxmlformats.org/officeDocument/2006/relationships" id="523" r:id="rIdV5Slide12"/>
    <p:sldId xmlns:r="http://schemas.openxmlformats.org/officeDocument/2006/relationships" id="524" r:id="rIdV5Slide13"/>
    <p:sldId xmlns:r="http://schemas.openxmlformats.org/officeDocument/2006/relationships" id="525" r:id="rIdV5Slide14"/>
    <p:sldId xmlns:r="http://schemas.openxmlformats.org/officeDocument/2006/relationships" id="526" r:id="rIdV5Slide15"/>
    <p:sldId xmlns:r="http://schemas.openxmlformats.org/officeDocument/2006/relationships" id="527" r:id="rIdV5Slide16"/>
    <p:sldId xmlns:r="http://schemas.openxmlformats.org/officeDocument/2006/relationships" id="528" r:id="rIdV5Slide17"/>
    <p:sldId xmlns:r="http://schemas.openxmlformats.org/officeDocument/2006/relationships" id="529" r:id="rIdV5Slide18"/>
    <p:sldId xmlns:r="http://schemas.openxmlformats.org/officeDocument/2006/relationships" id="530" r:id="rIdV5Slide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b5c8b2d4353441a9"/><Relationship Type="http://schemas.openxmlformats.org/officeDocument/2006/relationships/slideMaster" Target="/ppt/slideMasters/slideMaster1.xml" Id="R38d9e4df83d34966"/><Relationship Type="http://schemas.openxmlformats.org/officeDocument/2006/relationships/notesMaster" Target="/ppt/notesMasters/notesMaster1.xml" Id="R72f94b96a88d4997"/><Relationship Type="http://schemas.openxmlformats.org/officeDocument/2006/relationships/presProps" Target="/ppt/presProps.xml" Id="R34584c66698c4d33"/><Relationship Type="http://schemas.openxmlformats.org/officeDocument/2006/relationships/tableStyles" Target="/ppt/tableStyles.xml" Id="Rd3d582836d834a86"/><Relationship Id="rIdV5Slide1" Type="http://schemas.openxmlformats.org/officeDocument/2006/relationships/slide" Target="slides/slide1.xml"/><Relationship Id="rIdV5Slide2" Type="http://schemas.openxmlformats.org/officeDocument/2006/relationships/slide" Target="slides/slide2.xml"/><Relationship Id="rIdV5Slide3" Type="http://schemas.openxmlformats.org/officeDocument/2006/relationships/slide" Target="slides/v5_13_slide1.xml"/><Relationship Id="rIdV5Slide4" Type="http://schemas.openxmlformats.org/officeDocument/2006/relationships/slide" Target="slides/v5_13_slide2.xml"/><Relationship Id="rIdV5Slide5" Type="http://schemas.openxmlformats.org/officeDocument/2006/relationships/slide" Target="slides/slide5.xml"/><Relationship Id="rIdV5Slide6" Type="http://schemas.openxmlformats.org/officeDocument/2006/relationships/slide" Target="slides/v5_13_slide3.xml"/><Relationship Id="rIdV5Slide7" Type="http://schemas.openxmlformats.org/officeDocument/2006/relationships/slide" Target="slides/slide7.xml"/><Relationship Id="rIdV5Slide8" Type="http://schemas.openxmlformats.org/officeDocument/2006/relationships/slide" Target="slides/slide8.xml"/><Relationship Id="rIdV5Slide9" Type="http://schemas.openxmlformats.org/officeDocument/2006/relationships/slide" Target="slides/slide9.xml"/><Relationship Id="rIdV5Slide10" Type="http://schemas.openxmlformats.org/officeDocument/2006/relationships/slide" Target="slides/v5_13_slide4.xml"/><Relationship Id="rIdV5Slide11" Type="http://schemas.openxmlformats.org/officeDocument/2006/relationships/slide" Target="slides/slide11.xml"/><Relationship Id="rIdV5Slide12" Type="http://schemas.openxmlformats.org/officeDocument/2006/relationships/slide" Target="slides/v5_13_slide5.xml"/><Relationship Id="rIdV5Slide13" Type="http://schemas.openxmlformats.org/officeDocument/2006/relationships/slide" Target="slides/slide13.xml"/><Relationship Id="rIdV5Slide14" Type="http://schemas.openxmlformats.org/officeDocument/2006/relationships/slide" Target="slides/v5_13_slide6.xml"/><Relationship Id="rIdV5Slide15" Type="http://schemas.openxmlformats.org/officeDocument/2006/relationships/slide" Target="slides/v5_13_slide7.xml"/><Relationship Id="rIdV5Slide16" Type="http://schemas.openxmlformats.org/officeDocument/2006/relationships/slide" Target="slides/slide16.xml"/><Relationship Id="rIdV5Slide17" Type="http://schemas.openxmlformats.org/officeDocument/2006/relationships/slide" Target="slides/slide17.xml"/><Relationship Id="rIdV5Slide18" Type="http://schemas.openxmlformats.org/officeDocument/2006/relationships/slide" Target="slides/slide18.xml"/><Relationship Id="rIdV5Slide19" Type="http://schemas.openxmlformats.org/officeDocument/2006/relationships/slide" Target="slides/v5_13_slide8.xml"/><Relationship Id="rIdV5Master0" Type="http://schemas.openxmlformats.org/officeDocument/2006/relationships/slideMaster" Target="slideMasters/v5_13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c3deb0ec734f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d63b7aab6142a9" /><Relationship Type="http://schemas.openxmlformats.org/officeDocument/2006/relationships/notesMaster" Target="/ppt/notesMasters/notesMaster1.xml" Id="Rf5cb86fb7dd945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1859be70dc4949" /><Relationship Type="http://schemas.openxmlformats.org/officeDocument/2006/relationships/notesMaster" Target="/ppt/notesMasters/notesMaster1.xml" Id="Rf91d9c9e9a2d49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3164ee717742b4" /><Relationship Type="http://schemas.openxmlformats.org/officeDocument/2006/relationships/notesMaster" Target="/ppt/notesMasters/notesMaster1.xml" Id="R63e767b0225345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84e05bad664b34" /><Relationship Type="http://schemas.openxmlformats.org/officeDocument/2006/relationships/notesMaster" Target="/ppt/notesMasters/notesMaster1.xml" Id="Rfe52d83a1cec4f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975cb8c34743e2" /><Relationship Type="http://schemas.openxmlformats.org/officeDocument/2006/relationships/notesMaster" Target="/ppt/notesMasters/notesMaster1.xml" Id="Rb426219ad4d347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acbc5802ec48c6" /><Relationship Type="http://schemas.openxmlformats.org/officeDocument/2006/relationships/notesMaster" Target="/ppt/notesMasters/notesMaster1.xml" Id="R28c6fb1b9e774a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ec37b0a0a14594" /><Relationship Type="http://schemas.openxmlformats.org/officeDocument/2006/relationships/notesMaster" Target="/ppt/notesMasters/notesMaster1.xml" Id="R6e8de803d1424f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348b41f4984238" /><Relationship Type="http://schemas.openxmlformats.org/officeDocument/2006/relationships/notesMaster" Target="/ppt/notesMasters/notesMaster1.xml" Id="R4e94da3ba1ff41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2f15d77e304f0a" /><Relationship Type="http://schemas.openxmlformats.org/officeDocument/2006/relationships/notesMaster" Target="/ppt/notesMasters/notesMaster1.xml" Id="Rd47f0aa7cdd747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1db0345441846ff" /><Relationship Type="http://schemas.openxmlformats.org/officeDocument/2006/relationships/notesMaster" Target="/ppt/notesMasters/notesMaster1.xml" Id="R75f355cbeed946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3a8f8b2cac410b" /><Relationship Type="http://schemas.openxmlformats.org/officeDocument/2006/relationships/notesMaster" Target="/ppt/notesMasters/notesMaster1.xml" Id="R02b92b04ab994e0b" /></Relationships>
</file>

<file path=ppt/notesSlides/_rels/v5_13_notesSlide1.xml.rels><?xml version='1.0' encoding='UTF-8' standalone='yes'?>
<Relationships xmlns="http://schemas.openxmlformats.org/package/2006/relationships"><Relationship Type="http://schemas.openxmlformats.org/officeDocument/2006/relationships/slide" Target="../slides/v5_13_slide1.xml" Id="R608d14191cc44276"/><Relationship Type="http://schemas.openxmlformats.org/officeDocument/2006/relationships/notesMaster" Target="../notesMasters/notesMaster1.xml" Id="Rcae3acb898044fa5"/></Relationships>
</file>

<file path=ppt/notesSlides/_rels/v5_13_notesSlide2.xml.rels><?xml version='1.0' encoding='UTF-8' standalone='yes'?>
<Relationships xmlns="http://schemas.openxmlformats.org/package/2006/relationships"><Relationship Type="http://schemas.openxmlformats.org/officeDocument/2006/relationships/slide" Target="../slides/v5_13_slide2.xml" Id="R739c48e27c2e4465"/><Relationship Type="http://schemas.openxmlformats.org/officeDocument/2006/relationships/notesMaster" Target="../notesMasters/notesMaster1.xml" Id="Ra031cae7dae04eb2"/></Relationships>
</file>

<file path=ppt/notesSlides/_rels/v5_13_notesSlide3.xml.rels><?xml version='1.0' encoding='UTF-8' standalone='yes'?>
<Relationships xmlns="http://schemas.openxmlformats.org/package/2006/relationships"><Relationship Type="http://schemas.openxmlformats.org/officeDocument/2006/relationships/slide" Target="../slides/v5_13_slide3.xml" Id="R292b7bc9d57b49e3"/><Relationship Type="http://schemas.openxmlformats.org/officeDocument/2006/relationships/notesMaster" Target="../notesMasters/notesMaster1.xml" Id="Rbbc8b32fdf2d44d3"/></Relationships>
</file>

<file path=ppt/notesSlides/_rels/v5_13_notesSlide4.xml.rels><?xml version='1.0' encoding='UTF-8' standalone='yes'?>
<Relationships xmlns="http://schemas.openxmlformats.org/package/2006/relationships"><Relationship Type="http://schemas.openxmlformats.org/officeDocument/2006/relationships/slide" Target="../slides/v5_13_slide4.xml" Id="R3b80884bc0bc4284"/><Relationship Type="http://schemas.openxmlformats.org/officeDocument/2006/relationships/notesMaster" Target="../notesMasters/notesMaster1.xml" Id="Rc53049b2b5664fb6"/></Relationships>
</file>

<file path=ppt/notesSlides/_rels/v5_13_notesSlide5.xml.rels><?xml version='1.0' encoding='UTF-8' standalone='yes'?>
<Relationships xmlns="http://schemas.openxmlformats.org/package/2006/relationships"><Relationship Type="http://schemas.openxmlformats.org/officeDocument/2006/relationships/slide" Target="../slides/v5_13_slide5.xml" Id="Rbb48edf0ec364d35"/><Relationship Type="http://schemas.openxmlformats.org/officeDocument/2006/relationships/notesMaster" Target="../notesMasters/notesMaster1.xml" Id="R883a809883da474a"/></Relationships>
</file>

<file path=ppt/notesSlides/_rels/v5_13_notesSlide6.xml.rels><?xml version='1.0' encoding='UTF-8' standalone='yes'?>
<Relationships xmlns="http://schemas.openxmlformats.org/package/2006/relationships"><Relationship Type="http://schemas.openxmlformats.org/officeDocument/2006/relationships/slide" Target="../slides/v5_13_slide6.xml" Id="Rf234a6591bd240a9"/><Relationship Type="http://schemas.openxmlformats.org/officeDocument/2006/relationships/notesMaster" Target="../notesMasters/notesMaster1.xml" Id="R245c6114d3b6419c"/></Relationships>
</file>

<file path=ppt/notesSlides/_rels/v5_13_notesSlide7.xml.rels><?xml version='1.0' encoding='UTF-8' standalone='yes'?>
<Relationships xmlns="http://schemas.openxmlformats.org/package/2006/relationships"><Relationship Type="http://schemas.openxmlformats.org/officeDocument/2006/relationships/slide" Target="../slides/v5_13_slide7.xml" Id="R508df7778ee24776"/><Relationship Type="http://schemas.openxmlformats.org/officeDocument/2006/relationships/notesMaster" Target="../notesMasters/notesMaster1.xml" Id="Rcbc2dda8cf6f49b8"/></Relationships>
</file>

<file path=ppt/notesSlides/_rels/v5_13_notesSlide8.xml.rels><?xml version='1.0' encoding='UTF-8' standalone='yes'?>
<Relationships xmlns="http://schemas.openxmlformats.org/package/2006/relationships"><Relationship Type="http://schemas.openxmlformats.org/officeDocument/2006/relationships/slide" Target="../slides/v5_13_slide8.xml" Id="R7469b5ac506b4d95"/><Relationship Type="http://schemas.openxmlformats.org/officeDocument/2006/relationships/notesMaster" Target="../notesMasters/notesMaster1.xml" Id="Raafe5be2196748d7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3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3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3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3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3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3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3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3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第11章 https://research.fs.usda.gov/treesearch/62258</a:t>
            </a:r>
          </a:p>
          <a:p xmlns:a="http://schemas.openxmlformats.org/drawingml/2006/main">
            <a:r>
              <a:t>Wood Handbook 2021 第12章 https://research.fs.usda.gov/treesearch/62260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145e475a54a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8a1ada863640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76c6b695841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c73356e274f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3b4de9bce4c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a821517ae42ae" /></Relationships>
</file>

<file path=ppt/slideLayouts/_rels/v5_13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5_13_slideMaster1.xml" Id="Rabe938add8e34277"/></Relationships>
</file>

<file path=ppt/slideLayouts/_rels/v5_13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5_13_slideMaster1.xml" Id="R6ea82a50897d410b"/></Relationships>
</file>

<file path=ppt/slideLayouts/_rels/v5_13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5_13_slideMaster1.xml" Id="Rcf5f966b93b84342"/></Relationships>
</file>

<file path=ppt/slideLayouts/_rels/v5_13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5_13_slideMaster1.xml" Id="R762a5629572940a7"/></Relationships>
</file>

<file path=ppt/slideLayouts/_rels/v5_13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5_13_slideMaster1.xml" Id="R8809b3ae0d434d84"/></Relationships>
</file>

<file path=ppt/slideLayouts/_rels/v5_13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5_13_slideMaster1.xml" Id="Rc1395cebd887429f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5_13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D32DDA-2DA8-47E4-8FD5-FE58E46C66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343EAD-5DA1-4867-A72E-EBA483F281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3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4A0E52-DE95-4B82-ACDD-2143A3E7A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3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7CC2F0-2FDA-4867-AC00-64FB30D529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49D567-72E4-4933-8AE9-CD7DDD4FC7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3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E4AC88-49AE-4B74-8119-D9F30EA308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47D9C7-CD2A-4660-9EC6-37496E4FB7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284C17-6B70-4308-83B7-148EC027BE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3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53C33D-1EFF-40B5-B0F7-D4423E367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3667F9-7AA6-4917-A112-73AF20669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3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a5c40e480049e8" /><Relationship Type="http://schemas.openxmlformats.org/officeDocument/2006/relationships/slideLayout" Target="/ppt/slideLayouts/slideLayout1.xml" Id="R7dfd709a81994cda" /><Relationship Type="http://schemas.openxmlformats.org/officeDocument/2006/relationships/slideLayout" Target="/ppt/slideLayouts/slideLayout2.xml" Id="R7f55607d1b974174" /><Relationship Type="http://schemas.openxmlformats.org/officeDocument/2006/relationships/slideLayout" Target="/ppt/slideLayouts/slideLayout3.xml" Id="R3fa8151b51aa41e0" /><Relationship Type="http://schemas.openxmlformats.org/officeDocument/2006/relationships/slideLayout" Target="/ppt/slideLayouts/slideLayout4.xml" Id="R1e2f11d800a44e14" /><Relationship Type="http://schemas.openxmlformats.org/officeDocument/2006/relationships/slideLayout" Target="/ppt/slideLayouts/slideLayout5.xml" Id="Re41242b18c834879" /><Relationship Type="http://schemas.openxmlformats.org/officeDocument/2006/relationships/slideLayout" Target="/ppt/slideLayouts/slideLayout6.xml" Id="R68b756ded2b447d0" /></Relationships>
</file>

<file path=ppt/slideMasters/_rels/v5_13_slideMaster1.xml.rels><?xml version='1.0' encoding='UTF-8' standalone='yes'?>
<Relationships xmlns="http://schemas.openxmlformats.org/package/2006/relationships"><Relationship Type="http://schemas.openxmlformats.org/officeDocument/2006/relationships/theme" Target="theme/v5_13_theme2.xml" Id="R6e2bcd7eae724158"/><Relationship Type="http://schemas.openxmlformats.org/officeDocument/2006/relationships/slideLayout" Target="../slideLayouts/v5_13_slideLayout1.xml" Id="Re66332cd5fdf4f53"/><Relationship Type="http://schemas.openxmlformats.org/officeDocument/2006/relationships/slideLayout" Target="../slideLayouts/v5_13_slideLayout2.xml" Id="R622b4763b3c547df"/><Relationship Type="http://schemas.openxmlformats.org/officeDocument/2006/relationships/slideLayout" Target="../slideLayouts/v5_13_slideLayout3.xml" Id="Rc165be4990ff4347"/><Relationship Type="http://schemas.openxmlformats.org/officeDocument/2006/relationships/slideLayout" Target="../slideLayouts/v5_13_slideLayout4.xml" Id="Ra11979c893a24c9a"/><Relationship Type="http://schemas.openxmlformats.org/officeDocument/2006/relationships/slideLayout" Target="../slideLayouts/v5_13_slideLayout5.xml" Id="Rc72e230abb3f4f32"/><Relationship Type="http://schemas.openxmlformats.org/officeDocument/2006/relationships/slideLayout" Target="../slideLayouts/v5_13_slideLayout6.xml" Id="R5a02bfc4127f49f5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fd709a81994cda"/>
    <p:sldLayoutId xmlns:r="http://schemas.openxmlformats.org/officeDocument/2006/relationships" id="2147483650" r:id="R7f55607d1b974174"/>
    <p:sldLayoutId xmlns:r="http://schemas.openxmlformats.org/officeDocument/2006/relationships" id="2147483651" r:id="R3fa8151b51aa41e0"/>
    <p:sldLayoutId xmlns:r="http://schemas.openxmlformats.org/officeDocument/2006/relationships" id="2147483652" r:id="R1e2f11d800a44e14"/>
    <p:sldLayoutId xmlns:r="http://schemas.openxmlformats.org/officeDocument/2006/relationships" id="2147483653" r:id="Re41242b18c834879"/>
    <p:sldLayoutId xmlns:r="http://schemas.openxmlformats.org/officeDocument/2006/relationships" id="2147483654" r:id="R68b756ded2b447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5_13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5_13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e66332cd5fdf4f53"/>
    <p:sldLayoutId xmlns:r="http://schemas.openxmlformats.org/officeDocument/2006/relationships" id="2147483657" r:id="R622b4763b3c547df"/>
    <p:sldLayoutId xmlns:r="http://schemas.openxmlformats.org/officeDocument/2006/relationships" id="2147483658" r:id="Rc165be4990ff4347"/>
    <p:sldLayoutId xmlns:r="http://schemas.openxmlformats.org/officeDocument/2006/relationships" id="2147483659" r:id="Ra11979c893a24c9a"/>
    <p:sldLayoutId xmlns:r="http://schemas.openxmlformats.org/officeDocument/2006/relationships" id="2147483660" r:id="Rc72e230abb3f4f32"/>
    <p:sldLayoutId xmlns:r="http://schemas.openxmlformats.org/officeDocument/2006/relationships" id="2147483661" r:id="R5a02bfc4127f49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1e465692a8469d" /><Relationship Type="http://schemas.openxmlformats.org/officeDocument/2006/relationships/notesSlide" Target="/ppt/notesSlides/notesSlide1.xml" Id="R1f5aa74a676e46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6478e4cd541af" /><Relationship Type="http://schemas.openxmlformats.org/officeDocument/2006/relationships/notesSlide" Target="/ppt/notesSlides/notesSlide2.xml" Id="R2924f3362dee4b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c88cba046b4c0b" /><Relationship Type="http://schemas.openxmlformats.org/officeDocument/2006/relationships/notesSlide" Target="/ppt/notesSlides/notesSlide5.xml" Id="R5b97a4dda90f4a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5578e87654efe" /><Relationship Type="http://schemas.openxmlformats.org/officeDocument/2006/relationships/notesSlide" Target="/ppt/notesSlides/notesSlide7.xml" Id="Rfda1c0d8ab0b45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02b145d254748" /><Relationship Type="http://schemas.openxmlformats.org/officeDocument/2006/relationships/notesSlide" Target="/ppt/notesSlides/notesSlide8.xml" Id="R48b86024dfab43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9472789c5f47c2" /><Relationship Type="http://schemas.openxmlformats.org/officeDocument/2006/relationships/notesSlide" Target="/ppt/notesSlides/notesSlide9.xml" Id="Ra00dfd47a7d54a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aa5b51f444e6c" /><Relationship Type="http://schemas.openxmlformats.org/officeDocument/2006/relationships/notesSlide" Target="/ppt/notesSlides/notesSlide11.xml" Id="R9be584eab3a241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f25d8eb864846" /><Relationship Type="http://schemas.openxmlformats.org/officeDocument/2006/relationships/notesSlide" Target="/ppt/notesSlides/notesSlide13.xml" Id="R1ede2823d71145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edc5e641fe4fff" /><Relationship Type="http://schemas.openxmlformats.org/officeDocument/2006/relationships/notesSlide" Target="/ppt/notesSlides/notesSlide16.xml" Id="Rcfc3e8e90f34450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5aba5ba6b14e40" /><Relationship Type="http://schemas.openxmlformats.org/officeDocument/2006/relationships/notesSlide" Target="/ppt/notesSlides/notesSlide17.xml" Id="R342189fa13a348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de2918aeb64b24" /><Relationship Type="http://schemas.openxmlformats.org/officeDocument/2006/relationships/notesSlide" Target="/ppt/notesSlides/notesSlide18.xml" Id="R18adde72e8574f8e" /></Relationships>
</file>

<file path=ppt/slides/_rels/v5_13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5_13_slideLayout6.xml" Id="Ra9a1d62f29c9455e"/><Relationship Type="http://schemas.openxmlformats.org/officeDocument/2006/relationships/notesSlide" Target="../notesSlides/v5_13_notesSlide1.xml" Id="Rb71bbfe0fc2a4c69"/></Relationships>
</file>

<file path=ppt/slides/_rels/v5_13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5_13_slideLayout6.xml" Id="R437d4a29c8f5404f"/><Relationship Type="http://schemas.openxmlformats.org/officeDocument/2006/relationships/notesSlide" Target="../notesSlides/v5_13_notesSlide2.xml" Id="R4075cbaa8a2c43d1"/></Relationships>
</file>

<file path=ppt/slides/_rels/v5_13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5_13_slideLayout6.xml" Id="R6a679da976c741c3"/><Relationship Type="http://schemas.openxmlformats.org/officeDocument/2006/relationships/notesSlide" Target="../notesSlides/v5_13_notesSlide3.xml" Id="R83f3211d81804e12"/></Relationships>
</file>

<file path=ppt/slides/_rels/v5_13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5_13_slideLayout6.xml" Id="Rfae7bc58c4814ebb"/><Relationship Type="http://schemas.openxmlformats.org/officeDocument/2006/relationships/notesSlide" Target="../notesSlides/v5_13_notesSlide4.xml" Id="R348186624dc9480e"/></Relationships>
</file>

<file path=ppt/slides/_rels/v5_13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5_13_slideLayout6.xml" Id="Rac3ed05ad71c4dbb"/><Relationship Type="http://schemas.openxmlformats.org/officeDocument/2006/relationships/notesSlide" Target="../notesSlides/v5_13_notesSlide5.xml" Id="R915d625643f14dee"/></Relationships>
</file>

<file path=ppt/slides/_rels/v5_13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5_13_slideLayout6.xml" Id="R431a199356844b97"/><Relationship Type="http://schemas.openxmlformats.org/officeDocument/2006/relationships/notesSlide" Target="../notesSlides/v5_13_notesSlide6.xml" Id="R5c722fb0bce14ecd"/></Relationships>
</file>

<file path=ppt/slides/_rels/v5_13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v5_13_slideLayout6.xml" Id="R05b8fe2434a94372"/><Relationship Type="http://schemas.openxmlformats.org/officeDocument/2006/relationships/notesSlide" Target="../notesSlides/v5_13_notesSlide7.xml" Id="R568fbce5f8d6498e"/></Relationships>
</file>

<file path=ppt/slides/_rels/v5_13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v5_13_slideLayout6.xml" Id="Rcf7fcc514dbf4443"/><Relationship Type="http://schemas.openxmlformats.org/officeDocument/2006/relationships/notesSlide" Target="../notesSlides/v5_13_notesSlide8.xml" Id="Ra287561b27b04f44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67D63-AA53-481F-9FDA-2C8A26BF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第13回　集成材とCLT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0AB60-9E9D-4728-8FC6-BA9DC98B2D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128EC-9979-4162-806A-D76F4466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4288D-AAFD-44CE-9F35-4C37264F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81C4F-28BE-4BA4-80AF-929AF581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木質材料3：集成材・CLT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EF589-C43F-4CD7-877E-81E3AA0F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ひき板の平行積層と直交積層を区別し、構成・方向・品質管理と利用上の特徴を説明する。</a:t>
            </a:r>
          </a:p>
        </p:txBody>
      </p:sp>
    </p:spTree>
    <p:extLst>
      <p:ext uri="{BB962C8B-B14F-4D97-AF65-F5344CB8AC3E}">
        <p14:creationId xmlns:p14="http://schemas.microsoft.com/office/powerpoint/2010/main" val="1275765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6D96D-6227-4D10-A254-2D19D438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今回の前提を確かめる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9388F-82AC-4D63-BF80-44AA7EDF94E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BB7E9-F6A8-4C79-A27D-BDAE0BCA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1E350-D044-47D3-9C09-9BF67C16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61181-A6EB-4DA4-A247-70EBB3BD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単板・小片・繊維の木質材料を比較した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511E9-5278-474F-9826-1C5FC7B2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今日は、ひき板をどう並べるかに注目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3DD5C-C6FA-4C2A-A704-04194D95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要素と配向を、合板・LVLと区別する</a:t>
            </a:r>
          </a:p>
        </p:txBody>
      </p:sp>
    </p:spTree>
    <p:extLst>
      <p:ext uri="{BB962C8B-B14F-4D97-AF65-F5344CB8AC3E}">
        <p14:creationId xmlns:p14="http://schemas.microsoft.com/office/powerpoint/2010/main" val="12077994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DC1425-7C2F-4220-99B3-6BEEF4F0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集成材の平行積層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D4A12-446F-403D-82C0-69D569EB90A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F584D-D587-4B16-BEEC-C003F5EE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14028-975A-46C1-8591-F41E9984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6B55B-3A9E-4E2D-ADE7-DBE65E41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095500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556AB-1294-4059-9011-304FC07EB7B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1717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4856A-CC63-4ABF-BDF1-B427D0020EC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2574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A6253-5C57-4537-B9DB-3C5348853FD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3431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25BCDA-AEAC-4F1A-9CBA-898FECD3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600325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B81C9-C427-4D5B-A059-AA0095EA75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6765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156AC-CF23-473C-B1C8-0BED6A4E105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7622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B0953-2FDD-4057-9090-2D21FC0C41C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84797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17150-27CE-4E00-8D96-E76FBD56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105150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C759E-8A7D-4B68-9ABC-E193292988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1813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E89D5-8E80-463F-A85E-3132836149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26707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BEBBF-4395-4F09-BC6A-F64E2D06696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3528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8F339-9351-43A5-A5AD-8B91B7E8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609975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173DB-1926-4DDB-AE13-A2710B413B8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68617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0E6B4-4332-455F-8189-1B5168969FA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7719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D66FA-22E5-491E-8861-AA5674A51C5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8576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7C805-D790-4119-BCEC-A51F8C90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4114800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FD7A5-BAA2-4D3B-BC20-8DD8EE0701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41910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3BAD3A-0962-4F0E-AA1C-159EA363148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42767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E2FDBC-8461-4996-900E-5351A35DAD0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43624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A08877-FBEB-4DF4-8BD4-0F995950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5297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集成材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B706CF-7520-4628-AB46-8E9B9E94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要素：ひき板等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881DE4-EF26-4482-9375-8FA31FBC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主な配向を色分け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8B2CC8-0809-4DC1-98C5-96E827F0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荷重方向と層構成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E14BC0-FA4E-4D12-906E-4E9ABA4E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厚さだけで性能は決まらない</a:t>
            </a:r>
          </a:p>
        </p:txBody>
      </p:sp>
    </p:spTree>
    <p:extLst>
      <p:ext uri="{BB962C8B-B14F-4D97-AF65-F5344CB8AC3E}">
        <p14:creationId xmlns:p14="http://schemas.microsoft.com/office/powerpoint/2010/main" val="6666465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94013-667E-495D-8060-6EBB0E3B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EF12A-A0A9-4A31-8BF0-F0512EB7145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5C958-D5F3-4FAA-87A7-094DA45F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10BE2-201C-43A4-A682-F45BFABF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ADA17-5173-41D2-88B5-A15AADE9BA9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材料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主な積層の考え方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合板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単板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交差積層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LVL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単板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ほぼ平行積層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集成材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ひき板等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ほぼ平行積層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CLT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ひき板の層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主に直交積層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8401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BB8C4-2DCB-482A-AC5F-E2ACD0D0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平行積層と直交積層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5A64F-090C-4A89-9A82-DB6BAB46577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16017-A5E9-493E-8A5E-F0AEDC12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65AE5-78DE-4225-BE2C-8D498A9C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544CE-AE7D-4877-A273-E1A3C345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厚さ30 mmの層を5層、同じ厚さに積層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52061-FD8F-4724-919F-6FD5C905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A：主な繊維方向を平行にする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F5298-CB56-47AE-B23D-8A6AE7A2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B：0°/90°/0°/90°/0°にする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FB79A-0304-45A3-8D56-181AF851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全厚と材料の分類、性能比較に必要な条件を答える</a:t>
            </a:r>
          </a:p>
        </p:txBody>
      </p:sp>
    </p:spTree>
    <p:extLst>
      <p:ext uri="{BB962C8B-B14F-4D97-AF65-F5344CB8AC3E}">
        <p14:creationId xmlns:p14="http://schemas.microsoft.com/office/powerpoint/2010/main" val="11021035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246EFD-29E3-4241-A8B6-C0006363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平行積層と直交積層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A8605-CC28-4073-A8FB-530E29EAD0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54BBE-B10C-4BD7-8DA5-12CFE25B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E8DF3-83ED-4D6F-8AFD-9B54B81F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7FFDB-7FA9-4DEA-9043-72A0FBAB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全厚は150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391AA-0121-4051-BFE4-D3D2E31B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Aは集成材、BはCLTの模式的な構成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3F173-D980-4DE3-BF4D-D91EDBA9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同じ厚さでも、配向と荷重方向が違う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93F55-C6F1-49D3-839D-05AA17DB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単純なEの平均で、CLTの曲げ性能を決めない</a:t>
            </a:r>
          </a:p>
        </p:txBody>
      </p:sp>
    </p:spTree>
    <p:extLst>
      <p:ext uri="{BB962C8B-B14F-4D97-AF65-F5344CB8AC3E}">
        <p14:creationId xmlns:p14="http://schemas.microsoft.com/office/powerpoint/2010/main" val="19417993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D7DB16-8B84-4017-A67C-5A6BF2CB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CLTの直交積層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20D1D-F04C-4EDC-8001-791F3CEB018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D284C-A4BA-4F74-A3FA-BD25F9B7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44EE5-9CCC-4DAD-8401-D4C3AD51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E8FD4-4656-4D04-BAEB-7C2AEDF7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095500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F3747-AE06-49D1-8F29-8545CCD0047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1717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EF5C2-96A0-43B2-A445-A468ED5B89A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2574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A9104-6BBE-4B71-B972-3D0DC882265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23431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37DCA-B040-46AF-A6FB-6787AA2E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600325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A7B1B-94DC-4D7D-A1E8-4AC11B3D900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9675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9F5AA-1D85-456E-95D1-90262F97EF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02581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EB4C4-2A6C-425D-89BF-866C2A947A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95488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1A357-985D-4586-B3E4-2C69517E791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8394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3CAA3-E4E5-4D62-8FEF-41F23419A45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81300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E0EDE-F991-4A95-9E05-D892F56A491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74206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13A97-AAFD-453D-ACF4-27CAB5BB6B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67113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D14D4-821D-4BC9-BC8F-C904F86E7A9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60019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A1443A-686B-436C-B3E6-6D6E181EE76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52925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B70FE-E480-4F30-9A15-5AAD6613F57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45831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D0B70-734F-4070-B669-4BE931AEA13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38738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0D5B0E-2B59-4856-8485-EDEDC2DFE7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31644" y="2667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2642E-4B98-42B1-9C79-A81289DD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105150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0E00FE-1160-43C3-ADFD-AD6B21F56AF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1813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81CF9-25EB-4889-8EEC-F08683D538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26707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794925-5A4E-4C4F-9542-9B37CDA360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33528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A5F383-F880-4C9F-BEC3-69109228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609975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6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3EBBD2-76FF-498D-A970-E418D9C8A22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9675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078ED4-DD3D-47E2-AEC9-93B736D441A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02581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7D6858-0334-46C0-B572-37AFCEF8BC7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95488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15E4B9-36FF-4E10-951F-2636FD0838C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8394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196860-B9E0-40A0-873E-B95B791CF2C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81300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B10B55-C12B-45C8-894A-08036A97688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74206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DA7A0F-3A22-4262-BE4F-E98BBA70A08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67113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C0D236-2F5F-4BD5-9E61-33422C721FA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60019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B1D9D4-008A-44E9-B4A4-C90204581CD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52925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980E25-9B1E-4260-8FD4-D035CACFBD8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45831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A8F381-3BF4-4CB4-A188-5FA806DE6DF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138738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C2866F-1431-44EC-AA72-7E97E851393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31644" y="36766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85A5C1-0B8B-4545-8BC6-0680401F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4114800"/>
            <a:ext cx="50958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C8D3DD"/>
            </a:solidFill>
          </a:ln>
        </p:spPr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A7CE90-D925-446E-904A-85A0773FB78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419100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C48798-D82E-4D5C-B66F-A9897DF77CF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4276725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2AD06D-9020-43D1-B477-6A55A73E02D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90625" y="4362450"/>
            <a:ext cx="471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5D09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BA5CAC-16A1-4A2E-A98B-4320F53A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52975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CLT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1BA77D-8702-4C55-8412-E5359777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要素：ひき板等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DE5393-5C5D-4CC1-B763-2C2DBD57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主な配向を色分け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E75756-5889-4487-B839-F6419087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荷重方向と層構成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A857DD-4CF4-4F59-B269-BE700783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厚さだけで性能は決まらない</a:t>
            </a:r>
          </a:p>
        </p:txBody>
      </p:sp>
    </p:spTree>
    <p:extLst>
      <p:ext uri="{BB962C8B-B14F-4D97-AF65-F5344CB8AC3E}">
        <p14:creationId xmlns:p14="http://schemas.microsoft.com/office/powerpoint/2010/main" val="10910137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9D30C-F6CA-4B35-AC6A-342BD43C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梁と面材の使い分け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F8841-3542-4A05-85CF-D6923092D5A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44571-E9C4-45A8-9CE2-5748A325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A4BDB-E27B-4266-A30E-9E23EC6A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F1CA2-76DC-4DAE-8639-3645BEEB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梁として使う場合／面材として使う場合を比較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15603-AF4C-496F-8B35-E47C6D40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主な荷重方向と、各層の繊維方向を図示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CD3B1-AE9E-4E4A-A957-5154EDB5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支え方・接合部・水分の条件も書き加える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42513-1299-477A-98F8-1837540D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必要な製品データと、未知の条件を整理する</a:t>
            </a:r>
          </a:p>
        </p:txBody>
      </p:sp>
    </p:spTree>
    <p:extLst>
      <p:ext uri="{BB962C8B-B14F-4D97-AF65-F5344CB8AC3E}">
        <p14:creationId xmlns:p14="http://schemas.microsoft.com/office/powerpoint/2010/main" val="5354892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49EC9-96F3-4CF1-B1ED-1125501B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E193B-95ED-4C13-81EC-347AF79E11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13965-150C-4331-96E8-B67EAC26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D4BFA-E7FB-4E59-AF42-7F5459A1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8CEB0-6489-4172-94C7-1155A837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合板とCLTの要素の違いは？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CA2C0-0917-4688-92B8-CA0BE353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集成材は、各層の繊維を交互に直交させるか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ABEDD-7C9D-4221-B9CA-D7B36422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全厚が同じなら、曲げ性能も同じか</a:t>
            </a:r>
          </a:p>
        </p:txBody>
      </p:sp>
    </p:spTree>
    <p:extLst>
      <p:ext uri="{BB962C8B-B14F-4D97-AF65-F5344CB8AC3E}">
        <p14:creationId xmlns:p14="http://schemas.microsoft.com/office/powerpoint/2010/main" val="17908075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64980-D8E9-40BC-A9BF-574FDC62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C1A4D-8C31-4D82-A53C-996655A024C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F981C-A410-4B9E-9496-EDDAFB86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B02B5-99C1-4ADD-90A0-DE7EAA38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A86D3-00E8-4EEC-BEDB-3F89DF31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要素と積層方向で、主要な製品を分類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80D92-FCB8-457E-9FEC-85213185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製品情報と使用条件で、性能を判断する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93A87-6737-497F-9558-9E012225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次は、加工・接合を含む材料選択へ</a:t>
            </a:r>
          </a:p>
        </p:txBody>
      </p:sp>
    </p:spTree>
    <p:extLst>
      <p:ext uri="{BB962C8B-B14F-4D97-AF65-F5344CB8AC3E}">
        <p14:creationId xmlns:p14="http://schemas.microsoft.com/office/powerpoint/2010/main" val="11374056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64570-2F83-4E3F-AE1D-8986ACD5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復習と次の学習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50407-185D-48FA-8D05-FCA6583A0A4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D3E7D-610A-4CDE-AA80-521E5825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02525-9BC4-46D1-A94C-8E5DD45F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6B7D4-63B8-40FB-86AF-62FE7FC6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4製品の要素と配向を、同じ形式の図で比較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4EB86-4F63-4D11-8EF1-640D07FB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荷重方向を指定し、どの製品情報が必要か説明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62356-E6BD-402B-95C1-4735617F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発展：層を増やす以外の性能調整方法を考える</a:t>
            </a:r>
          </a:p>
        </p:txBody>
      </p:sp>
    </p:spTree>
    <p:extLst>
      <p:ext uri="{BB962C8B-B14F-4D97-AF65-F5344CB8AC3E}">
        <p14:creationId xmlns:p14="http://schemas.microsoft.com/office/powerpoint/2010/main" val="1017097259"/>
      </p:ext>
    </p:extLst>
  </p:cSld>
</p:sld>
</file>

<file path=ppt/slides/v5_13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E0C0E-2F40-4424-BD9A-4BB7AB95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今回考える三つの関係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97ED8-7ADC-4CE2-90F9-F1CD94069AF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1A439-DDC4-404D-A3E2-7AC9EB2F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10FDA-978B-4C32-BB2D-1334DF1D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F366B-AD05-44EA-8F6D-C1DAF0BB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ラミナと呼ぶひき板を、主な繊維方向をそろえて接着積層する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BE07E-9FF3-44A2-9C2C-0F5643D4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板材を並べた層を、主に直交させて積層接着する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62DA7-F8ED-4825-9A8F-9E8FDD0B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製品の等級、ラミナの構成、接着、含水状態を確認する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E34C8-B6A4-48E0-BD5E-03FEE56B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演習では、式・単位・観察の根拠を残して説明する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1874777180"/>
      </p:ext>
    </p:extLst>
  </p:cSld>
</p:sld>
</file>

<file path=ppt/slides/v5_13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0E3C4-2AF2-42F4-A1CE-E57114DF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集成材とラミナの配置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E6408-4F1E-4DDF-9032-37D9E0A6AB7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3D076-8396-42A7-AB03-CB86B6E7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0FB08-417E-423D-8D2F-B7810CF7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F955A-0633-4CE9-ABDA-0ED0BC52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ラミナと呼ぶひき板を、主な繊維方向をそろえて接着積層する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3BD20-71FE-46D1-AB17-6B38FC96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乾燥・選別・接合・圧締を管理し、断面や長さを構成する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0E109-191A-426F-B26F-610D7C14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ラミナの等級や配置を調整して、部材の性能を設計する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992AB-5EF3-41B7-B364-C469A3D4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曲げでは表層の役割が大きく、層の位置が性能に影響する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85EC2-91F7-4692-8548-2A442C73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節を分散できても、節や接着部の影響が自動的に消えるわけではない</a:t>
            </a:r>
          </a:p>
        </p:txBody>
      </p:sp>
    </p:spTree>
    <p:extLst>
      <p:ext uri="{BB962C8B-B14F-4D97-AF65-F5344CB8AC3E}">
        <p14:creationId xmlns:p14="http://schemas.microsoft.com/office/powerpoint/2010/main" val="1425639435"/>
      </p:ext>
    </p:extLst>
  </p:cSld>
</p:sld>
</file>

<file path=ppt/slides/v5_13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B1E7F-E445-4822-A856-94C8C221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CLTの層構成と荷重方向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3B741-D380-4318-9BE8-BF94B5D9054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9CF0F-24C3-4FC6-8D9C-5891D7B9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4F120-C717-4BC3-A152-D5339905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94785-CB13-471C-A2E4-2C56D507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板材を並べた層を、主に直交させて積層接着する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C738A-9F5D-4E1B-9A51-4C92122D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合板と似た交差積層でも、原料は単板ではなく板材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DFA53-91DE-494E-B77E-E1EFE703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面内の力、面外の曲げ、主なスパン方向を区別する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62349-ED5F-4A59-844B-52432505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直交層のせん断変形なども、曲げやたわみに関係する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F6C15-A048-4EF9-945A-C9571841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層数、層厚、配向、接着、接合を製品の条件として読む</a:t>
            </a:r>
          </a:p>
        </p:txBody>
      </p:sp>
    </p:spTree>
    <p:extLst>
      <p:ext uri="{BB962C8B-B14F-4D97-AF65-F5344CB8AC3E}">
        <p14:creationId xmlns:p14="http://schemas.microsoft.com/office/powerpoint/2010/main" val="476607822"/>
      </p:ext>
    </p:extLst>
  </p:cSld>
</p:sld>
</file>

<file path=ppt/slides/v5_13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E7BE9-1945-4E0E-9A79-F37820EF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部材の性能と接合部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3CD36-0CC7-4867-BD18-EBF5911D1F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EB822-1D57-4CF5-BA9E-4CE735A7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5828F-9470-4659-A45A-467F3390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04DC8-0095-4E7A-A193-85839950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Eは材料の係数、EIは断面を含む曲げ剛性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49E31-9B00-41FE-9EE9-FD369109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積層材では各層の位置と方向が異なるため、Eの単純平均では扱えない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A24C9-035C-4CBB-98B7-D60E27BF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部材間の金物・ねじ・接着などが荷重を伝える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C7B56-1F0C-4AA5-9B1B-3B65D8D7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接合部のすべりや局部的な応力も、構造全体の変形・破壊に関わる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7F51A-047E-48C9-A1BC-E83FFF45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大断面の利用には、運搬・施工・水分管理も必要になる</a:t>
            </a:r>
          </a:p>
        </p:txBody>
      </p:sp>
    </p:spTree>
    <p:extLst>
      <p:ext uri="{BB962C8B-B14F-4D97-AF65-F5344CB8AC3E}">
        <p14:creationId xmlns:p14="http://schemas.microsoft.com/office/powerpoint/2010/main" val="309074613"/>
      </p:ext>
    </p:extLst>
  </p:cSld>
</p:sld>
</file>

<file path=ppt/slides/v5_13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7C200-AFCD-4A1E-9D3A-4A756A45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品質情報と利用条件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D8BBE-7F2A-4C03-AF64-7A3FEAF82E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38A5B-F22F-4679-9B5A-606DBA59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D012B-AAF5-425D-95AB-B67EF5D3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97D40-7922-46AC-9B29-52819F62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製品の等級、ラミナの構成、接着、含水状態を確認する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9C434-54B5-4022-BE90-394A851E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実測平均値、製品の表示値、設計で用いる数値を区別する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8CF8-8AF3-409A-B680-52E71058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施工中や使用中の濡れ、木口や接合部の水分管理も考える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630A9-448B-4D12-A781-1612C75A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点検・補修・交換を含めて、長く使える納まりを検討する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AFE66-EDC7-45C8-B43A-A43AF221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学校では、構成と荷重の関係を模型や断面写真で説明できることを目指す</a:t>
            </a:r>
          </a:p>
        </p:txBody>
      </p:sp>
    </p:spTree>
    <p:extLst>
      <p:ext uri="{BB962C8B-B14F-4D97-AF65-F5344CB8AC3E}">
        <p14:creationId xmlns:p14="http://schemas.microsoft.com/office/powerpoint/2010/main" val="1920812024"/>
      </p:ext>
    </p:extLst>
  </p:cSld>
</p:sld>
</file>

<file path=ppt/slides/v5_13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4DEE6-3B6E-43EB-A9D2-03085DF1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荷重を伝える層と接合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6D859-C829-4A65-9D38-6388FDC2012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7F916-5B1F-47AD-A9A5-1BD0CA33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E5E6B-DADE-4DE2-A95A-94CFAC03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16B81-8C73-4C2C-BC79-FF6B76FF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梁ではスパンに沿った配向と、曲げの引張側・圧縮側を確認する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D4E79-250F-40B6-999F-1D8ACCC9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面材では面内・面外と、主な支持方向を指定する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74AC4-1A8F-48E0-B467-7A3EB667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直交層のせん断変形、接合部のすべり、水分による動きも考える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D5D8C-4CAA-42F7-A718-E8AD11A4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製品情報は、材料名だけでなく層構成と試験方向が対応する箇所を読む</a:t>
            </a:r>
          </a:p>
        </p:txBody>
      </p:sp>
    </p:spTree>
    <p:extLst>
      <p:ext uri="{BB962C8B-B14F-4D97-AF65-F5344CB8AC3E}">
        <p14:creationId xmlns:p14="http://schemas.microsoft.com/office/powerpoint/2010/main" val="172105684"/>
      </p:ext>
    </p:extLst>
  </p:cSld>
</p:sld>
</file>

<file path=ppt/slides/v5_13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C9342-8163-40BA-9303-9F6911EA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単板と板材の積層模型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C2E09-2530-4571-9026-2958570E060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11440-0B31-4809-B66D-0716FC24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91BF3-4BA6-458B-8FAC-4E60C068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E2ECA-D593-4F22-9F55-9FFFE1F9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同じ形式の図で、合板・LVL・集成材・CLTを比較する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B0769-059D-48D3-9992-1EF5DE40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第一の軸は要素の大きさ、第二の軸は配向の違い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0E4DC-60F8-445C-8067-654B2EFC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模型に荷重方向と支える位置を書き込む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7B96F-1183-437C-AD02-82FD130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発問：同じ木材量でも、使う向きや層の配置で何が変わるか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E6B31-D33E-4621-B77B-5D74FBEE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教科書の接点：丈夫な部材・構造と材料利用／A(1)ア・イ</a:t>
            </a:r>
          </a:p>
        </p:txBody>
      </p:sp>
    </p:spTree>
    <p:extLst>
      <p:ext uri="{BB962C8B-B14F-4D97-AF65-F5344CB8AC3E}">
        <p14:creationId xmlns:p14="http://schemas.microsoft.com/office/powerpoint/2010/main" val="2004193821"/>
      </p:ext>
    </p:extLst>
  </p:cSld>
</p:sld>
</file>

<file path=ppt/slides/v5_13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EDBA4-A747-4816-A047-1C2088B9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D28AE-74F1-42CD-B246-E5E4B236DCC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6588A-9A23-4BA8-96B4-23C62160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第11章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53DE7-6807-4E56-885F-B3624FC9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7264C-2851-485C-8D8C-A9D17F04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第12章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A8BC5-FF43-408B-8E21-FDCF7DDB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01541-B8A6-44F7-BBE8-0DB7225D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B4043-6B68-489C-B545-5CF12645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7B46F-F0F7-456B-A490-98BF397D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教育図書 R7内容解説 目次・掲載見本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C0BF7-C8E0-4CC8-BEA3-77CD1A3C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https://www.kyoiku-tosho.co.jp/wp/wp-content/uploads/2024/04/G_R7kaisetu.pdf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2E0B9-1377-4123-A242-747C0880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5AC20-B90C-40D3-8DF5-BBE34AB4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第13回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646AB-2AA8-44C4-B9C9-244E3F5D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55955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2026-10-22T22:29:16.3730000Z</dcterms:created>
  <dcterms:modified xsi:type="dcterms:W3CDTF">2026-10-22T22:29:16.3730000Z</dcterms:modified>
</coreProperties>
</file>
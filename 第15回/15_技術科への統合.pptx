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v5_15_slide1.xml" ContentType="application/vnd.openxmlformats-officedocument.presentationml.slide+xml"/>
  <Override PartName="/ppt/slideLayouts/v5_15_slideLayout6.xml" ContentType="application/vnd.openxmlformats-officedocument.presentationml.slideLayout+xml"/>
  <Override PartName="/ppt/slideMasters/v5_15_slideMaster1.xml" ContentType="application/vnd.openxmlformats-officedocument.presentationml.slideMaster+xml"/>
  <Override PartName="/ppt/slideMasters/theme/v5_15_theme2.xml" ContentType="application/vnd.openxmlformats-officedocument.theme+xml"/>
  <Override PartName="/ppt/slideLayouts/v5_15_slideLayout1.xml" ContentType="application/vnd.openxmlformats-officedocument.presentationml.slideLayout+xml"/>
  <Override PartName="/ppt/slideLayouts/v5_15_slideLayout2.xml" ContentType="application/vnd.openxmlformats-officedocument.presentationml.slideLayout+xml"/>
  <Override PartName="/ppt/slideLayouts/v5_15_slideLayout3.xml" ContentType="application/vnd.openxmlformats-officedocument.presentationml.slideLayout+xml"/>
  <Override PartName="/ppt/slideLayouts/v5_15_slideLayout4.xml" ContentType="application/vnd.openxmlformats-officedocument.presentationml.slideLayout+xml"/>
  <Override PartName="/ppt/slideLayouts/v5_15_slideLayout5.xml" ContentType="application/vnd.openxmlformats-officedocument.presentationml.slideLayout+xml"/>
  <Override PartName="/ppt/notesSlides/v5_15_notesSlide1.xml" ContentType="application/vnd.openxmlformats-officedocument.presentationml.notesSlide+xml"/>
  <Override PartName="/ppt/slides/v5_15_slide2.xml" ContentType="application/vnd.openxmlformats-officedocument.presentationml.slide+xml"/>
  <Override PartName="/ppt/notesSlides/v5_15_notesSlide2.xml" ContentType="application/vnd.openxmlformats-officedocument.presentationml.notesSlide+xml"/>
  <Override PartName="/ppt/slides/v5_15_slide3.xml" ContentType="application/vnd.openxmlformats-officedocument.presentationml.slide+xml"/>
  <Override PartName="/ppt/notesSlides/v5_15_notesSlide3.xml" ContentType="application/vnd.openxmlformats-officedocument.presentationml.notesSlide+xml"/>
  <Override PartName="/ppt/slides/v5_15_slide4.xml" ContentType="application/vnd.openxmlformats-officedocument.presentationml.slide+xml"/>
  <Override PartName="/ppt/notesSlides/v5_15_notesSlide4.xml" ContentType="application/vnd.openxmlformats-officedocument.presentationml.notesSlide+xml"/>
  <Override PartName="/ppt/slides/v5_15_slide5.xml" ContentType="application/vnd.openxmlformats-officedocument.presentationml.slide+xml"/>
  <Override PartName="/ppt/notesSlides/v5_15_notesSlide5.xml" ContentType="application/vnd.openxmlformats-officedocument.presentationml.notesSlide+xml"/>
  <Override PartName="/ppt/slides/v5_15_slide6.xml" ContentType="application/vnd.openxmlformats-officedocument.presentationml.slide+xml"/>
  <Override PartName="/ppt/notesSlides/v5_15_notesSlide6.xml" ContentType="application/vnd.openxmlformats-officedocument.presentationml.notesSlide+xml"/>
  <Override PartName="/ppt/slides/v5_15_slide7.xml" ContentType="application/vnd.openxmlformats-officedocument.presentationml.slide+xml"/>
  <Override PartName="/ppt/notesSlides/v5_15_notesSlide7.xml" ContentType="application/vnd.openxmlformats-officedocument.presentationml.notesSlide+xml"/>
  <Override PartName="/ppt/slides/v5_15_slide8.xml" ContentType="application/vnd.openxmlformats-officedocument.presentationml.slide+xml"/>
  <Override PartName="/ppt/notesSlides/v5_15_notesSlide8.xml" ContentType="application/vnd.openxmlformats-officedocument.presentationml.notesSlide+xml"/>
  <Override PartName="/ppt/slides/v5_15_slide9.xml" ContentType="application/vnd.openxmlformats-officedocument.presentationml.slide+xml"/>
  <Override PartName="/ppt/notesSlides/v5_15_notesSlide9.xml" ContentType="application/vnd.openxmlformats-officedocument.presentationml.notesSlide+xml"/>
  <Override PartName="/ppt/slides/v5_15_slide10.xml" ContentType="application/vnd.openxmlformats-officedocument.presentationml.slide+xml"/>
  <Override PartName="/ppt/notesSlides/v5_15_notesSlide10.xml" ContentType="application/vnd.openxmlformats-officedocument.presentationml.notesSlide+xml"/>
  <Override PartName="/ppt/slides/v5_15_slide11.xml" ContentType="application/vnd.openxmlformats-officedocument.presentationml.slide+xml"/>
  <Override PartName="/ppt/notesSlides/v5_15_notesSlide11.xml" ContentType="application/vnd.openxmlformats-officedocument.presentationml.notesSlide+xml"/>
  <Override PartName="/ppt/slides/v5_15_slide12.xml" ContentType="application/vnd.openxmlformats-officedocument.presentationml.slide+xml"/>
  <Override PartName="/ppt/notesSlides/v5_15_notesSlide12.xml" ContentType="application/vnd.openxmlformats-officedocument.presentationml.notesSlide+xml"/>
  <Override PartName="/ppt/slides/v5_15_slide13.xml" ContentType="application/vnd.openxmlformats-officedocument.presentationml.slide+xml"/>
  <Override PartName="/ppt/notesSlides/v5_15_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fc50637e7e4995" /><Relationship Type="http://schemas.openxmlformats.org/officeDocument/2006/relationships/extended-properties" Target="/docProps/app.xml" Id="Rd9552425e63847eb" /><Relationship Type="http://schemas.openxmlformats.org/officeDocument/2006/relationships/officeDocument" Target="/ppt/presentation.xml" Id="Reabc0e1db20545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60c3976be746c6"/>
    <p:sldMasterId xmlns:r="http://schemas.openxmlformats.org/officeDocument/2006/relationships" id="2147483655" r:id="rIdV5Master0"/>
  </p:sldMasterIdLst>
  <p:notesMasterIdLst>
    <p:notesMasterId xmlns:r="http://schemas.openxmlformats.org/officeDocument/2006/relationships" r:id="R4ec2129a2e484bf1"/>
  </p:notesMasterIdLst>
  <p:sldIdLst>
    <p:sldId xmlns:r="http://schemas.openxmlformats.org/officeDocument/2006/relationships" id="512" r:id="rIdV5Slide1"/>
    <p:sldId xmlns:r="http://schemas.openxmlformats.org/officeDocument/2006/relationships" id="513" r:id="rIdV5Slide2"/>
    <p:sldId xmlns:r="http://schemas.openxmlformats.org/officeDocument/2006/relationships" id="514" r:id="rIdV5Slide3"/>
    <p:sldId xmlns:r="http://schemas.openxmlformats.org/officeDocument/2006/relationships" id="515" r:id="rIdV5Slide4"/>
    <p:sldId xmlns:r="http://schemas.openxmlformats.org/officeDocument/2006/relationships" id="516" r:id="rIdV5Slide5"/>
    <p:sldId xmlns:r="http://schemas.openxmlformats.org/officeDocument/2006/relationships" id="517" r:id="rIdV5Slide6"/>
    <p:sldId xmlns:r="http://schemas.openxmlformats.org/officeDocument/2006/relationships" id="518" r:id="rIdV5Slide7"/>
    <p:sldId xmlns:r="http://schemas.openxmlformats.org/officeDocument/2006/relationships" id="519" r:id="rIdV5Slide8"/>
    <p:sldId xmlns:r="http://schemas.openxmlformats.org/officeDocument/2006/relationships" id="520" r:id="rIdV5Slide9"/>
    <p:sldId xmlns:r="http://schemas.openxmlformats.org/officeDocument/2006/relationships" id="521" r:id="rIdV5Slide10"/>
    <p:sldId xmlns:r="http://schemas.openxmlformats.org/officeDocument/2006/relationships" id="522" r:id="rIdV5Slide11"/>
    <p:sldId xmlns:r="http://schemas.openxmlformats.org/officeDocument/2006/relationships" id="523" r:id="rIdV5Slide12"/>
    <p:sldId xmlns:r="http://schemas.openxmlformats.org/officeDocument/2006/relationships" id="524" r:id="rIdV5Slide13"/>
    <p:sldId xmlns:r="http://schemas.openxmlformats.org/officeDocument/2006/relationships" id="525" r:id="rIdV5Slide14"/>
    <p:sldId xmlns:r="http://schemas.openxmlformats.org/officeDocument/2006/relationships" id="526" r:id="rIdV5Slide15"/>
    <p:sldId xmlns:r="http://schemas.openxmlformats.org/officeDocument/2006/relationships" id="527" r:id="rIdV5Slide16"/>
    <p:sldId xmlns:r="http://schemas.openxmlformats.org/officeDocument/2006/relationships" id="528" r:id="rIdV5Slide17"/>
    <p:sldId xmlns:r="http://schemas.openxmlformats.org/officeDocument/2006/relationships" id="529" r:id="rIdV5Slide18"/>
    <p:sldId xmlns:r="http://schemas.openxmlformats.org/officeDocument/2006/relationships" id="530" r:id="rIdV5Slide19"/>
    <p:sldId xmlns:r="http://schemas.openxmlformats.org/officeDocument/2006/relationships" id="531" r:id="rIdV5Slide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737b96a9f6e44772"/><Relationship Type="http://schemas.openxmlformats.org/officeDocument/2006/relationships/slideMaster" Target="/ppt/slideMasters/slideMaster1.xml" Id="R6160c3976be746c6"/><Relationship Type="http://schemas.openxmlformats.org/officeDocument/2006/relationships/notesMaster" Target="/ppt/notesMasters/notesMaster1.xml" Id="R4ec2129a2e484bf1"/><Relationship Type="http://schemas.openxmlformats.org/officeDocument/2006/relationships/presProps" Target="/ppt/presProps.xml" Id="R572188b1faef4a6e"/><Relationship Type="http://schemas.openxmlformats.org/officeDocument/2006/relationships/tableStyles" Target="/ppt/tableStyles.xml" Id="Ra7f2b3487ff540da"/><Relationship Id="rIdV5Slide1" Type="http://schemas.openxmlformats.org/officeDocument/2006/relationships/slide" Target="slides/v5_15_slide1.xml"/><Relationship Id="rIdV5Slide2" Type="http://schemas.openxmlformats.org/officeDocument/2006/relationships/slide" Target="slides/slide2.xml"/><Relationship Id="rIdV5Slide3" Type="http://schemas.openxmlformats.org/officeDocument/2006/relationships/slide" Target="slides/v5_15_slide2.xml"/><Relationship Id="rIdV5Slide4" Type="http://schemas.openxmlformats.org/officeDocument/2006/relationships/slide" Target="slides/v5_15_slide3.xml"/><Relationship Id="rIdV5Slide5" Type="http://schemas.openxmlformats.org/officeDocument/2006/relationships/slide" Target="slides/slide5.xml"/><Relationship Id="rIdV5Slide6" Type="http://schemas.openxmlformats.org/officeDocument/2006/relationships/slide" Target="slides/v5_15_slide4.xml"/><Relationship Id="rIdV5Slide7" Type="http://schemas.openxmlformats.org/officeDocument/2006/relationships/slide" Target="slides/v5_15_slide5.xml"/><Relationship Id="rIdV5Slide8" Type="http://schemas.openxmlformats.org/officeDocument/2006/relationships/slide" Target="slides/slide8.xml"/><Relationship Id="rIdV5Slide9" Type="http://schemas.openxmlformats.org/officeDocument/2006/relationships/slide" Target="slides/slide9.xml"/><Relationship Id="rIdV5Slide10" Type="http://schemas.openxmlformats.org/officeDocument/2006/relationships/slide" Target="slides/v5_15_slide6.xml"/><Relationship Id="rIdV5Slide11" Type="http://schemas.openxmlformats.org/officeDocument/2006/relationships/slide" Target="slides/v5_15_slide7.xml"/><Relationship Id="rIdV5Slide12" Type="http://schemas.openxmlformats.org/officeDocument/2006/relationships/slide" Target="slides/v5_15_slide8.xml"/><Relationship Id="rIdV5Slide13" Type="http://schemas.openxmlformats.org/officeDocument/2006/relationships/slide" Target="slides/slide13.xml"/><Relationship Id="rIdV5Slide14" Type="http://schemas.openxmlformats.org/officeDocument/2006/relationships/slide" Target="slides/v5_15_slide9.xml"/><Relationship Id="rIdV5Slide15" Type="http://schemas.openxmlformats.org/officeDocument/2006/relationships/slide" Target="slides/v5_15_slide10.xml"/><Relationship Id="rIdV5Slide16" Type="http://schemas.openxmlformats.org/officeDocument/2006/relationships/slide" Target="slides/slide16.xml"/><Relationship Id="rIdV5Slide17" Type="http://schemas.openxmlformats.org/officeDocument/2006/relationships/slide" Target="slides/slide17.xml"/><Relationship Id="rIdV5Slide18" Type="http://schemas.openxmlformats.org/officeDocument/2006/relationships/slide" Target="slides/v5_15_slide11.xml"/><Relationship Id="rIdV5Slide19" Type="http://schemas.openxmlformats.org/officeDocument/2006/relationships/slide" Target="slides/v5_15_slide12.xml"/><Relationship Id="rIdV5Slide20" Type="http://schemas.openxmlformats.org/officeDocument/2006/relationships/slide" Target="slides/v5_15_slide13.xml"/><Relationship Id="rIdV5Master0" Type="http://schemas.openxmlformats.org/officeDocument/2006/relationships/slideMaster" Target="slideMasters/v5_15_slideMaster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c63168c5644f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c20c8b19944500" /><Relationship Type="http://schemas.openxmlformats.org/officeDocument/2006/relationships/notesMaster" Target="/ppt/notesMasters/notesMaster1.xml" Id="Rd6f04d662ba844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b996795a0b4298" /><Relationship Type="http://schemas.openxmlformats.org/officeDocument/2006/relationships/notesMaster" Target="/ppt/notesMasters/notesMaster1.xml" Id="R9fa5b5cc304940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3a3f2dac304625" /><Relationship Type="http://schemas.openxmlformats.org/officeDocument/2006/relationships/notesMaster" Target="/ppt/notesMasters/notesMaster1.xml" Id="R2ecc1179dbe343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cb29d90d1c4221" /><Relationship Type="http://schemas.openxmlformats.org/officeDocument/2006/relationships/notesMaster" Target="/ppt/notesMasters/notesMaster1.xml" Id="Re44263955a5c4e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a5f1786cc14720" /><Relationship Type="http://schemas.openxmlformats.org/officeDocument/2006/relationships/notesMaster" Target="/ppt/notesMasters/notesMaster1.xml" Id="R040b5898f5034e2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25271b219224e38" /><Relationship Type="http://schemas.openxmlformats.org/officeDocument/2006/relationships/notesMaster" Target="/ppt/notesMasters/notesMaster1.xml" Id="R66a23b15ace04d4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2e9ec3e4ccd4c04" /><Relationship Type="http://schemas.openxmlformats.org/officeDocument/2006/relationships/notesMaster" Target="/ppt/notesMasters/notesMaster1.xml" Id="R5476cd84780e40c0" /></Relationships>
</file>

<file path=ppt/notesSlides/_rels/v5_15_notesSlide1.xml.rels><?xml version='1.0' encoding='UTF-8' standalone='yes'?>
<Relationships xmlns="http://schemas.openxmlformats.org/package/2006/relationships"><Relationship Type="http://schemas.openxmlformats.org/officeDocument/2006/relationships/slide" Target="../slides/v5_15_slide1.xml" Id="R03af6546e7234c64"/><Relationship Type="http://schemas.openxmlformats.org/officeDocument/2006/relationships/notesMaster" Target="../notesMasters/notesMaster1.xml" Id="R2b09be5595f24fbe"/></Relationships>
</file>

<file path=ppt/notesSlides/_rels/v5_15_notesSlide2.xml.rels><?xml version='1.0' encoding='UTF-8' standalone='yes'?>
<Relationships xmlns="http://schemas.openxmlformats.org/package/2006/relationships"><Relationship Type="http://schemas.openxmlformats.org/officeDocument/2006/relationships/slide" Target="../slides/v5_15_slide2.xml" Id="R84fa4d9ee6fe41f0"/><Relationship Type="http://schemas.openxmlformats.org/officeDocument/2006/relationships/notesMaster" Target="../notesMasters/notesMaster1.xml" Id="R053c51478e764b39"/></Relationships>
</file>

<file path=ppt/notesSlides/_rels/v5_15_notesSlide3.xml.rels><?xml version='1.0' encoding='UTF-8' standalone='yes'?>
<Relationships xmlns="http://schemas.openxmlformats.org/package/2006/relationships"><Relationship Type="http://schemas.openxmlformats.org/officeDocument/2006/relationships/slide" Target="../slides/v5_15_slide3.xml" Id="Rfed4cc08af1b42e3"/><Relationship Type="http://schemas.openxmlformats.org/officeDocument/2006/relationships/notesMaster" Target="../notesMasters/notesMaster1.xml" Id="R93f7357bf0b44684"/></Relationships>
</file>

<file path=ppt/notesSlides/_rels/v5_15_notesSlide4.xml.rels><?xml version='1.0' encoding='UTF-8' standalone='yes'?>
<Relationships xmlns="http://schemas.openxmlformats.org/package/2006/relationships"><Relationship Type="http://schemas.openxmlformats.org/officeDocument/2006/relationships/slide" Target="../slides/v5_15_slide4.xml" Id="R1f881d334e654c38"/><Relationship Type="http://schemas.openxmlformats.org/officeDocument/2006/relationships/notesMaster" Target="../notesMasters/notesMaster1.xml" Id="Rd746ce7450fe412b"/></Relationships>
</file>

<file path=ppt/notesSlides/_rels/v5_15_notesSlide5.xml.rels><?xml version='1.0' encoding='UTF-8' standalone='yes'?>
<Relationships xmlns="http://schemas.openxmlformats.org/package/2006/relationships"><Relationship Type="http://schemas.openxmlformats.org/officeDocument/2006/relationships/slide" Target="../slides/v5_15_slide5.xml" Id="R83fdc13d9e3449e6"/><Relationship Type="http://schemas.openxmlformats.org/officeDocument/2006/relationships/notesMaster" Target="../notesMasters/notesMaster1.xml" Id="Re660d3ad005d4ffa"/></Relationships>
</file>

<file path=ppt/notesSlides/_rels/v5_15_notesSlide6.xml.rels><?xml version='1.0' encoding='UTF-8' standalone='yes'?>
<Relationships xmlns="http://schemas.openxmlformats.org/package/2006/relationships"><Relationship Type="http://schemas.openxmlformats.org/officeDocument/2006/relationships/slide" Target="../slides/v5_15_slide6.xml" Id="R8afea4c459c2457b"/><Relationship Type="http://schemas.openxmlformats.org/officeDocument/2006/relationships/notesMaster" Target="../notesMasters/notesMaster1.xml" Id="R742b5fa57ba244ad"/></Relationships>
</file>

<file path=ppt/notesSlides/_rels/v5_15_notesSlide7.xml.rels><?xml version='1.0' encoding='UTF-8' standalone='yes'?>
<Relationships xmlns="http://schemas.openxmlformats.org/package/2006/relationships"><Relationship Type="http://schemas.openxmlformats.org/officeDocument/2006/relationships/slide" Target="../slides/v5_15_slide7.xml" Id="R2d69384fa58b498e"/><Relationship Type="http://schemas.openxmlformats.org/officeDocument/2006/relationships/notesMaster" Target="../notesMasters/notesMaster1.xml" Id="R45eb61159de942b6"/></Relationships>
</file>

<file path=ppt/notesSlides/_rels/v5_15_notesSlide8.xml.rels><?xml version='1.0' encoding='UTF-8' standalone='yes'?>
<Relationships xmlns="http://schemas.openxmlformats.org/package/2006/relationships"><Relationship Type="http://schemas.openxmlformats.org/officeDocument/2006/relationships/slide" Target="../slides/v5_15_slide8.xml" Id="Ra35368626f8d4992"/><Relationship Type="http://schemas.openxmlformats.org/officeDocument/2006/relationships/notesMaster" Target="../notesMasters/notesMaster1.xml" Id="R34850dbf365a4dc5"/></Relationships>
</file>

<file path=ppt/notesSlides/_rels/v5_15_notesSlide9.xml.rels><?xml version='1.0' encoding='UTF-8' standalone='yes'?>
<Relationships xmlns="http://schemas.openxmlformats.org/package/2006/relationships"><Relationship Type="http://schemas.openxmlformats.org/officeDocument/2006/relationships/slide" Target="../slides/v5_15_slide9.xml" Id="R5df81b705d324ed3"/><Relationship Type="http://schemas.openxmlformats.org/officeDocument/2006/relationships/notesMaster" Target="../notesMasters/notesMaster1.xml" Id="Re395e6d42b08400a"/></Relationships>
</file>

<file path=ppt/notesSlides/_rels/v5_15_notesSlide10.xml.rels><?xml version='1.0' encoding='UTF-8' standalone='yes'?>
<Relationships xmlns="http://schemas.openxmlformats.org/package/2006/relationships"><Relationship Type="http://schemas.openxmlformats.org/officeDocument/2006/relationships/slide" Target="../slides/v5_15_slide10.xml" Id="Rb7f384ef76174340"/><Relationship Type="http://schemas.openxmlformats.org/officeDocument/2006/relationships/notesMaster" Target="../notesMasters/notesMaster1.xml" Id="R95aa82f6e88646f3"/></Relationships>
</file>

<file path=ppt/notesSlides/_rels/v5_15_notesSlide11.xml.rels><?xml version='1.0' encoding='UTF-8' standalone='yes'?>
<Relationships xmlns="http://schemas.openxmlformats.org/package/2006/relationships"><Relationship Type="http://schemas.openxmlformats.org/officeDocument/2006/relationships/slide" Target="../slides/v5_15_slide11.xml" Id="Rdd6210e4e272483a"/><Relationship Type="http://schemas.openxmlformats.org/officeDocument/2006/relationships/notesMaster" Target="../notesMasters/notesMaster1.xml" Id="Rfd182d78789d44c8"/></Relationships>
</file>

<file path=ppt/notesSlides/_rels/v5_15_notesSlide12.xml.rels><?xml version='1.0' encoding='UTF-8' standalone='yes'?>
<Relationships xmlns="http://schemas.openxmlformats.org/package/2006/relationships"><Relationship Type="http://schemas.openxmlformats.org/officeDocument/2006/relationships/slide" Target="../slides/v5_15_slide12.xml" Id="Re029a10abb344eb0"/><Relationship Type="http://schemas.openxmlformats.org/officeDocument/2006/relationships/notesMaster" Target="../notesMasters/notesMaster1.xml" Id="Re7f1b228d9444566"/></Relationships>
</file>

<file path=ppt/notesSlides/_rels/v5_15_notesSlide13.xml.rels><?xml version='1.0' encoding='UTF-8' standalone='yes'?>
<Relationships xmlns="http://schemas.openxmlformats.org/package/2006/relationships"><Relationship Type="http://schemas.openxmlformats.org/officeDocument/2006/relationships/slide" Target="../slides/v5_15_slide13.xml" Id="Rcb711246145f4ed6"/><Relationship Type="http://schemas.openxmlformats.org/officeDocument/2006/relationships/notesMaster" Target="../notesMasters/notesMaster1.xml" Id="R542ad3d0f95a4386"/></Relationship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5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5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5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5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5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5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5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5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5_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5_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画像：木口・端面・加工面を同じ方向で記録する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5_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5_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5_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86e486fe254a4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29d9c0dc634c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fc018ad8142d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84569e964f4a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498abd8bf54c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ccb11425e642c8" /></Relationships>
</file>

<file path=ppt/slideLayouts/_rels/v5_15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v5_15_slideMaster1.xml" Id="R6764ce6747604317"/></Relationships>
</file>

<file path=ppt/slideLayouts/_rels/v5_15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v5_15_slideMaster1.xml" Id="Rfa878b83397f474f"/></Relationships>
</file>

<file path=ppt/slideLayouts/_rels/v5_15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v5_15_slideMaster1.xml" Id="R3d8f731db7294e37"/></Relationships>
</file>

<file path=ppt/slideLayouts/_rels/v5_15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v5_15_slideMaster1.xml" Id="Rc4b5f58a48004443"/></Relationships>
</file>

<file path=ppt/slideLayouts/_rels/v5_15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v5_15_slideMaster1.xml" Id="R121bb264e4074096"/></Relationships>
</file>

<file path=ppt/slideLayouts/_rels/v5_15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v5_15_slideMaster1.xml" Id="R4c859189e57b40a4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1C7C26-445A-4D2B-B3C7-396867FB0B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B5D4EA-C627-40D7-9758-804A643458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CE61B8-28BB-4702-9732-28A9987AC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7F6E55-8690-47ED-864F-706BBEC8A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069715-EF7B-4A71-8465-B50E0902B8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716BFF-F3DE-4802-9F20-2B36975A4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A92231-EE06-4908-81FE-DF5B09218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9D9F0F-98C8-41E8-B65D-12F25AED7F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15E71F-154A-4B4C-BE61-9E8765271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3A76AE-530B-471B-A6D0-E3B5D8D7B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v5_15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6804AD-4FC6-41B5-A571-2F3C99D2BD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C93F155-F0A0-49FF-B8FE-6AD455BF3C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5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4DCC832-CEBD-4961-A003-E13B71AA41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5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1B567B-2E59-467D-A96F-BA690D3B36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174D91D-6443-49B6-96A0-3EEE41E3A1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5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92BC16-751A-49FF-938C-7752704BB6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0D9F30-80E4-4497-B0D3-1B1DEFE4DF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53FD3A2-F6B3-450C-B2E5-C68D7F798A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5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4841D5-1969-46DE-8D23-861F8DF6D2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C5FF13-7F84-47E5-AC66-9FB2EF5600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5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011c918ab3493c" /><Relationship Type="http://schemas.openxmlformats.org/officeDocument/2006/relationships/slideLayout" Target="/ppt/slideLayouts/slideLayout1.xml" Id="Rda3e6e3a5c494a53" /><Relationship Type="http://schemas.openxmlformats.org/officeDocument/2006/relationships/slideLayout" Target="/ppt/slideLayouts/slideLayout2.xml" Id="R3c62af1681974ae6" /><Relationship Type="http://schemas.openxmlformats.org/officeDocument/2006/relationships/slideLayout" Target="/ppt/slideLayouts/slideLayout3.xml" Id="R9a125208d90e43a9" /><Relationship Type="http://schemas.openxmlformats.org/officeDocument/2006/relationships/slideLayout" Target="/ppt/slideLayouts/slideLayout4.xml" Id="R609bdd1f93d44650" /><Relationship Type="http://schemas.openxmlformats.org/officeDocument/2006/relationships/slideLayout" Target="/ppt/slideLayouts/slideLayout5.xml" Id="Rdd2f5de6869141f9" /><Relationship Type="http://schemas.openxmlformats.org/officeDocument/2006/relationships/slideLayout" Target="/ppt/slideLayouts/slideLayout6.xml" Id="R9ce3fdbca63a40c8" /></Relationships>
</file>

<file path=ppt/slideMasters/_rels/v5_15_slideMaster1.xml.rels><?xml version='1.0' encoding='UTF-8' standalone='yes'?>
<Relationships xmlns="http://schemas.openxmlformats.org/package/2006/relationships"><Relationship Type="http://schemas.openxmlformats.org/officeDocument/2006/relationships/theme" Target="theme/v5_15_theme2.xml" Id="Rd8f87652c3c04c06"/><Relationship Type="http://schemas.openxmlformats.org/officeDocument/2006/relationships/slideLayout" Target="../slideLayouts/v5_15_slideLayout1.xml" Id="R37d2bfe0d5d54d7f"/><Relationship Type="http://schemas.openxmlformats.org/officeDocument/2006/relationships/slideLayout" Target="../slideLayouts/v5_15_slideLayout2.xml" Id="Rb538127282ff4fa0"/><Relationship Type="http://schemas.openxmlformats.org/officeDocument/2006/relationships/slideLayout" Target="../slideLayouts/v5_15_slideLayout3.xml" Id="R46b067d140c142c9"/><Relationship Type="http://schemas.openxmlformats.org/officeDocument/2006/relationships/slideLayout" Target="../slideLayouts/v5_15_slideLayout4.xml" Id="R4cc1abcf79ce4491"/><Relationship Type="http://schemas.openxmlformats.org/officeDocument/2006/relationships/slideLayout" Target="../slideLayouts/v5_15_slideLayout5.xml" Id="Rb8ca59a09388407f"/><Relationship Type="http://schemas.openxmlformats.org/officeDocument/2006/relationships/slideLayout" Target="../slideLayouts/v5_15_slideLayout6.xml" Id="R6d853295b6be4976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3e6e3a5c494a53"/>
    <p:sldLayoutId xmlns:r="http://schemas.openxmlformats.org/officeDocument/2006/relationships" id="2147483650" r:id="R3c62af1681974ae6"/>
    <p:sldLayoutId xmlns:r="http://schemas.openxmlformats.org/officeDocument/2006/relationships" id="2147483651" r:id="R9a125208d90e43a9"/>
    <p:sldLayoutId xmlns:r="http://schemas.openxmlformats.org/officeDocument/2006/relationships" id="2147483652" r:id="R609bdd1f93d44650"/>
    <p:sldLayoutId xmlns:r="http://schemas.openxmlformats.org/officeDocument/2006/relationships" id="2147483653" r:id="Rdd2f5de6869141f9"/>
    <p:sldLayoutId xmlns:r="http://schemas.openxmlformats.org/officeDocument/2006/relationships" id="2147483654" r:id="R9ce3fdbca63a40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v5_15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v5_15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37d2bfe0d5d54d7f"/>
    <p:sldLayoutId xmlns:r="http://schemas.openxmlformats.org/officeDocument/2006/relationships" id="2147483657" r:id="Rb538127282ff4fa0"/>
    <p:sldLayoutId xmlns:r="http://schemas.openxmlformats.org/officeDocument/2006/relationships" id="2147483658" r:id="R46b067d140c142c9"/>
    <p:sldLayoutId xmlns:r="http://schemas.openxmlformats.org/officeDocument/2006/relationships" id="2147483659" r:id="R4cc1abcf79ce4491"/>
    <p:sldLayoutId xmlns:r="http://schemas.openxmlformats.org/officeDocument/2006/relationships" id="2147483660" r:id="Rb8ca59a09388407f"/>
    <p:sldLayoutId xmlns:r="http://schemas.openxmlformats.org/officeDocument/2006/relationships" id="2147483661" r:id="R6d853295b6be49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51acdf545c414c" /><Relationship Type="http://schemas.openxmlformats.org/officeDocument/2006/relationships/notesSlide" Target="/ppt/notesSlides/notesSlide2.xml" Id="Ra15173f4f04b4d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70d71961d54feb" /><Relationship Type="http://schemas.openxmlformats.org/officeDocument/2006/relationships/notesSlide" Target="/ppt/notesSlides/notesSlide5.xml" Id="Rbd507ede10864a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34da585a8c424b" /><Relationship Type="http://schemas.openxmlformats.org/officeDocument/2006/relationships/notesSlide" Target="/ppt/notesSlides/notesSlide8.xml" Id="Rbe4a44b914264d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c5331593764df3" /><Relationship Type="http://schemas.openxmlformats.org/officeDocument/2006/relationships/notesSlide" Target="/ppt/notesSlides/notesSlide9.xml" Id="Rfe321fcac77440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f519ea3e92428c" /><Relationship Type="http://schemas.openxmlformats.org/officeDocument/2006/relationships/notesSlide" Target="/ppt/notesSlides/notesSlide13.xml" Id="R4066fe0b3a9e469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713c7cf1224793" /><Relationship Type="http://schemas.openxmlformats.org/officeDocument/2006/relationships/notesSlide" Target="/ppt/notesSlides/notesSlide16.xml" Id="R9bf470f2bff54d8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70aa5723384359" /><Relationship Type="http://schemas.openxmlformats.org/officeDocument/2006/relationships/notesSlide" Target="/ppt/notesSlides/notesSlide17.xml" Id="Rb37729ea4f0d444b" /></Relationships>
</file>

<file path=ppt/slides/_rels/v5_15_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v5_15_slideLayout6.xml" Id="R0387bfff15e242b6"/><Relationship Type="http://schemas.openxmlformats.org/officeDocument/2006/relationships/notesSlide" Target="../notesSlides/v5_15_notesSlide1.xml" Id="R3095217f849b4e74"/></Relationships>
</file>

<file path=ppt/slides/_rels/v5_15_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v5_15_slideLayout6.xml" Id="Rd06ac10b673b41b7"/><Relationship Type="http://schemas.openxmlformats.org/officeDocument/2006/relationships/notesSlide" Target="../notesSlides/v5_15_notesSlide2.xml" Id="Rcfdb249edfb5479e"/></Relationships>
</file>

<file path=ppt/slides/_rels/v5_15_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v5_15_slideLayout6.xml" Id="Ra328a83a72e74e4b"/><Relationship Type="http://schemas.openxmlformats.org/officeDocument/2006/relationships/notesSlide" Target="../notesSlides/v5_15_notesSlide3.xml" Id="Rd55bb1ee21ea441f"/></Relationships>
</file>

<file path=ppt/slides/_rels/v5_15_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v5_15_slideLayout6.xml" Id="Re8de21cb726346cf"/><Relationship Type="http://schemas.openxmlformats.org/officeDocument/2006/relationships/notesSlide" Target="../notesSlides/v5_15_notesSlide4.xml" Id="Rcc10ca9ca0d1476f"/></Relationships>
</file>

<file path=ppt/slides/_rels/v5_15_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v5_15_slideLayout6.xml" Id="R41433f89d3854c0d"/><Relationship Type="http://schemas.openxmlformats.org/officeDocument/2006/relationships/notesSlide" Target="../notesSlides/v5_15_notesSlide5.xml" Id="R3a8febecc0084dd5"/></Relationships>
</file>

<file path=ppt/slides/_rels/v5_15_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v5_15_slideLayout6.xml" Id="R096b9facff724c5a"/><Relationship Type="http://schemas.openxmlformats.org/officeDocument/2006/relationships/notesSlide" Target="../notesSlides/v5_15_notesSlide6.xml" Id="R33f866b3c1d849de"/></Relationships>
</file>

<file path=ppt/slides/_rels/v5_15_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v5_15_slideLayout6.xml" Id="R73561a031f18486a"/><Relationship Type="http://schemas.openxmlformats.org/officeDocument/2006/relationships/notesSlide" Target="../notesSlides/v5_15_notesSlide7.xml" Id="R741aa1e5d8c34ea1"/></Relationships>
</file>

<file path=ppt/slides/_rels/v5_15_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v5_15_slideLayout6.xml" Id="R7ba19fbc77ce4886"/><Relationship Type="http://schemas.openxmlformats.org/officeDocument/2006/relationships/notesSlide" Target="../notesSlides/v5_15_notesSlide8.xml" Id="R195c1f4400424114"/></Relationships>
</file>

<file path=ppt/slides/_rels/v5_15_slide9.xml.rels><?xml version='1.0' encoding='UTF-8' standalone='yes'?>
<Relationships xmlns="http://schemas.openxmlformats.org/package/2006/relationships"><Relationship Type="http://schemas.openxmlformats.org/officeDocument/2006/relationships/slideLayout" Target="../slideLayouts/v5_15_slideLayout6.xml" Id="R257b060e75c748ac"/><Relationship Type="http://schemas.openxmlformats.org/officeDocument/2006/relationships/notesSlide" Target="../notesSlides/v5_15_notesSlide9.xml" Id="Ra9247f52be8948da"/></Relationships>
</file>

<file path=ppt/slides/_rels/v5_15_slide10.xml.rels><?xml version='1.0' encoding='UTF-8' standalone='yes'?>
<Relationships xmlns="http://schemas.openxmlformats.org/package/2006/relationships"><Relationship Type="http://schemas.openxmlformats.org/officeDocument/2006/relationships/slideLayout" Target="../slideLayouts/v5_15_slideLayout6.xml" Id="R354987bfab4541dd"/><Relationship Type="http://schemas.openxmlformats.org/officeDocument/2006/relationships/notesSlide" Target="../notesSlides/v5_15_notesSlide10.xml" Id="Rca873964066d4aeb"/></Relationships>
</file>

<file path=ppt/slides/_rels/v5_15_slide11.xml.rels><?xml version='1.0' encoding='UTF-8' standalone='yes'?>
<Relationships xmlns="http://schemas.openxmlformats.org/package/2006/relationships"><Relationship Type="http://schemas.openxmlformats.org/officeDocument/2006/relationships/slideLayout" Target="../slideLayouts/v5_15_slideLayout6.xml" Id="R3b21db1cbb384994"/><Relationship Type="http://schemas.openxmlformats.org/officeDocument/2006/relationships/notesSlide" Target="../notesSlides/v5_15_notesSlide11.xml" Id="R38ef675425484091"/></Relationships>
</file>

<file path=ppt/slides/_rels/v5_15_slide12.xml.rels><?xml version='1.0' encoding='UTF-8' standalone='yes'?>
<Relationships xmlns="http://schemas.openxmlformats.org/package/2006/relationships"><Relationship Type="http://schemas.openxmlformats.org/officeDocument/2006/relationships/slideLayout" Target="../slideLayouts/v5_15_slideLayout6.xml" Id="R9b44fbc93aaa42f0"/><Relationship Type="http://schemas.openxmlformats.org/officeDocument/2006/relationships/notesSlide" Target="../notesSlides/v5_15_notesSlide12.xml" Id="R309b7f081ac7413c"/></Relationships>
</file>

<file path=ppt/slides/_rels/v5_15_slide13.xml.rels><?xml version='1.0' encoding='UTF-8' standalone='yes'?>
<Relationships xmlns="http://schemas.openxmlformats.org/package/2006/relationships"><Relationship Type="http://schemas.openxmlformats.org/officeDocument/2006/relationships/slideLayout" Target="../slideLayouts/v5_15_slideLayout6.xml" Id="Ra79a3cfbd62c4252"/><Relationship Type="http://schemas.openxmlformats.org/officeDocument/2006/relationships/notesSlide" Target="../notesSlides/v5_15_notesSlide13.xml" Id="R726f98667d7248f4"/></Relationships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48307-35AC-4C91-B0B1-84AB0E52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今回の前提を確かめる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9115F-2F93-493B-99BF-F493B12536F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1DDA1-A4F2-45C3-9F35-07D7CF7B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571F2-ABA0-47B0-8C2A-6507E2CB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E9A3A-876E-495C-8B11-4A696AF8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木材と木質材料を、構造・状態・製法で説明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2468D-C087-4003-AA9E-C289978B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値の比較では、方向・単位・条件をそろえた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610A0-5DF6-4241-BB3A-90CC37C8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最後は、生徒が確かめられる授業へ組み立てる</a:t>
            </a:r>
          </a:p>
        </p:txBody>
      </p:sp>
    </p:spTree>
    <p:extLst>
      <p:ext uri="{BB962C8B-B14F-4D97-AF65-F5344CB8AC3E}">
        <p14:creationId xmlns:p14="http://schemas.microsoft.com/office/powerpoint/2010/main" val="9766445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2529BE-CA01-4A78-8134-36F47F6E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構造から授業の説明へ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23F94-E820-41E8-BB32-A0B247D41AD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2BEAA-70C7-4404-A372-87253071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2AC85-D781-43FE-AAFC-D870CA54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73504-8ACF-425B-840F-473DC4F8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構造・成分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03335-63C8-4635-9ED6-4F6EA903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43125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物性・加工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8B809-0579-412C-9505-674EDF33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選択・利用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878B6-C590-417A-8616-9FED99FFF6D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762375" y="25050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87E8B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D86E9-3C1D-4CAF-8229-807C0444B25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477125" y="25050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87E8B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5F49B-DE9F-4D5D-AEE1-F709896D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6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6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6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6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6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6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6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6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6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方向・状態・寸法・荷重をそろえ、根拠を確かめる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A7323-BED9-4252-98D6-C3F1305E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観察と予想、データと計算、説明の改訂</a:t>
            </a:r>
          </a:p>
        </p:txBody>
      </p:sp>
    </p:spTree>
    <p:extLst>
      <p:ext uri="{BB962C8B-B14F-4D97-AF65-F5344CB8AC3E}">
        <p14:creationId xmlns:p14="http://schemas.microsoft.com/office/powerpoint/2010/main" val="12008571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A3EB7-9EF2-49A7-8E60-F0B07012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　学習目標の書き換え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9DEA8-8879-49C0-99A9-4E752907934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E9D4B-6FFE-4D80-8181-E38C6620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9C9D8-75AE-45AA-8644-9ABC7C96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12E19-4A02-4B9A-B140-11DCEF33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学習目標：「木材の特徴を知る」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9FA01-3006-4661-B5BE-68557435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活動：「板を自由に曲げて感想を書く」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B9CCC-16AB-4551-9FE3-8CD9F2C3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この案に不足する条件と評価を挙げる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76425-A577-490F-929C-E5714105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中学生が確かめられる目標へ書き直す</a:t>
            </a:r>
          </a:p>
        </p:txBody>
      </p:sp>
    </p:spTree>
    <p:extLst>
      <p:ext uri="{BB962C8B-B14F-4D97-AF65-F5344CB8AC3E}">
        <p14:creationId xmlns:p14="http://schemas.microsoft.com/office/powerpoint/2010/main" val="4798439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80E42-AB80-4A1D-B88A-7B763FAE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演習1の解説　学習目標の書き換え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3B1B8-8FC5-47A7-A767-C14B9F381FF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EE830-B915-4359-B4C2-D8DA1B4F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CCF07-8EF4-43FA-8BBC-0BC0E99C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C53A6-A154-458F-960E-E63DA466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方向・寸法・支え方・荷重等の比較条件を指定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808A8-2CA9-4514-A93C-9495F5B4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同じ断面積の2形状を図示し、たわみを比較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23373-CC9C-4F77-8EA6-6784B0B2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「条件をそろえ、違いを構造やIで説明できる」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D24AB-DEB8-4548-81EA-9754594B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過大な荷重や破壊を前提にしない活動にする</a:t>
            </a:r>
          </a:p>
        </p:txBody>
      </p:sp>
    </p:spTree>
    <p:extLst>
      <p:ext uri="{BB962C8B-B14F-4D97-AF65-F5344CB8AC3E}">
        <p14:creationId xmlns:p14="http://schemas.microsoft.com/office/powerpoint/2010/main" val="13034280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D6BC4-C682-40A6-9F19-CEB2E7A6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　授業案の相互検討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7AE8A-940B-420D-816C-AECEF8133A3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76716-09BC-46A7-8EF4-87158043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45F9E-4248-483D-B8F3-0CA4F167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7C6FC-172D-400E-AB5E-A487E08D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指導計画を交換し、活動と目標の対応を確認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3C7CF-E515-4A8F-B4A8-10AC58EE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条件の不足、科学的な誤り、時間配分を指摘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069E9-B92D-4309-A9CF-1951E7FA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生徒が残す記録と、評価基準を照合する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C9018-8551-4AA8-BB96-6F768A54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根拠が変わった点を示し、計画を改訂する</a:t>
            </a:r>
          </a:p>
        </p:txBody>
      </p:sp>
    </p:spTree>
    <p:extLst>
      <p:ext uri="{BB962C8B-B14F-4D97-AF65-F5344CB8AC3E}">
        <p14:creationId xmlns:p14="http://schemas.microsoft.com/office/powerpoint/2010/main" val="6260323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63511-F051-4C14-8C63-46DE83CC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確認問題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277F8-2120-40EB-8591-4A09AA06B57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1BF59-C9F1-448F-B8EC-AD6803E0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7B64B-6759-46D0-B4CA-2AA6CDE6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671AB-569B-43AA-B60B-1D71FE2F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多孔質・異方性から、それぞれ性質を説明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F581E-E888-425E-B510-6B1EABF0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木質材料の配向と、採用条件を説明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DE09A-58E5-403A-AD2E-B5426F35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自分の説明が変わった点を一つ示す</a:t>
            </a:r>
          </a:p>
        </p:txBody>
      </p:sp>
    </p:spTree>
    <p:extLst>
      <p:ext uri="{BB962C8B-B14F-4D97-AF65-F5344CB8AC3E}">
        <p14:creationId xmlns:p14="http://schemas.microsoft.com/office/powerpoint/2010/main" val="5817784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4B98F-C51C-4537-BB25-31501EC1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要点の整理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E1F2B-24D9-4C76-BCDB-89BD94010A3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94FF3-0B8B-4545-AEA8-949A59B8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6E27F-7228-4D99-81B3-432292AB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9D83E-AA42-4D05-8999-96880206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観察・計算・加工を、根拠ある説明でつなぐ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4C901-6728-4BD3-9DF0-388E16BD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条件を指定し、材料選択と授業計画を改訂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3B3E2-C44E-4A62-84A2-3ACD7F23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自分の授業で、生徒のどんな説明を確かめるか</a:t>
            </a:r>
          </a:p>
        </p:txBody>
      </p:sp>
    </p:spTree>
    <p:extLst>
      <p:ext uri="{BB962C8B-B14F-4D97-AF65-F5344CB8AC3E}">
        <p14:creationId xmlns:p14="http://schemas.microsoft.com/office/powerpoint/2010/main" val="736951662"/>
      </p:ext>
    </p:extLst>
  </p:cSld>
</p:sld>
</file>

<file path=ppt/slides/v5_15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85E96-AB59-4052-A80D-90F0A28B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第15回　技術科への統合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B0FCF-A84C-4B06-8171-9A40F059A2B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28AA1-4E5C-41AB-96A7-5784334A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DCEC9-9906-40B1-B59A-828A6DE5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8E3514-D401-4A67-85A4-78291B7B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統合：構造・性能を技術科の授業へ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51255-E391-4D7F-B441-3499C0DB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820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木材・木質材料の選択理由を説明し、中学校50分授業の観察・比較・評価へ結び付ける。</a:t>
            </a:r>
          </a:p>
        </p:txBody>
      </p:sp>
    </p:spTree>
    <p:extLst>
      <p:ext uri="{BB962C8B-B14F-4D97-AF65-F5344CB8AC3E}">
        <p14:creationId xmlns:p14="http://schemas.microsoft.com/office/powerpoint/2010/main" val="1874821032"/>
      </p:ext>
    </p:extLst>
  </p:cSld>
</p:sld>
</file>

<file path=ppt/slides/v5_15_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261-725B-4CFA-8BD6-F6043114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今回考える三つの関係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AEB7E-CBB9-47A0-8C88-EB78FAB906F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3983A-79E8-4C9A-A959-944557BF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C89E2-28A3-4736-93DC-42A64BB9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4CF89-9583-4CE0-BDCC-1100E116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多孔質：壁と空隙の割合から、密度や水の移動を説明する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1C891-CBD1-415B-9CEE-BE8569B4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目標例：二つの材料を用途に照らして比べ、採用理由を説明できる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5FF477-8BD7-4F46-AFAF-BE8D936A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期末テストの代わりに、4回の課題でまとまりごとの理解を確かめる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4C9FE-E8E7-4280-A931-C65D0A86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演習では、式・単位・観察の根拠を残して説明する</a:t>
            </a:r>
          </a:p>
        </p:txBody>
      </p:sp>
    </p:spTree>
    <p:extLst>
      <p:ext uri="{BB962C8B-B14F-4D97-AF65-F5344CB8AC3E}">
        <p14:creationId xmlns:p14="http://schemas.microsoft.com/office/powerpoint/2010/main" val="142531176"/>
      </p:ext>
    </p:extLst>
  </p:cSld>
</p:sld>
</file>

<file path=ppt/slides/v5_15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960234-C6B4-4352-98BC-B7C59905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科学的な理解を材料選択へ結ぶ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3CEB3-F178-4169-A622-D9704845C26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21607-26B6-47C1-B80C-09BA09F8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CFA04-90E6-4F4A-B84E-897F0524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0A174-3EE9-49A3-B50B-513FAC8F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多孔質：壁と空隙の割合から、密度や水の移動を説明する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37F48-7485-4E6D-97AA-0551F9D0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異方性：細胞とミクロフィブリルの配向から、方向差を説明する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47BA4-1B2B-4A84-85A4-1FED4C14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水分：細胞壁中の水から、寸法・変形・劣化条件へつなぐ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B72EF-70CD-4BCC-8EBC-AEFC9060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木質材料：要素と配向・接着から、調整した性能を説明する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B6D00-BEEF-45BA-BCD2-B4E18B9F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用途の条件に照らし、複数の根拠を用いて材料を選ぶ</a:t>
            </a:r>
          </a:p>
        </p:txBody>
      </p:sp>
    </p:spTree>
    <p:extLst>
      <p:ext uri="{BB962C8B-B14F-4D97-AF65-F5344CB8AC3E}">
        <p14:creationId xmlns:p14="http://schemas.microsoft.com/office/powerpoint/2010/main" val="1416282727"/>
      </p:ext>
    </p:extLst>
  </p:cSld>
</p:sld>
</file>

<file path=ppt/slides/v5_15_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A5942-8DB9-4EAE-B67B-3CF0563E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学習目標と評価する説明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631E5-07C2-4DF4-BC53-F973A950203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082B9-B164-49F9-80C8-1CEE9728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919CA-DE5C-4826-94AA-F0F3CB49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50B5B-CFF9-49DC-994E-A02045DF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目標例：二つの材料を用途に照らして比べ、採用理由を説明できる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25B19-70BF-4D0A-8F8F-8FBAF38F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根拠の例：繊維方向、厚さとたわみ、水への対応、接合方法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4FD3F-3970-473E-B497-06A242F0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提出物の例：比較表、選択した案、追加確認する条件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35814-7133-4150-ABE7-6761D3AD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基本達成：一つの性質を用途へ正しく結び付ける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EEC2D-8F3F-48B9-8F73-CC19D38A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十分達成：条件の兼ね合いと不足情報を含めて判断する</a:t>
            </a:r>
          </a:p>
        </p:txBody>
      </p:sp>
    </p:spTree>
    <p:extLst>
      <p:ext uri="{BB962C8B-B14F-4D97-AF65-F5344CB8AC3E}">
        <p14:creationId xmlns:p14="http://schemas.microsoft.com/office/powerpoint/2010/main" val="1617145016"/>
      </p:ext>
    </p:extLst>
  </p:cSld>
</p:sld>
</file>

<file path=ppt/slides/v5_15_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9E60B-A848-4B85-B1AC-8C20B2DE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50分授業の構成例：断面とたわみ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05DAA-0F80-44B3-90DA-21B3DA02AE3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89B693-A1C1-41F9-BA0C-A6D1E1BA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A9443-0B06-4219-A370-DC419F5D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048EC-364E-4BE8-A4BE-6900B85656B1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3905250"/>
                <a:gridCol w="4391025"/>
              </a:tblGrid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時間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生徒の活動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確認する理解・記録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0～8分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2形状のたわみを予想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支点間距離・断面積・材料を確認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8～25分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同じ荷重で比較・記録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幅と高さ、たわみ、荷重を表に残す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25～40分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棚板の向きと支持を選ぶ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観察結果を選択理由に結び付ける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40～50分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説明を共有し、改訂する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条件と根拠を出口カードに記す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15711"/>
      </p:ext>
    </p:extLst>
  </p:cSld>
</p:sld>
</file>

<file path=ppt/slides/v5_15_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A9C5C9-1795-45C8-9345-B64E00CD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観察から改善までの学習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F077F-11A8-4425-9B55-7D062DCBB8B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6CF6B-E348-40A0-AB3D-F6C22F63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A8CB7-C6CB-499C-9CAF-4BCEDB54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C1F92-0038-40C7-9193-D2404433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観察：表面と端面を比べ、木材・木質材料の構成を読む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31E7C-421E-4BC7-9E29-9CBAA418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比較：形や方向を一つずつ変え、結果を根拠付きで記録する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622E1-5568-4F72-8503-9D2DC19D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選択：用途に合う材料・寸法・接合を、理由とともに提案する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46093-851F-4F21-BDFC-C1AD9D13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試作と評価：加工結果や使用時の振る舞いから、選択を見直す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C3092-F6FA-4286-B61A-2B121C49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50分の一授業では、この流れのどこを確かめるかを絞る</a:t>
            </a:r>
          </a:p>
        </p:txBody>
      </p:sp>
    </p:spTree>
    <p:extLst>
      <p:ext uri="{BB962C8B-B14F-4D97-AF65-F5344CB8AC3E}">
        <p14:creationId xmlns:p14="http://schemas.microsoft.com/office/powerpoint/2010/main" val="977699235"/>
      </p:ext>
    </p:extLst>
  </p:cSld>
</p:sld>
</file>

<file path=ppt/slides/v5_15_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BDD8B-FCB7-47E1-8740-FC06CC9A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授業で集める記録と評価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7F22B-AE5D-4EA4-8E4F-44933A01592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BEA39-D94B-4A67-8DB5-582BC051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36683-8169-434B-A426-8FDA5604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900C2-3D63-40D8-B319-9ECF87B8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予想：どちらがたわみにくいかを、寸法と向きを添えて書く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801BA-04FF-47EC-80A2-88FFFA7A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比較：同じ荷重・支点間距離で、たわみを測って表にする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12F49-6543-4DAB-95B4-C931B4EA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説明：結果を断面の高さと対応させ、棚板の向きを提案する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29D18-527B-485C-8452-2A200DE5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基本達成：比較条件を示し、測定結果を理由に一つの案を選べる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15ECF-0385-4654-86A4-1B78B35C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十分達成：誤差や材料のばらつき、追加で確かめる条件にも触れる</a:t>
            </a:r>
          </a:p>
        </p:txBody>
      </p:sp>
    </p:spTree>
    <p:extLst>
      <p:ext uri="{BB962C8B-B14F-4D97-AF65-F5344CB8AC3E}">
        <p14:creationId xmlns:p14="http://schemas.microsoft.com/office/powerpoint/2010/main" val="1824281529"/>
      </p:ext>
    </p:extLst>
  </p:cSld>
</p:sld>
</file>

<file path=ppt/slides/v5_15_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B51FF-6F7F-4759-B720-C77E8418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課題と評価と学び直し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5F859-A0E4-4811-A07F-4ACEDC22FF4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BB090-8634-41E9-8BA2-B7713D52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6942D-A6D6-4B8B-B7BA-46D5C36E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44A8D-38EB-4A29-B1B1-555ADEE0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期末テストの代わりに、4回の課題でまとまりごとの理解を確かめる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29B58-7C8C-461B-A796-AC8ADBEB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A1は構造と成分、A2は力と変形、A3は密度・水・劣化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CB982-5584-44C8-BDA7-FBFA5105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A4は木質材料の選択と、中学校50分授業の構想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E45C8-0B3A-4843-8463-AAE88752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各課題は基本70点・発展30点。式・単位・出典・理由を残す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E111EE-E373-45C7-8D19-03EF8EFB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返却された回答IDを手掛かりに、説明や計算を修正する</a:t>
            </a:r>
          </a:p>
        </p:txBody>
      </p:sp>
    </p:spTree>
    <p:extLst>
      <p:ext uri="{BB962C8B-B14F-4D97-AF65-F5344CB8AC3E}">
        <p14:creationId xmlns:p14="http://schemas.microsoft.com/office/powerpoint/2010/main" val="563683054"/>
      </p:ext>
    </p:extLst>
  </p:cSld>
</p:sld>
</file>

<file path=ppt/slides/v5_15_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5BB2B-D1B6-434C-B5C7-06A28B40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演習2の解説　授業案を改善する観点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2D965-D280-43CA-ABFD-36CB8901592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8DE93-3B26-4CD8-B90C-7FD5F144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2D038-E877-4506-BB74-A3E88E74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21B2C-9B6D-43E4-880E-B99AA331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目標・比較活動・提出物・評価基準が、同じ理解を確かめているか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F0357-373E-4988-822E-5E08ACCC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三方向と三断面、弾性率と強度を混同していないか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1D50E-F242-4081-9DB6-96BFD91A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50分に準備・測定・片付けを含め、説明を書き直す時間を確保する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3D5A3-975E-4E2F-82F7-1033957D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大学で扱ったIの計算は教員側の根拠とし、生徒の観察結果へ結び付ける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51623-4191-44BF-AFFA-AE722630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修正前と修正後の案を残し、変更した条件と理由を説明する</a:t>
            </a:r>
          </a:p>
        </p:txBody>
      </p:sp>
    </p:spTree>
    <p:extLst>
      <p:ext uri="{BB962C8B-B14F-4D97-AF65-F5344CB8AC3E}">
        <p14:creationId xmlns:p14="http://schemas.microsoft.com/office/powerpoint/2010/main" val="363553712"/>
      </p:ext>
    </p:extLst>
  </p:cSld>
</p:sld>
</file>

<file path=ppt/slides/v5_15_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935DDB-927D-458A-9FD5-B9898B16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ICTで比較の根拠を残す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2B1F5-1F70-4284-A06D-0F933AD9E5A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AB64F-B8F9-4384-B3B9-8BF732AD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FE79B-69C2-416C-B013-0713F2E1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23ECA-AB3C-4970-9BC7-E318D703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画像：木口・端面・加工面を同じ方向で記録する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9C53D-C2E4-48CD-8154-3377C167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表計算：単位と測定条件を残し、密度や変形を比較する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9AF14-253B-4DAC-9EA7-6A6B32B0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共有：採用案と不採用案の理由を、データと対応させる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CDE6C-BC92-4387-A31E-22CA7256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振り返り：初めの予想が変わった箇所と、その根拠を示す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8E7D2-953C-46AD-BFD6-4517F893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教科書の接点：問題発見・設計・製作・評価と改善／A(1)～(3)／Dとの横断</a:t>
            </a:r>
          </a:p>
        </p:txBody>
      </p:sp>
    </p:spTree>
    <p:extLst>
      <p:ext uri="{BB962C8B-B14F-4D97-AF65-F5344CB8AC3E}">
        <p14:creationId xmlns:p14="http://schemas.microsoft.com/office/powerpoint/2010/main" val="698545210"/>
      </p:ext>
    </p:extLst>
  </p:cSld>
</p:sld>
</file>

<file path=ppt/slides/v5_15_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8FD75-F100-4D93-B300-EEC48CFF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課題A4と学習の振り返り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0BFD9-2CDD-4C22-A7FE-9C202DAE884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041D5-B9C2-40F2-8504-C839E6EA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B7B79-12ED-43D1-9B66-432B1CAE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81BDE-53E4-42B6-94F9-1D3AD082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木質材料の構成、EIと質量の比較、製品調査を課題A4で整理する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627B3-69F3-42DA-84D5-A22A9298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50分授業の目標・時間配分・活動・評価を対応させる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F959A-8D49-420E-8F3F-62440575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未確認の性能は、確認方法とともに示す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01A76-7FCB-4E04-A14C-D9AB2A6D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初めの予想から、どの根拠によって説明が変わったかを残す</a:t>
            </a:r>
          </a:p>
        </p:txBody>
      </p:sp>
    </p:spTree>
    <p:extLst>
      <p:ext uri="{BB962C8B-B14F-4D97-AF65-F5344CB8AC3E}">
        <p14:creationId xmlns:p14="http://schemas.microsoft.com/office/powerpoint/2010/main" val="738913567"/>
      </p:ext>
    </p:extLst>
  </p:cSld>
</p:sld>
</file>

<file path=ppt/slides/v5_15_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A3F05-0F89-4D8D-836B-AB9CDE87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参考資料と読み進め方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42715-E3BA-4C93-BA68-85490366D7D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03999-A92E-4E69-9A9A-B8D29CEF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第3章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5207D-C45E-4F87-8460-0B2DFEBE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3B5C5-8AC3-402C-9738-6D795A8D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第4章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008CA-18BB-4AA9-91F5-A1C13E3C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8677D-24B9-4A01-9591-D68C4A31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第5章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05177-FBB0-436C-9DCE-34F1CE3E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A1196-1366-44B0-97CB-F6508D7B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第11章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8B08B-3D82-46BD-BA23-ED88D9B2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https://research.fs.usda.gov/treesearch/62258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E36E3-CA24-4BE8-A09C-A5E3F5FB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1C801-8934-49AF-9633-9B942E94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第15回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A609E-0164-48F7-BBB8-524E8A25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88650165"/>
      </p:ext>
    </p:extLst>
  </p:cSld>
</p:sld>
</file>

<file path=ppt/slides/v5_15_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C6B668-160A-4232-8A4B-133C1B12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参考資料と調べ学習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52F3C-FB3F-4FE2-8073-B8B31016841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99807-748D-48DE-BFAC-E45DFE40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学習指導要領解説 A 材料と加工の技術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B3A3B-7673-4F70-9BD5-4E71FD24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https://www.mext.go.jp/component/a_menu/education/micro_detail/__icsFiles/afieldfile/2019/03/18/1387018_009.pdf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31A47-6BAC-4EF4-B76B-C842CC5E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東京書籍 R7年間指導計画 PDF3～5頁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F5CA5-BA69-41A2-B601-99F322A6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https://ten.tokyo-shoseki.co.jp/text/chu/gijutsu/download/documents/R7gijutsu_keikaku.pdf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1AEC7-8306-4D7B-8DF9-320EFEBC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693A7-DFF7-4D65-BA78-9850313A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第15回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D611C-D8C0-4438-A47F-D51225A6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279137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2026-10-22T22:23:31.6370000Z</dcterms:created>
  <dcterms:modified xsi:type="dcterms:W3CDTF">2026-10-22T22:23:31.6370000Z</dcterms:modified>
</coreProperties>
</file>
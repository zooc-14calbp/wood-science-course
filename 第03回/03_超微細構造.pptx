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03_slide1.xml" ContentType="application/vnd.openxmlformats-officedocument.presentationml.slide+xml"/>
  <Override PartName="/ppt/slideLayouts/v5_03_slideLayout6.xml" ContentType="application/vnd.openxmlformats-officedocument.presentationml.slideLayout+xml"/>
  <Override PartName="/ppt/slideMasters/v5_03_slideMaster1.xml" ContentType="application/vnd.openxmlformats-officedocument.presentationml.slideMaster+xml"/>
  <Override PartName="/ppt/slideMasters/theme/v5_03_theme2.xml" ContentType="application/vnd.openxmlformats-officedocument.theme+xml"/>
  <Override PartName="/ppt/slideLayouts/v5_03_slideLayout1.xml" ContentType="application/vnd.openxmlformats-officedocument.presentationml.slideLayout+xml"/>
  <Override PartName="/ppt/slideLayouts/v5_03_slideLayout2.xml" ContentType="application/vnd.openxmlformats-officedocument.presentationml.slideLayout+xml"/>
  <Override PartName="/ppt/slideLayouts/v5_03_slideLayout3.xml" ContentType="application/vnd.openxmlformats-officedocument.presentationml.slideLayout+xml"/>
  <Override PartName="/ppt/slideLayouts/v5_03_slideLayout4.xml" ContentType="application/vnd.openxmlformats-officedocument.presentationml.slideLayout+xml"/>
  <Override PartName="/ppt/slideLayouts/v5_03_slideLayout5.xml" ContentType="application/vnd.openxmlformats-officedocument.presentationml.slideLayout+xml"/>
  <Override PartName="/ppt/notesSlides/v5_03_notesSlide1.xml" ContentType="application/vnd.openxmlformats-officedocument.presentationml.notesSlide+xml"/>
  <Override PartName="/ppt/slides/v5_03_slide2.xml" ContentType="application/vnd.openxmlformats-officedocument.presentationml.slide+xml"/>
  <Override PartName="/ppt/notesSlides/v5_03_notesSlide2.xml" ContentType="application/vnd.openxmlformats-officedocument.presentationml.notesSlide+xml"/>
  <Override PartName="/ppt/slides/v5_03_slide3.xml" ContentType="application/vnd.openxmlformats-officedocument.presentationml.slide+xml"/>
  <Override PartName="/ppt/notesSlides/v5_03_notesSlide3.xml" ContentType="application/vnd.openxmlformats-officedocument.presentationml.notesSlide+xml"/>
  <Override PartName="/ppt/slides/v5_03_slide4.xml" ContentType="application/vnd.openxmlformats-officedocument.presentationml.slide+xml"/>
  <Override PartName="/ppt/notesSlides/v5_03_notesSlide4.xml" ContentType="application/vnd.openxmlformats-officedocument.presentationml.notesSlide+xml"/>
  <Override PartName="/ppt/slides/v5_03_slide5.xml" ContentType="application/vnd.openxmlformats-officedocument.presentationml.slide+xml"/>
  <Override PartName="/ppt/notesSlides/v5_03_notesSlide5.xml" ContentType="application/vnd.openxmlformats-officedocument.presentationml.notesSlide+xml"/>
  <Override PartName="/ppt/slides/v5_03_slide6.xml" ContentType="application/vnd.openxmlformats-officedocument.presentationml.slide+xml"/>
  <Override PartName="/ppt/notesSlides/v5_03_notesSlide6.xml" ContentType="application/vnd.openxmlformats-officedocument.presentationml.notesSlide+xml"/>
  <Override PartName="/ppt/slides/v5_03_slide7.xml" ContentType="application/vnd.openxmlformats-officedocument.presentationml.slide+xml"/>
  <Override PartName="/ppt/notesSlides/v5_03_notesSlide7.xml" ContentType="application/vnd.openxmlformats-officedocument.presentationml.notesSlide+xml"/>
  <Override PartName="/ppt/slides/v5_03_slide11.xml" ContentType="application/vnd.openxmlformats-officedocument.presentationml.slide+xml"/>
  <Override PartName="/ppt/notesSlides/v5_03_notesSlide11.xml" ContentType="application/vnd.openxmlformats-officedocument.presentationml.notesSlide+xml"/>
  <Override PartName="/ppt/slides/v5_03_slide8.xml" ContentType="application/vnd.openxmlformats-officedocument.presentationml.slide+xml"/>
  <Override PartName="/ppt/notesSlides/v5_03_notesSlide8.xml" ContentType="application/vnd.openxmlformats-officedocument.presentationml.notesSlide+xml"/>
  <Override PartName="/ppt/slides/v5_03_slide9.xml" ContentType="application/vnd.openxmlformats-officedocument.presentationml.slide+xml"/>
  <Override PartName="/ppt/notesSlides/v5_03_notesSlide9.xml" ContentType="application/vnd.openxmlformats-officedocument.presentationml.notesSlide+xml"/>
  <Override PartName="/ppt/slides/v5_03_slide10.xml" ContentType="application/vnd.openxmlformats-officedocument.presentationml.slide+xml"/>
  <Override PartName="/ppt/notesSlides/v5_03_notesSlide10.xml" ContentType="application/vnd.openxmlformats-officedocument.presentationml.notesSlide+xml"/>
  <Override PartName="/ppt/slides/v5_03_slide12.xml" ContentType="application/vnd.openxmlformats-officedocument.presentationml.slide+xml"/>
  <Override PartName="/ppt/notesSlides/v5_03_notesSlide12.xml" ContentType="application/vnd.openxmlformats-officedocument.presentationml.notesSlide+xml"/>
  <Override PartName="/ppt/slides/v5_03_slide13.xml" ContentType="application/vnd.openxmlformats-officedocument.presentationml.slide+xml"/>
  <Override PartName="/ppt/notesSlides/v5_03_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4de8dc9ad430b" /><Relationship Type="http://schemas.openxmlformats.org/officeDocument/2006/relationships/extended-properties" Target="/docProps/app.xml" Id="Re736628bca8140d8" /><Relationship Type="http://schemas.openxmlformats.org/officeDocument/2006/relationships/officeDocument" Target="/ppt/presentation.xml" Id="R2497f22f3a32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ed4d63f0254f81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47c5b857e7b34db5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  <p:sldId xmlns:r="http://schemas.openxmlformats.org/officeDocument/2006/relationships" id="532" r:id="rIdV5Slid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af43d4045c4450b"/><Relationship Type="http://schemas.openxmlformats.org/officeDocument/2006/relationships/slideMaster" Target="/ppt/slideMasters/slideMaster1.xml" Id="Ra7ed4d63f0254f81"/><Relationship Type="http://schemas.openxmlformats.org/officeDocument/2006/relationships/notesMaster" Target="/ppt/notesMasters/notesMaster1.xml" Id="R47c5b857e7b34db5"/><Relationship Type="http://schemas.openxmlformats.org/officeDocument/2006/relationships/presProps" Target="/ppt/presProps.xml" Id="R3bac02eae74246c6"/><Relationship Type="http://schemas.openxmlformats.org/officeDocument/2006/relationships/tableStyles" Target="/ppt/tableStyles.xml" Id="R9fc3cbb6dcbd4045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3_slide1.xml"/><Relationship Id="rIdV5Slide4" Type="http://schemas.openxmlformats.org/officeDocument/2006/relationships/slide" Target="slides/v5_03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3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v5_03_slide4.xml"/><Relationship Id="rIdV5Slide9" Type="http://schemas.openxmlformats.org/officeDocument/2006/relationships/slide" Target="slides/v5_03_slide5.xml"/><Relationship Id="rIdV5Slide10" Type="http://schemas.openxmlformats.org/officeDocument/2006/relationships/slide" Target="slides/v5_03_slide6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03_slide7.xml"/><Relationship Id="rIdV5Slide13" Type="http://schemas.openxmlformats.org/officeDocument/2006/relationships/slide" Target="slides/v5_03_slide11.xml"/><Relationship Id="rIdV5Slide14" Type="http://schemas.openxmlformats.org/officeDocument/2006/relationships/slide" Target="slides/v5_03_slide8.xml"/><Relationship Id="rIdV5Slide15" Type="http://schemas.openxmlformats.org/officeDocument/2006/relationships/slide" Target="slides/v5_03_slide9.xml"/><Relationship Id="rIdV5Slide16" Type="http://schemas.openxmlformats.org/officeDocument/2006/relationships/slide" Target="slides/v5_03_slide10.xml"/><Relationship Id="rIdV5Slide17" Type="http://schemas.openxmlformats.org/officeDocument/2006/relationships/slide" Target="slides/slide16.xml"/><Relationship Id="rIdV5Slide18" Type="http://schemas.openxmlformats.org/officeDocument/2006/relationships/slide" Target="slides/slide17.xml"/><Relationship Id="rIdV5Slide19" Type="http://schemas.openxmlformats.org/officeDocument/2006/relationships/slide" Target="slides/slide18.xml"/><Relationship Id="rIdV5Slide20" Type="http://schemas.openxmlformats.org/officeDocument/2006/relationships/slide" Target="slides/v5_03_slide12.xml"/><Relationship Id="rIdV5Slide21" Type="http://schemas.openxmlformats.org/officeDocument/2006/relationships/slide" Target="slides/v5_03_slide13.xml"/><Relationship Id="rIdV5Master0" Type="http://schemas.openxmlformats.org/officeDocument/2006/relationships/slideMaster" Target="slideMasters/v5_03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ac7a0dc58d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07d6875e04649" /><Relationship Type="http://schemas.openxmlformats.org/officeDocument/2006/relationships/notesMaster" Target="/ppt/notesMasters/notesMaster1.xml" Id="R94634d855c8246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e9b52cab946ae" /><Relationship Type="http://schemas.openxmlformats.org/officeDocument/2006/relationships/notesMaster" Target="/ppt/notesMasters/notesMaster1.xml" Id="R48533b319487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446ed877f48d9" /><Relationship Type="http://schemas.openxmlformats.org/officeDocument/2006/relationships/notesMaster" Target="/ppt/notesMasters/notesMaster1.xml" Id="R900d69d7bfcf4a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1a022597254bae" /><Relationship Type="http://schemas.openxmlformats.org/officeDocument/2006/relationships/notesMaster" Target="/ppt/notesMasters/notesMaster1.xml" Id="R1e5daeafc85d4f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46a2dea842495c" /><Relationship Type="http://schemas.openxmlformats.org/officeDocument/2006/relationships/notesMaster" Target="/ppt/notesMasters/notesMaster1.xml" Id="R74513a43508f45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8983cc913d4fbc" /><Relationship Type="http://schemas.openxmlformats.org/officeDocument/2006/relationships/notesMaster" Target="/ppt/notesMasters/notesMaster1.xml" Id="Rd6bdd2ce7d8540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7dd1dc271949c6" /><Relationship Type="http://schemas.openxmlformats.org/officeDocument/2006/relationships/notesMaster" Target="/ppt/notesMasters/notesMaster1.xml" Id="R7afca94e407543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47d42ae5164988" /><Relationship Type="http://schemas.openxmlformats.org/officeDocument/2006/relationships/notesMaster" Target="/ppt/notesMasters/notesMaster1.xml" Id="R82906586fd9749f8" /></Relationships>
</file>

<file path=ppt/notesSlides/_rels/v5_03_notesSlide1.xml.rels><?xml version='1.0' encoding='UTF-8' standalone='yes'?>
<Relationships xmlns="http://schemas.openxmlformats.org/package/2006/relationships"><Relationship Type="http://schemas.openxmlformats.org/officeDocument/2006/relationships/slide" Target="../slides/v5_03_slide1.xml" Id="Rf38e37d9436e4025"/><Relationship Type="http://schemas.openxmlformats.org/officeDocument/2006/relationships/notesMaster" Target="../notesMasters/notesMaster1.xml" Id="R4d5e28a4de6a421c"/></Relationships>
</file>

<file path=ppt/notesSlides/_rels/v5_03_notesSlide2.xml.rels><?xml version='1.0' encoding='UTF-8' standalone='yes'?>
<Relationships xmlns="http://schemas.openxmlformats.org/package/2006/relationships"><Relationship Type="http://schemas.openxmlformats.org/officeDocument/2006/relationships/slide" Target="../slides/v5_03_slide2.xml" Id="R1c67fe0de941465e"/><Relationship Type="http://schemas.openxmlformats.org/officeDocument/2006/relationships/notesMaster" Target="../notesMasters/notesMaster1.xml" Id="R7060553adb544739"/></Relationships>
</file>

<file path=ppt/notesSlides/_rels/v5_03_notesSlide3.xml.rels><?xml version='1.0' encoding='UTF-8' standalone='yes'?>
<Relationships xmlns="http://schemas.openxmlformats.org/package/2006/relationships"><Relationship Type="http://schemas.openxmlformats.org/officeDocument/2006/relationships/slide" Target="../slides/v5_03_slide3.xml" Id="Rbf677fad2f8444f9"/><Relationship Type="http://schemas.openxmlformats.org/officeDocument/2006/relationships/notesMaster" Target="../notesMasters/notesMaster1.xml" Id="R0ddcbb392ab54d77"/></Relationships>
</file>

<file path=ppt/notesSlides/_rels/v5_03_notesSlide4.xml.rels><?xml version='1.0' encoding='UTF-8' standalone='yes'?>
<Relationships xmlns="http://schemas.openxmlformats.org/package/2006/relationships"><Relationship Type="http://schemas.openxmlformats.org/officeDocument/2006/relationships/slide" Target="../slides/v5_03_slide4.xml" Id="R20fb07ca83ce41df"/><Relationship Type="http://schemas.openxmlformats.org/officeDocument/2006/relationships/notesMaster" Target="../notesMasters/notesMaster1.xml" Id="R9a04e773900245c5"/></Relationships>
</file>

<file path=ppt/notesSlides/_rels/v5_03_notesSlide5.xml.rels><?xml version='1.0' encoding='UTF-8' standalone='yes'?>
<Relationships xmlns="http://schemas.openxmlformats.org/package/2006/relationships"><Relationship Type="http://schemas.openxmlformats.org/officeDocument/2006/relationships/slide" Target="../slides/v5_03_slide5.xml" Id="R77c6b9966c344a39"/><Relationship Type="http://schemas.openxmlformats.org/officeDocument/2006/relationships/notesMaster" Target="../notesMasters/notesMaster1.xml" Id="Rd7c7ce42e85b4402"/></Relationships>
</file>

<file path=ppt/notesSlides/_rels/v5_03_notesSlide6.xml.rels><?xml version='1.0' encoding='UTF-8' standalone='yes'?>
<Relationships xmlns="http://schemas.openxmlformats.org/package/2006/relationships"><Relationship Type="http://schemas.openxmlformats.org/officeDocument/2006/relationships/slide" Target="../slides/v5_03_slide6.xml" Id="Rb5b8920558d54a9f"/><Relationship Type="http://schemas.openxmlformats.org/officeDocument/2006/relationships/notesMaster" Target="../notesMasters/notesMaster1.xml" Id="R5c8a7a3d225947c3"/></Relationships>
</file>

<file path=ppt/notesSlides/_rels/v5_03_notesSlide7.xml.rels><?xml version='1.0' encoding='UTF-8' standalone='yes'?>
<Relationships xmlns="http://schemas.openxmlformats.org/package/2006/relationships"><Relationship Type="http://schemas.openxmlformats.org/officeDocument/2006/relationships/slide" Target="../slides/v5_03_slide7.xml" Id="R35b5f5af5d544692"/><Relationship Type="http://schemas.openxmlformats.org/officeDocument/2006/relationships/notesMaster" Target="../notesMasters/notesMaster1.xml" Id="R2c955d6a9c784eb0"/></Relationships>
</file>

<file path=ppt/notesSlides/_rels/v5_03_notesSlide8.xml.rels><?xml version='1.0' encoding='UTF-8' standalone='yes'?>
<Relationships xmlns="http://schemas.openxmlformats.org/package/2006/relationships"><Relationship Type="http://schemas.openxmlformats.org/officeDocument/2006/relationships/slide" Target="../slides/v5_03_slide8.xml" Id="Rdcdbf20e04ac423a"/><Relationship Type="http://schemas.openxmlformats.org/officeDocument/2006/relationships/notesMaster" Target="../notesMasters/notesMaster1.xml" Id="R0150e8f319584ebc"/></Relationships>
</file>

<file path=ppt/notesSlides/_rels/v5_03_notesSlide9.xml.rels><?xml version='1.0' encoding='UTF-8' standalone='yes'?>
<Relationships xmlns="http://schemas.openxmlformats.org/package/2006/relationships"><Relationship Type="http://schemas.openxmlformats.org/officeDocument/2006/relationships/slide" Target="../slides/v5_03_slide9.xml" Id="R8571ba80eb354a54"/><Relationship Type="http://schemas.openxmlformats.org/officeDocument/2006/relationships/notesMaster" Target="../notesMasters/notesMaster1.xml" Id="R01b1e30878944b56"/></Relationships>
</file>

<file path=ppt/notesSlides/_rels/v5_03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3_slide10.xml" Id="R47852c55959847fe"/><Relationship Type="http://schemas.openxmlformats.org/officeDocument/2006/relationships/notesMaster" Target="../notesMasters/notesMaster1.xml" Id="R37f0438fee334f36"/></Relationships>
</file>

<file path=ppt/notesSlides/_rels/v5_03_notesSlide11.xml.rels><?xml version='1.0' encoding='UTF-8' standalone='yes'?>
<Relationships xmlns="http://schemas.openxmlformats.org/package/2006/relationships"><Relationship Type="http://schemas.openxmlformats.org/officeDocument/2006/relationships/slide" Target="../slides/v5_03_slide11.xml" Id="Rf79204d96aa64bdf"/><Relationship Type="http://schemas.openxmlformats.org/officeDocument/2006/relationships/notesMaster" Target="../notesMasters/notesMaster1.xml" Id="R1fbda2e573e34459"/></Relationships>
</file>

<file path=ppt/notesSlides/_rels/v5_03_notesSlide12.xml.rels><?xml version='1.0' encoding='UTF-8' standalone='yes'?>
<Relationships xmlns="http://schemas.openxmlformats.org/package/2006/relationships"><Relationship Type="http://schemas.openxmlformats.org/officeDocument/2006/relationships/slide" Target="../slides/v5_03_slide12.xml" Id="Rdec8cde4b98045bb"/><Relationship Type="http://schemas.openxmlformats.org/officeDocument/2006/relationships/notesMaster" Target="../notesMasters/notesMaster1.xml" Id="Rb12212c5f4a84be0"/></Relationships>
</file>

<file path=ppt/notesSlides/_rels/v5_03_notesSlide13.xml.rels><?xml version='1.0' encoding='UTF-8' standalone='yes'?>
<Relationships xmlns="http://schemas.openxmlformats.org/package/2006/relationships"><Relationship Type="http://schemas.openxmlformats.org/officeDocument/2006/relationships/slide" Target="../slides/v5_03_slide13.xml" Id="R9c044c88bfb54dd2"/><Relationship Type="http://schemas.openxmlformats.org/officeDocument/2006/relationships/notesMaster" Target="../notesMasters/notesMaster1.xml" Id="R3180fdc5cfa944ee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https://www.jstage.jst.go.jp/article/jjfs/103/2/103_71/_article/-char/ja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3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45f15aacf4c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a28cfedef45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e43d333d84d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2fb906e3a46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6868ccd2445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2623d28d641dc" /></Relationships>
</file>

<file path=ppt/slideLayouts/_rels/v5_03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9674e8e4a50d4452"/></Relationships>
</file>

<file path=ppt/slideLayouts/_rels/v5_03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ec605bb7be58485b"/></Relationships>
</file>

<file path=ppt/slideLayouts/_rels/v5_03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75e576788316405f"/></Relationships>
</file>

<file path=ppt/slideLayouts/_rels/v5_03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e8654f0d9f9f4a98"/></Relationships>
</file>

<file path=ppt/slideLayouts/_rels/v5_03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61b9e96b57184218"/></Relationships>
</file>

<file path=ppt/slideLayouts/_rels/v5_03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3_slideMaster1.xml" Id="R506e189242f9422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3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19F8BF-2A78-4AC3-A7EE-FB63B9F38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2C3F8F-05BF-4DCD-8E18-C2940DC212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3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7A3E3B-C124-4008-93C7-3C67A2F727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3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3851D-8DEB-4A98-A41F-9D3A144B3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6A908F-08FB-4C84-9D16-47373A5C1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3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96C1B1-AEB0-4E62-A68F-A4F8E4DFE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C4F285-9CD2-4C82-BF23-7EF0CAA90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55AE53-8397-48B4-AC84-853AFC8A65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3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CA56B4-D4C4-497F-BFA5-A3AB6731A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079EE3-4CD0-4DB1-AA2A-0DBDA27E15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3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5ac2280a841d5" /><Relationship Type="http://schemas.openxmlformats.org/officeDocument/2006/relationships/slideLayout" Target="/ppt/slideLayouts/slideLayout1.xml" Id="Rd50e376cfc324d22" /><Relationship Type="http://schemas.openxmlformats.org/officeDocument/2006/relationships/slideLayout" Target="/ppt/slideLayouts/slideLayout2.xml" Id="R36547aac32344eb7" /><Relationship Type="http://schemas.openxmlformats.org/officeDocument/2006/relationships/slideLayout" Target="/ppt/slideLayouts/slideLayout3.xml" Id="Rd2e0f0354c5d4ac5" /><Relationship Type="http://schemas.openxmlformats.org/officeDocument/2006/relationships/slideLayout" Target="/ppt/slideLayouts/slideLayout4.xml" Id="R4f8b4916f5504601" /><Relationship Type="http://schemas.openxmlformats.org/officeDocument/2006/relationships/slideLayout" Target="/ppt/slideLayouts/slideLayout5.xml" Id="R1397dcb47931476f" /><Relationship Type="http://schemas.openxmlformats.org/officeDocument/2006/relationships/slideLayout" Target="/ppt/slideLayouts/slideLayout6.xml" Id="Rcaffbcaaf5d84d00" /></Relationships>
</file>

<file path=ppt/slideMasters/_rels/v5_03_slideMaster1.xml.rels><?xml version='1.0' encoding='UTF-8' standalone='yes'?>
<Relationships xmlns="http://schemas.openxmlformats.org/package/2006/relationships"><Relationship Type="http://schemas.openxmlformats.org/officeDocument/2006/relationships/theme" Target="theme/v5_03_theme2.xml" Id="R3ca3ab26a07e4f71"/><Relationship Type="http://schemas.openxmlformats.org/officeDocument/2006/relationships/slideLayout" Target="../slideLayouts/v5_03_slideLayout1.xml" Id="R18322981f94a4cac"/><Relationship Type="http://schemas.openxmlformats.org/officeDocument/2006/relationships/slideLayout" Target="../slideLayouts/v5_03_slideLayout2.xml" Id="Re1e8dfbb1ac0475c"/><Relationship Type="http://schemas.openxmlformats.org/officeDocument/2006/relationships/slideLayout" Target="../slideLayouts/v5_03_slideLayout3.xml" Id="R46d72020de784ae5"/><Relationship Type="http://schemas.openxmlformats.org/officeDocument/2006/relationships/slideLayout" Target="../slideLayouts/v5_03_slideLayout4.xml" Id="Rdde0417ccb784d85"/><Relationship Type="http://schemas.openxmlformats.org/officeDocument/2006/relationships/slideLayout" Target="../slideLayouts/v5_03_slideLayout5.xml" Id="Rd76f933be45841fa"/><Relationship Type="http://schemas.openxmlformats.org/officeDocument/2006/relationships/slideLayout" Target="../slideLayouts/v5_03_slideLayout6.xml" Id="R911ab612ea6a4c6b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e376cfc324d22"/>
    <p:sldLayoutId xmlns:r="http://schemas.openxmlformats.org/officeDocument/2006/relationships" id="2147483650" r:id="R36547aac32344eb7"/>
    <p:sldLayoutId xmlns:r="http://schemas.openxmlformats.org/officeDocument/2006/relationships" id="2147483651" r:id="Rd2e0f0354c5d4ac5"/>
    <p:sldLayoutId xmlns:r="http://schemas.openxmlformats.org/officeDocument/2006/relationships" id="2147483652" r:id="R4f8b4916f5504601"/>
    <p:sldLayoutId xmlns:r="http://schemas.openxmlformats.org/officeDocument/2006/relationships" id="2147483653" r:id="R1397dcb47931476f"/>
    <p:sldLayoutId xmlns:r="http://schemas.openxmlformats.org/officeDocument/2006/relationships" id="2147483654" r:id="Rcaffbcaaf5d8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3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3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18322981f94a4cac"/>
    <p:sldLayoutId xmlns:r="http://schemas.openxmlformats.org/officeDocument/2006/relationships" id="2147483657" r:id="Re1e8dfbb1ac0475c"/>
    <p:sldLayoutId xmlns:r="http://schemas.openxmlformats.org/officeDocument/2006/relationships" id="2147483658" r:id="R46d72020de784ae5"/>
    <p:sldLayoutId xmlns:r="http://schemas.openxmlformats.org/officeDocument/2006/relationships" id="2147483659" r:id="Rdde0417ccb784d85"/>
    <p:sldLayoutId xmlns:r="http://schemas.openxmlformats.org/officeDocument/2006/relationships" id="2147483660" r:id="Rd76f933be45841fa"/>
    <p:sldLayoutId xmlns:r="http://schemas.openxmlformats.org/officeDocument/2006/relationships" id="2147483661" r:id="R911ab612ea6a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f17ec9833425e" /><Relationship Type="http://schemas.openxmlformats.org/officeDocument/2006/relationships/notesSlide" Target="/ppt/notesSlides/notesSlide1.xml" Id="R26806770fb38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0d7d2b2cd4d17" /><Relationship Type="http://schemas.openxmlformats.org/officeDocument/2006/relationships/notesSlide" Target="/ppt/notesSlides/notesSlide2.xml" Id="R40ac878021d2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1aef8c4bf4e4d" /><Relationship Type="http://schemas.openxmlformats.org/officeDocument/2006/relationships/notesSlide" Target="/ppt/notesSlides/notesSlide5.xml" Id="R8a0913b224d6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500901fb2464c" /><Relationship Type="http://schemas.openxmlformats.org/officeDocument/2006/relationships/notesSlide" Target="/ppt/notesSlides/notesSlide7.xml" Id="R660338d3235e4b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e29015ebb46f7" /><Relationship Type="http://schemas.openxmlformats.org/officeDocument/2006/relationships/notesSlide" Target="/ppt/notesSlides/notesSlide11.xml" Id="Rac1aac7d45d84b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d32b2096d4f96" /><Relationship Type="http://schemas.openxmlformats.org/officeDocument/2006/relationships/notesSlide" Target="/ppt/notesSlides/notesSlide16.xml" Id="Rade79370c2c24d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4ad99d4e04643" /><Relationship Type="http://schemas.openxmlformats.org/officeDocument/2006/relationships/notesSlide" Target="/ppt/notesSlides/notesSlide17.xml" Id="Rbce2e0d548e64f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6e0b7213f41f5" /><Relationship Type="http://schemas.openxmlformats.org/officeDocument/2006/relationships/notesSlide" Target="/ppt/notesSlides/notesSlide18.xml" Id="R72c03409a6364cf1" /></Relationships>
</file>

<file path=ppt/slides/_rels/v5_03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0837e61557954650"/><Relationship Type="http://schemas.openxmlformats.org/officeDocument/2006/relationships/notesSlide" Target="../notesSlides/v5_03_notesSlide1.xml" Id="R439819285f17457c"/></Relationships>
</file>

<file path=ppt/slides/_rels/v5_03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d97c90ecf5f144f6"/><Relationship Type="http://schemas.openxmlformats.org/officeDocument/2006/relationships/notesSlide" Target="../notesSlides/v5_03_notesSlide2.xml" Id="Rfe44e54ffd234326"/></Relationships>
</file>

<file path=ppt/slides/_rels/v5_03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6329a1d9099947ff"/><Relationship Type="http://schemas.openxmlformats.org/officeDocument/2006/relationships/notesSlide" Target="../notesSlides/v5_03_notesSlide3.xml" Id="Rf052d841cf4c4d52"/></Relationships>
</file>

<file path=ppt/slides/_rels/v5_03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a4d699700a82496d"/><Relationship Type="http://schemas.openxmlformats.org/officeDocument/2006/relationships/notesSlide" Target="../notesSlides/v5_03_notesSlide4.xml" Id="Rf703079a30534249"/></Relationships>
</file>

<file path=ppt/slides/_rels/v5_03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a23c804f396e4cd7"/><Relationship Type="http://schemas.openxmlformats.org/officeDocument/2006/relationships/notesSlide" Target="../notesSlides/v5_03_notesSlide5.xml" Id="Rd0a9846e6de14450"/></Relationships>
</file>

<file path=ppt/slides/_rels/v5_03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0b693b0f2ab24926"/><Relationship Type="http://schemas.openxmlformats.org/officeDocument/2006/relationships/notesSlide" Target="../notesSlides/v5_03_notesSlide6.xml" Id="R232afdd870914522"/></Relationships>
</file>

<file path=ppt/slides/_rels/v5_03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001f82653ecd4187"/><Relationship Type="http://schemas.openxmlformats.org/officeDocument/2006/relationships/notesSlide" Target="../notesSlides/v5_03_notesSlide7.xml" Id="R301e02c5d357456a"/></Relationships>
</file>

<file path=ppt/slides/_rels/v5_03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b7da6f54a7e84517"/><Relationship Type="http://schemas.openxmlformats.org/officeDocument/2006/relationships/notesSlide" Target="../notesSlides/v5_03_notesSlide8.xml" Id="R63bbeb9440b04aa1"/></Relationships>
</file>

<file path=ppt/slides/_rels/v5_03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bc13a0d8cd444e3d"/><Relationship Type="http://schemas.openxmlformats.org/officeDocument/2006/relationships/notesSlide" Target="../notesSlides/v5_03_notesSlide9.xml" Id="R6bfc8974075b4aa7"/></Relationships>
</file>

<file path=ppt/slides/_rels/v5_03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c07431ad49394184"/><Relationship Type="http://schemas.openxmlformats.org/officeDocument/2006/relationships/notesSlide" Target="../notesSlides/v5_03_notesSlide10.xml" Id="R40f88c6a15d14e6b"/></Relationships>
</file>

<file path=ppt/slides/_rels/v5_03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440c9da747094eb5"/><Relationship Type="http://schemas.openxmlformats.org/officeDocument/2006/relationships/notesSlide" Target="../notesSlides/v5_03_notesSlide11.xml" Id="R43ca91c281b4444b"/></Relationships>
</file>

<file path=ppt/slides/_rels/v5_03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a9c44fba9fed4edc"/><Relationship Type="http://schemas.openxmlformats.org/officeDocument/2006/relationships/notesSlide" Target="../notesSlides/v5_03_notesSlide12.xml" Id="Rdab3545e66c4488d"/></Relationships>
</file>

<file path=ppt/slides/_rels/v5_03_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3_slideLayout6.xml" Id="R22c448c99e9c4210"/><Relationship Type="http://schemas.openxmlformats.org/officeDocument/2006/relationships/notesSlide" Target="../notesSlides/v5_03_notesSlide13.xml" Id="Rdca1149eb18741c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05C9A-269B-4684-9F50-4083656E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第3回　超微細構造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9D86C-AB26-4068-ABCC-A3B8B81EBD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A4951-CA9F-4F63-9BD9-CF99D148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89037-655D-403A-81EC-863D7EC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6A5F4-CA5E-4D0F-9F11-CE61746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超微細構造とミクロフィブリル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CD00F-643A-4F6C-B79C-90DF238E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木材・細胞・細胞壁・ミクロフィブリルの尺度を区別し、S2層の配向を力学的性質と結び付ける。</a:t>
            </a:r>
          </a:p>
        </p:txBody>
      </p:sp>
    </p:spTree>
    <p:extLst>
      <p:ext uri="{BB962C8B-B14F-4D97-AF65-F5344CB8AC3E}">
        <p14:creationId xmlns:p14="http://schemas.microsoft.com/office/powerpoint/2010/main" val="1816841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DA11E-AE9C-4CF7-B736-ACB95ED5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B7815-01E3-4373-BFEF-E67B14CF24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B493-540D-45AA-AED3-3B58ED2D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C8247-2D39-4D45-BD4D-E062ACBF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8737B-6D6D-41B9-9603-41F81BAE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細胞には内腔と細胞壁がある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4C237-6008-4EE7-97B5-CB060CDC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主な細胞の長軸が、木材のL方向に関わる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8E214-E8C5-45F4-90A1-DD2A6F6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壁の内部にも、成分と配向の違いがある</a:t>
            </a:r>
          </a:p>
        </p:txBody>
      </p:sp>
    </p:spTree>
    <p:extLst>
      <p:ext uri="{BB962C8B-B14F-4D97-AF65-F5344CB8AC3E}">
        <p14:creationId xmlns:p14="http://schemas.microsoft.com/office/powerpoint/2010/main" val="667995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5E6B6-641E-47E9-8B97-3085F7D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細胞壁の層構造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D3C3E-7424-49BD-8722-428847A156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5CFC6-4EFE-433C-9F3E-FB3FE70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AB7B6-5679-4951-9E14-B88B756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5A68D-3E8A-48F0-AD5E-CDF4134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FF546-C6B2-4AB5-B5D1-FEE8AB6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343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D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E8252-998B-4B7B-87C1-971D214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28850"/>
            <a:ext cx="38862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4DF"/>
          </a:solidFill>
          <a:ln xmlns:a="http://schemas.openxmlformats.org/drawingml/2006/main" w="14288">
            <a:solidFill>
              <a:srgbClr val="087E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7868D-B071-4AB5-8EB2-B7089A9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14600"/>
            <a:ext cx="3295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EE"/>
          </a:solidFill>
          <a:ln xmlns:a="http://schemas.openxmlformats.org/drawingml/2006/main" w="14288">
            <a:solidFill>
              <a:srgbClr val="7352A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18D6F-0505-4A5D-8830-F709A36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86050"/>
            <a:ext cx="2933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AAEA8-096A-4D70-AE7A-4A4354BB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242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内腔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36D5F-E7B2-430B-A369-925572D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一次壁：外側の茶色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BD25D-8678-427A-A986-2154269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S1：青　S2：緑　S3：紫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0DE46-F878-4461-981F-77C8E4A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内側は細胞内腔（白）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31C25-A855-4030-BAB0-2E73A71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層の厚さは模式的</a:t>
            </a:r>
          </a:p>
        </p:txBody>
      </p:sp>
    </p:spTree>
    <p:extLst>
      <p:ext uri="{BB962C8B-B14F-4D97-AF65-F5344CB8AC3E}">
        <p14:creationId xmlns:p14="http://schemas.microsoft.com/office/powerpoint/2010/main" val="87349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A4ED9-E56A-43F0-8FCC-610CF7CF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9F20-1D96-4EFD-ACD1-C2E0DC2A81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AE422-71B3-4314-936A-F88922D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57A32-E233-4309-AA13-FE8269E8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0DD8A-FF39-427D-87A5-7065DABA4D5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尺度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見ている構造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説明する内容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年輪・節・木目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部材の方向と欠点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壁・内腔・配列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空隙と方向性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層・微細な配向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変形と吸湿の背景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124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B3BE1-67D2-4183-A36F-12DEA98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ミクロフィブリルの配向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FA27D-9910-4D90-8D1C-1D9B4CAACD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4AED0-1992-4C9F-84EC-D01366B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A2F81-65C1-4746-AD19-D626E30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D69DA-F66F-4037-AB93-56D9E582076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714500" y="1714500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364F"/>
            </a:solidFill>
            <a:tailEnd type="triangle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DC2EE-8513-4CB5-8757-C9E72DAC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細胞軸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55954-3CFB-48A3-8A4A-DFC175B71C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81250" y="1905000"/>
            <a:ext cx="66675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39426-0423-49A7-A24D-0B807C05364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876550" y="1905000"/>
            <a:ext cx="66675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5167B-18F1-4754-B5F6-11F34E7CACC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371850" y="1905000"/>
            <a:ext cx="66675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36725-3278-4F4D-A60E-5367338E257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67150" y="1905000"/>
            <a:ext cx="66675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0BABE-75F5-4C46-AC68-8484EE15425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362450" y="1905000"/>
            <a:ext cx="66675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72CED-A638-471C-B68B-30C11FCD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482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小さい傾きの例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08439-2588-43FE-9739-B8E00A81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細胞軸を基準にする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A80C8-5434-471D-B33B-E36BC55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微細な繊維の配向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111FD-DF33-43FB-948F-8983DC27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S2層の配向を考える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45263-8747-47CD-A841-B9ECD1BE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角度だけで材質は決まらない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6310672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E8B50-FC65-4D57-B9AD-076FAB4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94583-6967-441B-9031-6567773D1E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7C61B-907F-408C-809F-730EDB1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3264C-84AC-44EE-BAD1-7D6B125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B657-62E1-424D-9CA9-6D0A90C4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S2は、木材全体の方向を表す記号か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ECA03-3DE6-4385-A64B-40C16F6C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ミクロフィブリル角の基準は何か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70963-6E8B-4C1E-8DE9-617F4B1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µmとnmでは、どちらが小さいか</a:t>
            </a:r>
          </a:p>
        </p:txBody>
      </p:sp>
    </p:spTree>
    <p:extLst>
      <p:ext uri="{BB962C8B-B14F-4D97-AF65-F5344CB8AC3E}">
        <p14:creationId xmlns:p14="http://schemas.microsoft.com/office/powerpoint/2010/main" val="951758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55ABE-A3C5-4BF0-86DD-20036CBF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79D9-621D-49FE-93CD-3552B2729E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ADF06-B671-4F22-8525-E385F9D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FA902-9F03-4566-B720-7B300FC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39C23-45F7-4D9C-8B2F-5DB1692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木材の方向性を、複数の尺度で考える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5141E-CE09-413B-8E81-BBCC007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細胞壁の層と微細な配向が、性質に関わる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39D3B-5C75-44E4-8578-7E3F38D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次は、壁をつくる主要成分を対応させる</a:t>
            </a:r>
          </a:p>
        </p:txBody>
      </p:sp>
    </p:spTree>
    <p:extLst>
      <p:ext uri="{BB962C8B-B14F-4D97-AF65-F5344CB8AC3E}">
        <p14:creationId xmlns:p14="http://schemas.microsoft.com/office/powerpoint/2010/main" val="47211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C9CC2-CACF-4B46-AF77-9C1B28B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BAFA5-34C0-4E95-BEED-3D2145EFED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8BB4D-78CA-4335-AB22-BC08657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F15F7-E040-4423-9F1B-0EB5A7B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F7309-410F-41A3-AC7A-D098A15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木材から微細構造まで、尺度付きで1枚に図示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981B5-2C0B-4A52-8A90-7C838EB0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S2層と配向が、剛性に関わる理由を説明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FEC4-9F16-459A-8CDE-61111A99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発展：角度以外にそろえる比較条件を挙げる</a:t>
            </a:r>
          </a:p>
        </p:txBody>
      </p:sp>
    </p:spTree>
    <p:extLst>
      <p:ext uri="{BB962C8B-B14F-4D97-AF65-F5344CB8AC3E}">
        <p14:creationId xmlns:p14="http://schemas.microsoft.com/office/powerpoint/2010/main" val="613177149"/>
      </p:ext>
    </p:extLst>
  </p:cSld>
</p:sld>
</file>

<file path=ppt/slides/v5_03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72DA-DDB0-4E2B-A3A8-110ACE1E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AEDAF-44B9-42FA-A771-453E4AA72A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CD9C4-E525-4B8B-949F-EF3D599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23FC0-E002-4A87-91B7-9F5D1A7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6A74B-39CB-4B21-89D3-299987C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木口で見る年輪はmm、細胞の径や壁厚はµmの尺度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08E3A-2504-418D-AF25-3E325D5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細胞間層は隣り合う細胞を結び、複合細胞間層には一次壁も含まれる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EC5B9-8223-41F5-98DF-CBF6AB6A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S2のMFAが小さいと、一般にL方向のヤング率が高い傾向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D4750-3DF1-4D41-9F28-235ACD0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831839889"/>
      </p:ext>
    </p:extLst>
  </p:cSld>
</p:sld>
</file>

<file path=ppt/slides/v5_03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DFB6F-8B1F-4BBA-8531-8FAD426C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木材からセルロースまでの尺度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F954-54A5-4034-8C65-7ED9D3E3EE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43030-D11F-4989-AEC1-39D7A5BB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E2FD3-D0E8-419F-91C6-6475F3B3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B6705-039E-4AE4-ACF5-05210CC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木口で見る年輪はmm、細胞の径や壁厚はµmの尺度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C2233-72EF-4E16-9A3B-9198B5B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細胞壁の中の微細な集合はnmの尺度で観察する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CA7D3-3EA3-48A1-8AF3-80ED5E59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 mm＝1,000 µm、1 µm＝1,000 nm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150C2-13C3-4809-A363-992AD8B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細胞壁は均一な塊ではなく、成分と配向が異なる層をもつ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65FDE-A358-47E0-A59A-8B24E7C6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木材の異方性を、細胞の並びと壁内部の配向の両方から考える</a:t>
            </a:r>
          </a:p>
        </p:txBody>
      </p:sp>
    </p:spTree>
    <p:extLst>
      <p:ext uri="{BB962C8B-B14F-4D97-AF65-F5344CB8AC3E}">
        <p14:creationId xmlns:p14="http://schemas.microsoft.com/office/powerpoint/2010/main" val="53292368"/>
      </p:ext>
    </p:extLst>
  </p:cSld>
</p:sld>
</file>

<file path=ppt/slides/v5_03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278B2-B7B8-4C23-9951-1F337C89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細胞間層と一次壁と二次壁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A5D5A-A321-458D-AE8D-3343AC4769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DC62E-4E36-4AF5-958E-54B6DA4C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045C2-0ECD-46AC-B565-4FFDF0F7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33C04-9718-486C-ADE7-7BD76AA6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細胞間層は隣り合う細胞を結び、複合細胞間層には一次壁も含まれる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3F541-5B1D-47A9-A0BA-56DB9C93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二次壁は外側からS1・S2・S3。S2が壁厚の大きな部分を占める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4C6FE-50D1-4A35-AF1B-AE7138B6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各層にはセルロース・ヘミセルロース・リグニンが組み合わさる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76E9F-35DA-42BF-8D8F-F19BF58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S1・S3とS2では、ミクロフィブリルの主な配向が異なる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B30AD-835E-4ECC-A8CB-810D53BE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層の名前、成分の名前、L・R・Tという方向記号を区別する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67430509"/>
      </p:ext>
    </p:extLst>
  </p:cSld>
</p:sld>
</file>

<file path=ppt/slides/v5_03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6E10B-217C-4CD8-AF96-D56219A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壁の観察図の倍率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0D00E-D11F-44A8-8ABD-C02B91DC84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F90E-2C3A-49B6-8010-BDAB9E7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1F3C0-8C22-4E0A-8F0D-09925BFD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A50B1-8142-495F-B256-B7E1B48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壁の厚さ2 µmを、紙面で20 mmに描いた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219C3-8E07-40EA-883E-F04CE4C5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20 mmをµmに直し、図の倍率を求める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35C2F-2909-4A0F-8F9B-122B59F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実物で5 µm離れた二点は、この図で何mm離れるか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699F3-8F61-4670-922B-02834E5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図で8 mmの層があれば、同じ倍率で実物の厚さは何µmか</a:t>
            </a:r>
          </a:p>
        </p:txBody>
      </p:sp>
    </p:spTree>
    <p:extLst>
      <p:ext uri="{BB962C8B-B14F-4D97-AF65-F5344CB8AC3E}">
        <p14:creationId xmlns:p14="http://schemas.microsoft.com/office/powerpoint/2010/main" val="487852084"/>
      </p:ext>
    </p:extLst>
  </p:cSld>
</p:sld>
</file>

<file path=ppt/slides/v5_03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90C48-3427-453B-8346-A7316BFD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同じ倍率での換算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5EEA7-1FEF-4BE5-A948-A6364B1161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A986C-3776-4B20-A3CF-F10AD18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B3155-E7B6-4AD1-9A2B-BDAB5507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610A8-D50A-4A52-8D74-AD53320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20 mm＝20,000 µm、倍率は20,000/2＝10,000倍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6EEC0-C766-427A-9F7E-FC433B0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5 µm×10,000＝50,000 µm＝50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99D9F-BD17-44D4-8E07-A1F353F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8 mm/10,000＝0.0008 mm＝0.8 µm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F1B0E-7BE1-4724-B937-A811733C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写真の倍率が変わっても、画像中のスケールバーとの比から寸法を求められる</a:t>
            </a:r>
          </a:p>
        </p:txBody>
      </p:sp>
    </p:spTree>
    <p:extLst>
      <p:ext uri="{BB962C8B-B14F-4D97-AF65-F5344CB8AC3E}">
        <p14:creationId xmlns:p14="http://schemas.microsoft.com/office/powerpoint/2010/main" val="13571123"/>
      </p:ext>
    </p:extLst>
  </p:cSld>
</p:sld>
</file>

<file path=ppt/slides/v5_03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4E386-52A0-4E42-BFC9-3B0CADB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ミクロフィブリル傾角の定義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D6376-4BD7-41F6-9B16-3D4D5D5155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ACF9F-47C5-44CC-9A8D-819503F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E2A0A-DC20-44B8-A456-7C30EC7B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D5DA3-7F38-4F35-846E-A851FC6E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セルロース分子の鎖が集合し、細長いミクロフィブリルをつくる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E6161-F09C-4BB5-AFED-4648CDC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傾角MFAは、細胞の長軸に対するミクロフィブリルの角度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D9BEA-316D-4D51-943E-9F3FE26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S2層では、この配向がL方向の弾性変形に大きく関わる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F49CE-2255-42FD-928D-1DD5423B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組織の細胞軸と、細胞壁内部の微細な配向は異なる尺度の情報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09B2B-D67F-407C-9075-75C360D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板の目切れとMFAを、同じ角度として扱わない</a:t>
            </a:r>
          </a:p>
        </p:txBody>
      </p:sp>
    </p:spTree>
    <p:extLst>
      <p:ext uri="{BB962C8B-B14F-4D97-AF65-F5344CB8AC3E}">
        <p14:creationId xmlns:p14="http://schemas.microsoft.com/office/powerpoint/2010/main" val="1486240905"/>
      </p:ext>
    </p:extLst>
  </p:cSld>
</p:sld>
</file>

<file path=ppt/slides/v5_03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1B07A-3580-4FBD-8104-CC701597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配向と剛性と未成熟材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6F23C-F3AE-45EE-A1E9-02BA7FB901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4E942-4866-43F7-9D9B-5696FC5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1457-ACE0-4848-9909-87B34DE7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F70BA-EBFA-4BEA-819E-168C72B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S2のMFAが小さいと、一般にL方向のヤング率が高い傾向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CBF46-BDD2-41B4-9AC1-31F0CF5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髄近くに形成される未成熟材では、MFAが大きいことが多い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496D2-8F38-47C0-8D8E-ED08D13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傾いた幹などにできるあて材では、細胞壁構造や縦収縮が変わる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B7121-A4C8-4B27-A3C6-2AA451E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樹種、形成部位、密度、含水率をそろえて関係を比較する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F1570-1A7F-487C-BADA-1421F253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用材の選別では、節だけでなく形成された部位の違いも手掛かりになる</a:t>
            </a:r>
          </a:p>
        </p:txBody>
      </p:sp>
    </p:spTree>
    <p:extLst>
      <p:ext uri="{BB962C8B-B14F-4D97-AF65-F5344CB8AC3E}">
        <p14:creationId xmlns:p14="http://schemas.microsoft.com/office/powerpoint/2010/main" val="1674130806"/>
      </p:ext>
    </p:extLst>
  </p:cSld>
</p:sld>
</file>

<file path=ppt/slides/v5_03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6D1E4-F95A-41BD-A547-B28B8F62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細胞軸とMFAの比較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D3E5D-C2D4-4FF4-9AB5-D52549A7C9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5C013-CB7B-4031-BE98-98460A12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2D2C0-8A50-4854-A604-3942BC7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43ED1-A26A-4C1D-8BB3-185CD8FB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細胞軸を縦に描き、MFAが10°と40°の二例を作図する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9ED24-9E5D-4BE3-A6C2-039BE52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密度・含水率などが同じなら、L方向に変形しにくいのはどちらと予想するか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A796-FD4C-4694-B0DF-3BD1F0A2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MFAだけから、実材のEや破壊荷重を数値で決められるか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E3510-4C92-40FF-8865-67DA34C0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板の目切れとMFAが、それぞれ何を基準にした角度か説明する</a:t>
            </a:r>
          </a:p>
        </p:txBody>
      </p:sp>
    </p:spTree>
    <p:extLst>
      <p:ext uri="{BB962C8B-B14F-4D97-AF65-F5344CB8AC3E}">
        <p14:creationId xmlns:p14="http://schemas.microsoft.com/office/powerpoint/2010/main" val="1529192384"/>
      </p:ext>
    </p:extLst>
  </p:cSld>
</p:sld>
</file>

<file path=ppt/slides/v5_03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2A302-AD2D-44C9-9D60-59E0636E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配向と変形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CB997-AB4C-4BB8-B5B0-433A284789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50906-7CF8-412F-A991-78862ABE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0D5F3-2FD3-4A72-8055-AB25352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3770-5626-4FAF-9275-34ED80B7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MFAは細胞軸とミクロフィブリルの主な配向との角度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07F68-1E34-4F90-8FD9-FDCBAF6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他の条件がそろうなら、小さいMFAの例でL方向のEが高い傾向を予想する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D5C44-A7F4-4D03-B165-48A195B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角度だけではEや破壊荷重の数値は決まらない。密度・水分・欠点なども確認する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414B5-4DCD-4522-A669-3C89730A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目切れは部材の軸と繊維方向、MFAは細胞軸と細胞壁中の配向の関係</a:t>
            </a:r>
          </a:p>
        </p:txBody>
      </p:sp>
    </p:spTree>
    <p:extLst>
      <p:ext uri="{BB962C8B-B14F-4D97-AF65-F5344CB8AC3E}">
        <p14:creationId xmlns:p14="http://schemas.microsoft.com/office/powerpoint/2010/main" val="2028333695"/>
      </p:ext>
    </p:extLst>
  </p:cSld>
</p:sld>
</file>

<file path=ppt/slides/v5_03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CFB2A-CE3E-4B2C-B1B2-7F1DC0F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木材模型で説明する尺度の違い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04C63-F19B-466B-965F-8459EE1F4D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70F06-D625-4D68-BE56-45DE877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411C7-6889-48CD-A085-13ECDA1D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7D0A2-6235-4C2B-8E52-DDBF1F80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ストロー束は、細胞の並びと内腔を表す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BC02-69EC-46FC-9270-7B2EAC8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一本のストローの壁の中に、さらに配向した微細な構造があると説明する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9582F-469A-499D-8507-C0D482B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中学生に示す図には、木材・細胞・細胞壁の尺度を添える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7FFC2-1BFE-4161-BD55-3A7647CC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活動案：模型のどの部分が、実際の木材の何に対応するか説明する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04189-7F3B-4B4D-9B3E-FEF3EC8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教科書の接点：繊維方向による性質の違い／A(1)ア</a:t>
            </a:r>
          </a:p>
        </p:txBody>
      </p:sp>
    </p:spTree>
    <p:extLst>
      <p:ext uri="{BB962C8B-B14F-4D97-AF65-F5344CB8AC3E}">
        <p14:creationId xmlns:p14="http://schemas.microsoft.com/office/powerpoint/2010/main" val="1737949575"/>
      </p:ext>
    </p:extLst>
  </p:cSld>
</p:sld>
</file>

<file path=ppt/slides/v5_03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05222-7D28-4A45-8A81-C8ABB66B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研究例　MFAとスギの材質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6412B-1070-447D-8828-27C090282A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EA65D-16FC-4707-868B-4666ECA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B2D7-3DBD-4D5C-BA93-F41E129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0FF9D-767B-4559-A5AE-AD1DAB1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スギの幼齢期に形成された年輪のMFAと、根元曲がりを比較した研究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7E0D4-DA1B-486C-96C6-81FD5755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雪圧害に強い系統群では、若い年輪でMFAが小さい傾向が見られた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5D5F3-05B9-43D2-8FFA-6944476C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MFAとヤング率の関係を、幹が曲がる仕組みの説明に用いている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CE53B-EE98-42DF-94E3-972CD5F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組織・微細構造の情報が、樹木育成と用材の性質を結ぶ例</a:t>
            </a:r>
          </a:p>
        </p:txBody>
      </p:sp>
    </p:spTree>
    <p:extLst>
      <p:ext uri="{BB962C8B-B14F-4D97-AF65-F5344CB8AC3E}">
        <p14:creationId xmlns:p14="http://schemas.microsoft.com/office/powerpoint/2010/main" val="1713043442"/>
      </p:ext>
    </p:extLst>
  </p:cSld>
</p:sld>
</file>

<file path=ppt/slides/v5_03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92A92-1CC3-4C15-BC6D-E8F9DF12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D166C-2361-4F1D-8DC6-F19CB185A0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843AE-C140-4611-83B0-38BE27A2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C8FB-704E-4BF6-9453-341EBE00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5D70F-AB5C-46DE-B130-64E723B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FEC06-08BC-4CB7-B3A3-4E5E779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10985-25B9-4C99-B2F3-AB174E3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DE400-9958-4240-A19E-249304D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7FD6C-105C-400C-A004-CA11FE3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宮下ほか（2021）MFAとスギの材質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5687C-AC5D-4157-9142-079C596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https://www.jstage.jst.go.jp/article/jjfs/103/2/103_71/_article/-char/ja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4BEDB-A293-48CB-84F4-EBE4C27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5BDC8-9302-4EC7-9021-A7136026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AD8B9-8F1F-49DC-AE9E-E9F36240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75034230"/>
      </p:ext>
    </p:extLst>
  </p:cSld>
</p:sld>
</file>

<file path=ppt/slides/v5_03_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03C30-EC08-4FCE-95D7-0745144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7459D-D855-4ACD-B00C-30A9BC10E4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F86AF-E3A6-4C73-AE7B-A62A71A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BC7E-9D3D-4A9D-AD1C-80A0696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E3285-3290-4870-853C-2F5F226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8889D-25BB-4716-8C71-A2B2DE0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第3回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A0DA6-FDE3-40D3-9C4B-55AECEC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96263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2026-10-22T22:26:41.8010000Z</dcterms:created>
  <dcterms:modified xsi:type="dcterms:W3CDTF">2026-10-22T22:26:41.8010000Z</dcterms:modified>
</coreProperties>
</file>
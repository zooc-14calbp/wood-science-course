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v5_05_slide7.xml" ContentType="application/vnd.openxmlformats-officedocument.presentationml.slide+xml"/>
  <Override PartName="/ppt/slideLayouts/v5_05_slideLayout6.xml" ContentType="application/vnd.openxmlformats-officedocument.presentationml.slideLayout+xml"/>
  <Override PartName="/ppt/slideMasters/v5_05_slideMaster1.xml" ContentType="application/vnd.openxmlformats-officedocument.presentationml.slideMaster+xml"/>
  <Override PartName="/ppt/slideMasters/theme/v5_05_theme2.xml" ContentType="application/vnd.openxmlformats-officedocument.theme+xml"/>
  <Override PartName="/ppt/slideLayouts/v5_05_slideLayout1.xml" ContentType="application/vnd.openxmlformats-officedocument.presentationml.slideLayout+xml"/>
  <Override PartName="/ppt/slideLayouts/v5_05_slideLayout2.xml" ContentType="application/vnd.openxmlformats-officedocument.presentationml.slideLayout+xml"/>
  <Override PartName="/ppt/slideLayouts/v5_05_slideLayout3.xml" ContentType="application/vnd.openxmlformats-officedocument.presentationml.slideLayout+xml"/>
  <Override PartName="/ppt/slideLayouts/v5_05_slideLayout4.xml" ContentType="application/vnd.openxmlformats-officedocument.presentationml.slideLayout+xml"/>
  <Override PartName="/ppt/slideLayouts/v5_05_slideLayout5.xml" ContentType="application/vnd.openxmlformats-officedocument.presentationml.slideLayout+xml"/>
  <Override PartName="/ppt/notesSlides/v5_05_notesSlide7.xml" ContentType="application/vnd.openxmlformats-officedocument.presentationml.notesSlide+xml"/>
  <Override PartName="/ppt/slides/v5_05_slide1.xml" ContentType="application/vnd.openxmlformats-officedocument.presentationml.slide+xml"/>
  <Override PartName="/ppt/notesSlides/v5_05_notesSlide1.xml" ContentType="application/vnd.openxmlformats-officedocument.presentationml.notesSlide+xml"/>
  <Override PartName="/ppt/slides/v5_05_slide2.xml" ContentType="application/vnd.openxmlformats-officedocument.presentationml.slide+xml"/>
  <Override PartName="/ppt/notesSlides/v5_05_notesSlide2.xml" ContentType="application/vnd.openxmlformats-officedocument.presentationml.notesSlide+xml"/>
  <Override PartName="/ppt/slides/v5_05_slide3.xml" ContentType="application/vnd.openxmlformats-officedocument.presentationml.slide+xml"/>
  <Override PartName="/ppt/notesSlides/v5_05_notesSlide3.xml" ContentType="application/vnd.openxmlformats-officedocument.presentationml.notesSlide+xml"/>
  <Override PartName="/ppt/slides/v5_05_slide4.xml" ContentType="application/vnd.openxmlformats-officedocument.presentationml.slide+xml"/>
  <Override PartName="/ppt/notesSlides/v5_05_notesSlide4.xml" ContentType="application/vnd.openxmlformats-officedocument.presentationml.notesSlide+xml"/>
  <Override PartName="/ppt/slides/v5_05_slide5.xml" ContentType="application/vnd.openxmlformats-officedocument.presentationml.slide+xml"/>
  <Override PartName="/ppt/notesSlides/v5_05_notesSlide5.xml" ContentType="application/vnd.openxmlformats-officedocument.presentationml.notesSlide+xml"/>
  <Override PartName="/ppt/slides/v5_05_slide6.xml" ContentType="application/vnd.openxmlformats-officedocument.presentationml.slide+xml"/>
  <Override PartName="/ppt/notesSlides/v5_05_notesSlide6.xml" ContentType="application/vnd.openxmlformats-officedocument.presentationml.notesSlide+xml"/>
  <Override PartName="/ppt/slides/v5_05_slide8.xml" ContentType="application/vnd.openxmlformats-officedocument.presentationml.slide+xml"/>
  <Override PartName="/ppt/notesSlides/v5_05_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f692659dfe48d7" /><Relationship Type="http://schemas.openxmlformats.org/officeDocument/2006/relationships/extended-properties" Target="/docProps/app.xml" Id="R63c31d4e6cbd4c27" /><Relationship Type="http://schemas.openxmlformats.org/officeDocument/2006/relationships/officeDocument" Target="/ppt/presentation.xml" Id="Rca85f6fb85ff4e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adf86bdfc4442f"/>
    <p:sldMasterId xmlns:r="http://schemas.openxmlformats.org/officeDocument/2006/relationships" id="2147483655" r:id="rIdV5Master0"/>
  </p:sldMasterIdLst>
  <p:notesMasterIdLst>
    <p:notesMasterId xmlns:r="http://schemas.openxmlformats.org/officeDocument/2006/relationships" r:id="R6d90f051131f4cca"/>
  </p:notesMasterIdLst>
  <p:sldIdLst>
    <p:sldId xmlns:r="http://schemas.openxmlformats.org/officeDocument/2006/relationships" id="512" r:id="rIdV5Slide1"/>
    <p:sldId xmlns:r="http://schemas.openxmlformats.org/officeDocument/2006/relationships" id="513" r:id="rIdV5Slide2"/>
    <p:sldId xmlns:r="http://schemas.openxmlformats.org/officeDocument/2006/relationships" id="514" r:id="rIdV5Slide3"/>
    <p:sldId xmlns:r="http://schemas.openxmlformats.org/officeDocument/2006/relationships" id="515" r:id="rIdV5Slide4"/>
    <p:sldId xmlns:r="http://schemas.openxmlformats.org/officeDocument/2006/relationships" id="516" r:id="rIdV5Slide5"/>
    <p:sldId xmlns:r="http://schemas.openxmlformats.org/officeDocument/2006/relationships" id="517" r:id="rIdV5Slide6"/>
    <p:sldId xmlns:r="http://schemas.openxmlformats.org/officeDocument/2006/relationships" id="518" r:id="rIdV5Slide7"/>
    <p:sldId xmlns:r="http://schemas.openxmlformats.org/officeDocument/2006/relationships" id="519" r:id="rIdV5Slide8"/>
    <p:sldId xmlns:r="http://schemas.openxmlformats.org/officeDocument/2006/relationships" id="520" r:id="rIdV5Slide9"/>
    <p:sldId xmlns:r="http://schemas.openxmlformats.org/officeDocument/2006/relationships" id="521" r:id="rIdV5Slide10"/>
    <p:sldId xmlns:r="http://schemas.openxmlformats.org/officeDocument/2006/relationships" id="522" r:id="rIdV5Slide11"/>
    <p:sldId xmlns:r="http://schemas.openxmlformats.org/officeDocument/2006/relationships" id="523" r:id="rIdV5Slide12"/>
    <p:sldId xmlns:r="http://schemas.openxmlformats.org/officeDocument/2006/relationships" id="524" r:id="rIdV5Slide13"/>
    <p:sldId xmlns:r="http://schemas.openxmlformats.org/officeDocument/2006/relationships" id="525" r:id="rIdV5Slide14"/>
    <p:sldId xmlns:r="http://schemas.openxmlformats.org/officeDocument/2006/relationships" id="526" r:id="rIdV5Slide15"/>
    <p:sldId xmlns:r="http://schemas.openxmlformats.org/officeDocument/2006/relationships" id="527" r:id="rIdV5Slide16"/>
    <p:sldId xmlns:r="http://schemas.openxmlformats.org/officeDocument/2006/relationships" id="528" r:id="rIdV5Slide17"/>
    <p:sldId xmlns:r="http://schemas.openxmlformats.org/officeDocument/2006/relationships" id="529" r:id="rIdV5Slide18"/>
    <p:sldId xmlns:r="http://schemas.openxmlformats.org/officeDocument/2006/relationships" id="530" r:id="rIdV5Slide19"/>
    <p:sldId xmlns:r="http://schemas.openxmlformats.org/officeDocument/2006/relationships" id="531" r:id="rIdV5Slide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b76b04367ae642f1"/><Relationship Type="http://schemas.openxmlformats.org/officeDocument/2006/relationships/slideMaster" Target="/ppt/slideMasters/slideMaster1.xml" Id="Rc3adf86bdfc4442f"/><Relationship Type="http://schemas.openxmlformats.org/officeDocument/2006/relationships/notesMaster" Target="/ppt/notesMasters/notesMaster1.xml" Id="R6d90f051131f4cca"/><Relationship Type="http://schemas.openxmlformats.org/officeDocument/2006/relationships/presProps" Target="/ppt/presProps.xml" Id="R08ce13b61c6e4fb6"/><Relationship Type="http://schemas.openxmlformats.org/officeDocument/2006/relationships/tableStyles" Target="/ppt/tableStyles.xml" Id="Rf460e004a1ea4434"/><Relationship Id="rIdV5Slide1" Type="http://schemas.openxmlformats.org/officeDocument/2006/relationships/slide" Target="slides/slide1.xml"/><Relationship Id="rIdV5Slide2" Type="http://schemas.openxmlformats.org/officeDocument/2006/relationships/slide" Target="slides/slide2.xml"/><Relationship Id="rIdV5Slide3" Type="http://schemas.openxmlformats.org/officeDocument/2006/relationships/slide" Target="slides/v5_05_slide7.xml"/><Relationship Id="rIdV5Slide4" Type="http://schemas.openxmlformats.org/officeDocument/2006/relationships/slide" Target="slides/v5_05_slide1.xml"/><Relationship Id="rIdV5Slide5" Type="http://schemas.openxmlformats.org/officeDocument/2006/relationships/slide" Target="slides/v5_05_slide2.xml"/><Relationship Id="rIdV5Slide6" Type="http://schemas.openxmlformats.org/officeDocument/2006/relationships/slide" Target="slides/slide5.xml"/><Relationship Id="rIdV5Slide7" Type="http://schemas.openxmlformats.org/officeDocument/2006/relationships/slide" Target="slides/v5_05_slide3.xml"/><Relationship Id="rIdV5Slide8" Type="http://schemas.openxmlformats.org/officeDocument/2006/relationships/slide" Target="slides/slide7.xml"/><Relationship Id="rIdV5Slide9" Type="http://schemas.openxmlformats.org/officeDocument/2006/relationships/slide" Target="slides/v5_05_slide4.xml"/><Relationship Id="rIdV5Slide10" Type="http://schemas.openxmlformats.org/officeDocument/2006/relationships/slide" Target="slides/slide8.xml"/><Relationship Id="rIdV5Slide11" Type="http://schemas.openxmlformats.org/officeDocument/2006/relationships/slide" Target="slides/slide9.xml"/><Relationship Id="rIdV5Slide12" Type="http://schemas.openxmlformats.org/officeDocument/2006/relationships/slide" Target="slides/slide11.xml"/><Relationship Id="rIdV5Slide13" Type="http://schemas.openxmlformats.org/officeDocument/2006/relationships/slide" Target="slides/v5_05_slide5.xml"/><Relationship Id="rIdV5Slide14" Type="http://schemas.openxmlformats.org/officeDocument/2006/relationships/slide" Target="slides/slide13.xml"/><Relationship Id="rIdV5Slide15" Type="http://schemas.openxmlformats.org/officeDocument/2006/relationships/slide" Target="slides/slide14.xml"/><Relationship Id="rIdV5Slide16" Type="http://schemas.openxmlformats.org/officeDocument/2006/relationships/slide" Target="slides/v5_05_slide6.xml"/><Relationship Id="rIdV5Slide17" Type="http://schemas.openxmlformats.org/officeDocument/2006/relationships/slide" Target="slides/slide16.xml"/><Relationship Id="rIdV5Slide18" Type="http://schemas.openxmlformats.org/officeDocument/2006/relationships/slide" Target="slides/slide17.xml"/><Relationship Id="rIdV5Slide19" Type="http://schemas.openxmlformats.org/officeDocument/2006/relationships/slide" Target="slides/slide18.xml"/><Relationship Id="rIdV5Slide20" Type="http://schemas.openxmlformats.org/officeDocument/2006/relationships/slide" Target="slides/v5_05_slide8.xml"/><Relationship Id="rIdV5Master0" Type="http://schemas.openxmlformats.org/officeDocument/2006/relationships/slideMaster" Target="slideMasters/v5_05_slideMaster1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e6c3702b8449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915bc3994b44b4" /><Relationship Type="http://schemas.openxmlformats.org/officeDocument/2006/relationships/notesMaster" Target="/ppt/notesMasters/notesMaster1.xml" Id="Reecd8186ea2844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299d8f93b940fc" /><Relationship Type="http://schemas.openxmlformats.org/officeDocument/2006/relationships/notesMaster" Target="/ppt/notesMasters/notesMaster1.xml" Id="Re0364233a4ce44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db2f93dc7d44ea" /><Relationship Type="http://schemas.openxmlformats.org/officeDocument/2006/relationships/notesMaster" Target="/ppt/notesMasters/notesMaster1.xml" Id="Rcd69ec86ac7646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502c28602b47bd" /><Relationship Type="http://schemas.openxmlformats.org/officeDocument/2006/relationships/notesMaster" Target="/ppt/notesMasters/notesMaster1.xml" Id="Re961cbe93c6240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0b8babb3d54968" /><Relationship Type="http://schemas.openxmlformats.org/officeDocument/2006/relationships/notesMaster" Target="/ppt/notesMasters/notesMaster1.xml" Id="R957c20d3885f4d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054dfc85004180" /><Relationship Type="http://schemas.openxmlformats.org/officeDocument/2006/relationships/notesMaster" Target="/ppt/notesMasters/notesMaster1.xml" Id="Rb640e4a0880c4e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f2d457d54a4994" /><Relationship Type="http://schemas.openxmlformats.org/officeDocument/2006/relationships/notesMaster" Target="/ppt/notesMasters/notesMaster1.xml" Id="R4c87d6d0511a467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f4cb838e4614e24" /><Relationship Type="http://schemas.openxmlformats.org/officeDocument/2006/relationships/notesMaster" Target="/ppt/notesMasters/notesMaster1.xml" Id="Rb560d7615c7e49a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4cbfefbb4b446cb" /><Relationship Type="http://schemas.openxmlformats.org/officeDocument/2006/relationships/notesMaster" Target="/ppt/notesMasters/notesMaster1.xml" Id="R013bfe1e7db54f3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c19a43f9db8404c" /><Relationship Type="http://schemas.openxmlformats.org/officeDocument/2006/relationships/notesMaster" Target="/ppt/notesMasters/notesMaster1.xml" Id="R54148f91a5d84bd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a1ed5a7f8334489" /><Relationship Type="http://schemas.openxmlformats.org/officeDocument/2006/relationships/notesMaster" Target="/ppt/notesMasters/notesMaster1.xml" Id="R85549f2a718b46f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1e00ad712834e51" /><Relationship Type="http://schemas.openxmlformats.org/officeDocument/2006/relationships/notesMaster" Target="/ppt/notesMasters/notesMaster1.xml" Id="Rbd0f4de902ee486f" /></Relationships>
</file>

<file path=ppt/notesSlides/_rels/v5_05_notesSlide1.xml.rels><?xml version='1.0' encoding='UTF-8' standalone='yes'?>
<Relationships xmlns="http://schemas.openxmlformats.org/package/2006/relationships"><Relationship Type="http://schemas.openxmlformats.org/officeDocument/2006/relationships/slide" Target="../slides/v5_05_slide1.xml" Id="Rd54e8af42708427b"/><Relationship Type="http://schemas.openxmlformats.org/officeDocument/2006/relationships/notesMaster" Target="../notesMasters/notesMaster1.xml" Id="R09ea579a56264dd8"/></Relationships>
</file>

<file path=ppt/notesSlides/_rels/v5_05_notesSlide2.xml.rels><?xml version='1.0' encoding='UTF-8' standalone='yes'?>
<Relationships xmlns="http://schemas.openxmlformats.org/package/2006/relationships"><Relationship Type="http://schemas.openxmlformats.org/officeDocument/2006/relationships/slide" Target="../slides/v5_05_slide2.xml" Id="R6fdda62dd152498d"/><Relationship Type="http://schemas.openxmlformats.org/officeDocument/2006/relationships/notesMaster" Target="../notesMasters/notesMaster1.xml" Id="R0bb70a2c83cc427b"/></Relationships>
</file>

<file path=ppt/notesSlides/_rels/v5_05_notesSlide3.xml.rels><?xml version='1.0' encoding='UTF-8' standalone='yes'?>
<Relationships xmlns="http://schemas.openxmlformats.org/package/2006/relationships"><Relationship Type="http://schemas.openxmlformats.org/officeDocument/2006/relationships/slide" Target="../slides/v5_05_slide3.xml" Id="Re779c8178182491f"/><Relationship Type="http://schemas.openxmlformats.org/officeDocument/2006/relationships/notesMaster" Target="../notesMasters/notesMaster1.xml" Id="R4b25db0a4cc44310"/></Relationships>
</file>

<file path=ppt/notesSlides/_rels/v5_05_notesSlide4.xml.rels><?xml version='1.0' encoding='UTF-8' standalone='yes'?>
<Relationships xmlns="http://schemas.openxmlformats.org/package/2006/relationships"><Relationship Type="http://schemas.openxmlformats.org/officeDocument/2006/relationships/slide" Target="../slides/v5_05_slide4.xml" Id="R3750a70156ce46cb"/><Relationship Type="http://schemas.openxmlformats.org/officeDocument/2006/relationships/notesMaster" Target="../notesMasters/notesMaster1.xml" Id="R74f1d0eb71ca4383"/></Relationships>
</file>

<file path=ppt/notesSlides/_rels/v5_05_notesSlide5.xml.rels><?xml version='1.0' encoding='UTF-8' standalone='yes'?>
<Relationships xmlns="http://schemas.openxmlformats.org/package/2006/relationships"><Relationship Type="http://schemas.openxmlformats.org/officeDocument/2006/relationships/slide" Target="../slides/v5_05_slide5.xml" Id="R2e43e00a7b12467e"/><Relationship Type="http://schemas.openxmlformats.org/officeDocument/2006/relationships/notesMaster" Target="../notesMasters/notesMaster1.xml" Id="R44f8003c67064a68"/></Relationships>
</file>

<file path=ppt/notesSlides/_rels/v5_05_notesSlide6.xml.rels><?xml version='1.0' encoding='UTF-8' standalone='yes'?>
<Relationships xmlns="http://schemas.openxmlformats.org/package/2006/relationships"><Relationship Type="http://schemas.openxmlformats.org/officeDocument/2006/relationships/slide" Target="../slides/v5_05_slide6.xml" Id="R4063fb3cf82d4f87"/><Relationship Type="http://schemas.openxmlformats.org/officeDocument/2006/relationships/notesMaster" Target="../notesMasters/notesMaster1.xml" Id="R7b7cc891adc641e0"/></Relationships>
</file>

<file path=ppt/notesSlides/_rels/v5_05_notesSlide7.xml.rels><?xml version='1.0' encoding='UTF-8' standalone='yes'?>
<Relationships xmlns="http://schemas.openxmlformats.org/package/2006/relationships"><Relationship Type="http://schemas.openxmlformats.org/officeDocument/2006/relationships/slide" Target="../slides/v5_05_slide7.xml" Id="Rd5182f82ed3c44dd"/><Relationship Type="http://schemas.openxmlformats.org/officeDocument/2006/relationships/notesMaster" Target="../notesMasters/notesMaster1.xml" Id="R5b95583eaed64e32"/></Relationships>
</file>

<file path=ppt/notesSlides/_rels/v5_05_notesSlide8.xml.rels><?xml version='1.0' encoding='UTF-8' standalone='yes'?>
<Relationships xmlns="http://schemas.openxmlformats.org/package/2006/relationships"><Relationship Type="http://schemas.openxmlformats.org/officeDocument/2006/relationships/slide" Target="../slides/v5_05_slide8.xml" Id="Rb651d89369bb4e76"/><Relationship Type="http://schemas.openxmlformats.org/officeDocument/2006/relationships/notesMaster" Target="../notesMasters/notesMaster1.xml" Id="Ra48cbb249c034231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出典：Wood Handbook（2021）Table 5–3a。曲げEと曲げ強さ。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5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5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5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5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5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5_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5_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05_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第5章 https://research.fs.usda.gov/treesearch/62244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https://www.kyoiku-tosho.co.jp/wp/wp-content/uploads/2024/04/G_R7kaisetu.pdf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0046a4057d47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d9c5e06443480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1f81e8489041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ec76e049db425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ef413cec4d458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8ff36b26fc4159" /></Relationships>
</file>

<file path=ppt/slideLayouts/_rels/v5_05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v5_05_slideMaster1.xml" Id="Ra4d1942da2f74b89"/></Relationships>
</file>

<file path=ppt/slideLayouts/_rels/v5_05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v5_05_slideMaster1.xml" Id="R823ff26a9b9847bc"/></Relationships>
</file>

<file path=ppt/slideLayouts/_rels/v5_05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v5_05_slideMaster1.xml" Id="Re5451bbd8fae4220"/></Relationships>
</file>

<file path=ppt/slideLayouts/_rels/v5_05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v5_05_slideMaster1.xml" Id="R0caf3231f5a14c11"/></Relationships>
</file>

<file path=ppt/slideLayouts/_rels/v5_05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v5_05_slideMaster1.xml" Id="Re4470fee902c416d"/></Relationships>
</file>

<file path=ppt/slideLayouts/_rels/v5_05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v5_05_slideMaster1.xml" Id="R2a927ed22e44412b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1C7C26-445A-4D2B-B3C7-396867FB0B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B5D4EA-C627-40D7-9758-804A643458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CE61B8-28BB-4702-9732-28A9987ACF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7F6E55-8690-47ED-864F-706BBEC8A7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069715-EF7B-4A71-8465-B50E0902B8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716BFF-F3DE-4802-9F20-2B36975A4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A92231-EE06-4908-81FE-DF5B09218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9D9F0F-98C8-41E8-B65D-12F25AED7F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15E71F-154A-4B4C-BE61-9E87652713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3A76AE-530B-471B-A6D0-E3B5D8D7BB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v5_05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829459-EF03-4C12-81C9-CC43FAF81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FEA0F44-ABCF-41A8-9855-5A9541882D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5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08E24B7-8A7D-4654-9FD2-8704EFA6AB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5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E8EB98-43C9-4532-AF24-251A4B46C2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5F3608D-3DC6-4682-A554-AE6E0F0B32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5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86EB4D3-3063-4F36-B7A2-E73FB415EE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6F83A55-89D2-47A1-AC0F-15C7603A94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D092CB9-6428-400C-8716-766CF17EE6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5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A7A2A9-345B-4E48-9A11-8641C31746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1EDA436-DDE0-4EF5-9979-158435D200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05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66df52439b4315" /><Relationship Type="http://schemas.openxmlformats.org/officeDocument/2006/relationships/slideLayout" Target="/ppt/slideLayouts/slideLayout1.xml" Id="R6848e616dc224846" /><Relationship Type="http://schemas.openxmlformats.org/officeDocument/2006/relationships/slideLayout" Target="/ppt/slideLayouts/slideLayout2.xml" Id="R9bb989f9b661445e" /><Relationship Type="http://schemas.openxmlformats.org/officeDocument/2006/relationships/slideLayout" Target="/ppt/slideLayouts/slideLayout3.xml" Id="Rf408acc301574756" /><Relationship Type="http://schemas.openxmlformats.org/officeDocument/2006/relationships/slideLayout" Target="/ppt/slideLayouts/slideLayout4.xml" Id="Rb3550ea17c304e6d" /><Relationship Type="http://schemas.openxmlformats.org/officeDocument/2006/relationships/slideLayout" Target="/ppt/slideLayouts/slideLayout5.xml" Id="R09663e9c5f094d8b" /><Relationship Type="http://schemas.openxmlformats.org/officeDocument/2006/relationships/slideLayout" Target="/ppt/slideLayouts/slideLayout6.xml" Id="R2d3cf57828d744f5" /></Relationships>
</file>

<file path=ppt/slideMasters/_rels/v5_05_slideMaster1.xml.rels><?xml version='1.0' encoding='UTF-8' standalone='yes'?>
<Relationships xmlns="http://schemas.openxmlformats.org/package/2006/relationships"><Relationship Type="http://schemas.openxmlformats.org/officeDocument/2006/relationships/theme" Target="theme/v5_05_theme2.xml" Id="R3d144bcc74d94529"/><Relationship Type="http://schemas.openxmlformats.org/officeDocument/2006/relationships/slideLayout" Target="../slideLayouts/v5_05_slideLayout1.xml" Id="R20aafdc153e74004"/><Relationship Type="http://schemas.openxmlformats.org/officeDocument/2006/relationships/slideLayout" Target="../slideLayouts/v5_05_slideLayout2.xml" Id="R06794a0366654ed9"/><Relationship Type="http://schemas.openxmlformats.org/officeDocument/2006/relationships/slideLayout" Target="../slideLayouts/v5_05_slideLayout3.xml" Id="Rb2548d39031f4e50"/><Relationship Type="http://schemas.openxmlformats.org/officeDocument/2006/relationships/slideLayout" Target="../slideLayouts/v5_05_slideLayout4.xml" Id="Reb02b139aa9b4853"/><Relationship Type="http://schemas.openxmlformats.org/officeDocument/2006/relationships/slideLayout" Target="../slideLayouts/v5_05_slideLayout5.xml" Id="R718125899d8f4f91"/><Relationship Type="http://schemas.openxmlformats.org/officeDocument/2006/relationships/slideLayout" Target="../slideLayouts/v5_05_slideLayout6.xml" Id="R735f0b5067a1466f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48e616dc224846"/>
    <p:sldLayoutId xmlns:r="http://schemas.openxmlformats.org/officeDocument/2006/relationships" id="2147483650" r:id="R9bb989f9b661445e"/>
    <p:sldLayoutId xmlns:r="http://schemas.openxmlformats.org/officeDocument/2006/relationships" id="2147483651" r:id="Rf408acc301574756"/>
    <p:sldLayoutId xmlns:r="http://schemas.openxmlformats.org/officeDocument/2006/relationships" id="2147483652" r:id="Rb3550ea17c304e6d"/>
    <p:sldLayoutId xmlns:r="http://schemas.openxmlformats.org/officeDocument/2006/relationships" id="2147483653" r:id="R09663e9c5f094d8b"/>
    <p:sldLayoutId xmlns:r="http://schemas.openxmlformats.org/officeDocument/2006/relationships" id="2147483654" r:id="R2d3cf57828d744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v5_05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v5_05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20aafdc153e74004"/>
    <p:sldLayoutId xmlns:r="http://schemas.openxmlformats.org/officeDocument/2006/relationships" id="2147483657" r:id="R06794a0366654ed9"/>
    <p:sldLayoutId xmlns:r="http://schemas.openxmlformats.org/officeDocument/2006/relationships" id="2147483658" r:id="Rb2548d39031f4e50"/>
    <p:sldLayoutId xmlns:r="http://schemas.openxmlformats.org/officeDocument/2006/relationships" id="2147483659" r:id="Reb02b139aa9b4853"/>
    <p:sldLayoutId xmlns:r="http://schemas.openxmlformats.org/officeDocument/2006/relationships" id="2147483660" r:id="R718125899d8f4f91"/>
    <p:sldLayoutId xmlns:r="http://schemas.openxmlformats.org/officeDocument/2006/relationships" id="2147483661" r:id="R735f0b5067a146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89aa5e43774ab8" /><Relationship Type="http://schemas.openxmlformats.org/officeDocument/2006/relationships/notesSlide" Target="/ppt/notesSlides/notesSlide1.xml" Id="R8925318b37a64e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ce149c25574162" /><Relationship Type="http://schemas.openxmlformats.org/officeDocument/2006/relationships/notesSlide" Target="/ppt/notesSlides/notesSlide2.xml" Id="R380d0e05c96141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3a81222f3c4455" /><Relationship Type="http://schemas.openxmlformats.org/officeDocument/2006/relationships/notesSlide" Target="/ppt/notesSlides/notesSlide5.xml" Id="R11db2e5f7daf4d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9a93d192f6404d" /><Relationship Type="http://schemas.openxmlformats.org/officeDocument/2006/relationships/notesSlide" Target="/ppt/notesSlides/notesSlide7.xml" Id="R430a16a318a440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c2eafc3cc8443a" /><Relationship Type="http://schemas.openxmlformats.org/officeDocument/2006/relationships/notesSlide" Target="/ppt/notesSlides/notesSlide8.xml" Id="R1a343187230b41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b48b730c2442b8" /><Relationship Type="http://schemas.openxmlformats.org/officeDocument/2006/relationships/notesSlide" Target="/ppt/notesSlides/notesSlide9.xml" Id="R02e014e7b25446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4f0ee88c2c4e3c" /><Relationship Type="http://schemas.openxmlformats.org/officeDocument/2006/relationships/notesSlide" Target="/ppt/notesSlides/notesSlide11.xml" Id="R7b274785f97a43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32ffdbc39c4de6" /><Relationship Type="http://schemas.openxmlformats.org/officeDocument/2006/relationships/notesSlide" Target="/ppt/notesSlides/notesSlide13.xml" Id="R51406c70042a418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36d7d2ee004501" /><Relationship Type="http://schemas.openxmlformats.org/officeDocument/2006/relationships/notesSlide" Target="/ppt/notesSlides/notesSlide14.xml" Id="Rf4b75de60e004b6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b902a8522145ab" /><Relationship Type="http://schemas.openxmlformats.org/officeDocument/2006/relationships/notesSlide" Target="/ppt/notesSlides/notesSlide16.xml" Id="R3cc9035cbe22462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86684effbf4e42" /><Relationship Type="http://schemas.openxmlformats.org/officeDocument/2006/relationships/notesSlide" Target="/ppt/notesSlides/notesSlide17.xml" Id="R40196c20515d4a0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d42ff6164d435c" /><Relationship Type="http://schemas.openxmlformats.org/officeDocument/2006/relationships/notesSlide" Target="/ppt/notesSlides/notesSlide18.xml" Id="R83264783211a4853" /></Relationships>
</file>

<file path=ppt/slides/_rels/v5_05_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v5_05_slideLayout6.xml" Id="Rcdc89a41237548e0"/><Relationship Type="http://schemas.openxmlformats.org/officeDocument/2006/relationships/notesSlide" Target="../notesSlides/v5_05_notesSlide1.xml" Id="Rb4289c090eff44cc"/></Relationships>
</file>

<file path=ppt/slides/_rels/v5_05_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v5_05_slideLayout6.xml" Id="R5f094067170b4a71"/><Relationship Type="http://schemas.openxmlformats.org/officeDocument/2006/relationships/notesSlide" Target="../notesSlides/v5_05_notesSlide2.xml" Id="Rc23308fea556479b"/></Relationships>
</file>

<file path=ppt/slides/_rels/v5_05_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v5_05_slideLayout6.xml" Id="R891639a48e9e46bd"/><Relationship Type="http://schemas.openxmlformats.org/officeDocument/2006/relationships/notesSlide" Target="../notesSlides/v5_05_notesSlide3.xml" Id="R6de9fc36338f42d1"/></Relationships>
</file>

<file path=ppt/slides/_rels/v5_05_slide4.xml.rels><?xml version='1.0' encoding='UTF-8' standalone='yes'?>
<Relationships xmlns="http://schemas.openxmlformats.org/package/2006/relationships"><Relationship Type="http://schemas.openxmlformats.org/officeDocument/2006/relationships/slideLayout" Target="../slideLayouts/v5_05_slideLayout6.xml" Id="Rda5e708f783a4c14"/><Relationship Type="http://schemas.openxmlformats.org/officeDocument/2006/relationships/notesSlide" Target="../notesSlides/v5_05_notesSlide4.xml" Id="R7bf7355f66ff4564"/></Relationships>
</file>

<file path=ppt/slides/_rels/v5_05_slide5.xml.rels><?xml version='1.0' encoding='UTF-8' standalone='yes'?>
<Relationships xmlns="http://schemas.openxmlformats.org/package/2006/relationships"><Relationship Type="http://schemas.openxmlformats.org/officeDocument/2006/relationships/slideLayout" Target="../slideLayouts/v5_05_slideLayout6.xml" Id="Rd51d2f47c2e14d22"/><Relationship Type="http://schemas.openxmlformats.org/officeDocument/2006/relationships/notesSlide" Target="../notesSlides/v5_05_notesSlide5.xml" Id="R72b06dc1673146a6"/></Relationships>
</file>

<file path=ppt/slides/_rels/v5_05_slide6.xml.rels><?xml version='1.0' encoding='UTF-8' standalone='yes'?>
<Relationships xmlns="http://schemas.openxmlformats.org/package/2006/relationships"><Relationship Type="http://schemas.openxmlformats.org/officeDocument/2006/relationships/slideLayout" Target="../slideLayouts/v5_05_slideLayout6.xml" Id="Rd62e2436370f4166"/><Relationship Type="http://schemas.openxmlformats.org/officeDocument/2006/relationships/notesSlide" Target="../notesSlides/v5_05_notesSlide6.xml" Id="R4555ff02dff54192"/></Relationships>
</file>

<file path=ppt/slides/_rels/v5_05_slide7.xml.rels><?xml version='1.0' encoding='UTF-8' standalone='yes'?>
<Relationships xmlns="http://schemas.openxmlformats.org/package/2006/relationships"><Relationship Type="http://schemas.openxmlformats.org/officeDocument/2006/relationships/slideLayout" Target="../slideLayouts/v5_05_slideLayout6.xml" Id="Rbedfe8ba582945a4"/><Relationship Type="http://schemas.openxmlformats.org/officeDocument/2006/relationships/notesSlide" Target="../notesSlides/v5_05_notesSlide7.xml" Id="Rc90d608609a74b6d"/></Relationships>
</file>

<file path=ppt/slides/_rels/v5_05_slide8.xml.rels><?xml version='1.0' encoding='UTF-8' standalone='yes'?>
<Relationships xmlns="http://schemas.openxmlformats.org/package/2006/relationships"><Relationship Type="http://schemas.openxmlformats.org/officeDocument/2006/relationships/slideLayout" Target="../slideLayouts/v5_05_slideLayout6.xml" Id="Ra1e7cad6c8754ebf"/><Relationship Type="http://schemas.openxmlformats.org/officeDocument/2006/relationships/notesSlide" Target="../notesSlides/v5_05_notesSlide8.xml" Id="R4d07f129c08049a5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20A0C4-8806-435D-B95B-5F6136DE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第5回　強度と物性値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626FF-4D7B-43CB-A1FC-4D7EDBC8F62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C8A4B-43F0-41CA-BBC3-0640C199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3AD52-88AE-4AC1-BC58-B4758C87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C01E4-E4FB-48AF-BB30-7EE1577E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強度と変形：物性値の読み方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71EB7C-6332-44E6-A248-489CE046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108204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Eと強度を区別し、出典・方向・含水状態・試験条件をそろえて力と変形を計算する。</a:t>
            </a:r>
          </a:p>
        </p:txBody>
      </p:sp>
    </p:spTree>
    <p:extLst>
      <p:ext uri="{BB962C8B-B14F-4D97-AF65-F5344CB8AC3E}">
        <p14:creationId xmlns:p14="http://schemas.microsoft.com/office/powerpoint/2010/main" val="18825724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D9F3D2-EFC0-4CFC-8638-AD6A3312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今回の前提を確かめる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E0A11-BADE-43C6-9B13-2642302EFCB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34886-658E-4284-BCF7-D4501BF4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70E2F-F371-4C12-99BD-2AB1F62E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1224B-99FA-4B69-8F03-EF07652E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応力σ = F/A、ひずみε = Δl/l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97B7AC-4A60-4FD6-AF77-355EEE65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線形域ではσ = Eε。Eは変形しにくさの係数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593B69-8088-4AF8-93DE-9A134428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今日は、E・強度・試験条件を区別する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EDB93-6F82-4329-BA3C-ACB531EB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FはN、σはPa。1 MPa = 1 N/mm²</a:t>
            </a:r>
          </a:p>
        </p:txBody>
      </p:sp>
    </p:spTree>
    <p:extLst>
      <p:ext uri="{BB962C8B-B14F-4D97-AF65-F5344CB8AC3E}">
        <p14:creationId xmlns:p14="http://schemas.microsoft.com/office/powerpoint/2010/main" val="394860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965ABB-F88D-45F5-8541-80AE619B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梁の曲げと物性値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FE4CC-32A4-4D6D-96FF-B7599C13F9B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040CD-9A95-42D3-972E-69547687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80F3C-E0CC-4F26-A68A-EF7EFB22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82D19-265D-4FA1-8CC3-22D61DE4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85725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F1"/>
          </a:solidFill>
          <a:ln xmlns:a="http://schemas.openxmlformats.org/drawingml/2006/main" w="14288">
            <a:solidFill>
              <a:srgbClr val="18364F"/>
            </a:solidFill>
          </a:ln>
        </p:spPr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A1E91-0252-4A1B-80D2-448BA8CDDE6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047750" y="2990850"/>
            <a:ext cx="19050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FF112-5B3A-4133-BEA4-59E7D69630C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" y="2990850"/>
            <a:ext cx="19050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45E33-79E9-4AA7-83F5-86881136006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71550" y="33337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F5F7A-F76C-4C4A-B0F6-D3ED80F5644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620250" y="2990850"/>
            <a:ext cx="19050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FD9C0-53DA-4501-A801-1DFC4C79F05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810750" y="2990850"/>
            <a:ext cx="19050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0E7F5-224E-4C2F-BD6E-37E44386AC0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44050" y="33337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9FB6BE-150B-499D-A8C1-904B3D87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62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C9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EC087-8A13-411D-A7C5-C6783258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362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C98"/>
            </a:solidFill>
          </a:ln>
        </p:spPr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21C196-B5E2-43C9-ADEE-B93A6BC5FC1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05950" y="35147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5A1491-B393-432D-BFBA-780395CCA2C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524500" y="1857375"/>
            <a:ext cx="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C53D3D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01AE95-7215-4F5A-BA91-5873BADC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05000"/>
            <a:ext cx="104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C53D3D"/>
                </a:solidFill>
                <a:latin typeface="Yu Gothic"/>
                <a:ea typeface="Yu Gothic"/>
                <a:cs typeface="Yu Gothic"/>
              </a:rPr>
              <a:t>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5FC39-CDA6-4E56-8E68-F9199A22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781425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L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E5A205-A85F-46E5-8819-FBD310D952B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" y="3705225"/>
            <a:ext cx="857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C78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0CBD73-BF1B-490B-B0EB-CC54F929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243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中央集中荷重・単純支持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94DB7E-4DA9-468C-869E-A2DAAD42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δ = FL³/(48EI)　　σ最大 = FL/(4Z)</a:t>
            </a:r>
          </a:p>
        </p:txBody>
      </p:sp>
    </p:spTree>
    <p:extLst>
      <p:ext uri="{BB962C8B-B14F-4D97-AF65-F5344CB8AC3E}">
        <p14:creationId xmlns:p14="http://schemas.microsoft.com/office/powerpoint/2010/main" val="19142163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3DEAC-9A50-47BB-AD93-37EE830B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比較するデータと条件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29615-16B0-4F89-AD72-457FF91A1A0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EFB56-4D7A-4842-BBF1-D637C5E9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CE859E-FF1F-4A61-8C5F-DF831ED3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0F3A4-1B7B-4C36-A00B-87734A950EE9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869156"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樹種・米国データ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曲げE / MPa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曲げ強さ / MPa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869156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Douglas-fir（Coast）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13,400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85.0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869156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Sitka spruce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10,800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70.0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9156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条件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含水率12％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無欠点小試験片の代表値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C10CF-194D-43EF-893C-9C1AC2EF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出典：Wood Handbook（2021）Table 5–3a。曲げEと曲げ強さ。</a:t>
            </a:r>
          </a:p>
        </p:txBody>
      </p:sp>
    </p:spTree>
    <p:extLst>
      <p:ext uri="{BB962C8B-B14F-4D97-AF65-F5344CB8AC3E}">
        <p14:creationId xmlns:p14="http://schemas.microsoft.com/office/powerpoint/2010/main" val="13071368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BB9C2-3C76-4602-8EF8-6AC9E6F2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　実際の物性値と曲げ計算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9A265-80F4-4385-B645-AA697E9A1F4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3F8E7-C76C-469B-A5D6-D9259CD6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B1ACB-BFC0-462B-B2D1-D3B8A93C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8A8B9-2446-495B-AFEE-04768E4D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F = 100 N、L = 600 mm、b = 80 mm、h = 15 mm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DAA16-28C3-418C-8547-95599F5C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同じ断面・支え方で、表の2樹種を比べる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50B50-DF44-4C32-BB57-DE0538C6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Iと最大応力を求め、たわみを計算する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1E1B1-F280-4AF6-AD13-773C6036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曲げEを使用。計算結果だけで採用を決めるか？</a:t>
            </a:r>
          </a:p>
        </p:txBody>
      </p:sp>
    </p:spTree>
    <p:extLst>
      <p:ext uri="{BB962C8B-B14F-4D97-AF65-F5344CB8AC3E}">
        <p14:creationId xmlns:p14="http://schemas.microsoft.com/office/powerpoint/2010/main" val="11627681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B4ECFA-275A-4C4B-8026-39074D40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演習1の解説　実際の物性値と曲げ計算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83FBB-0D9F-4753-BAF6-74567AAF240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FC6A4-BB76-4E1A-B4D0-07848EC1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A5A33-8C67-479D-B107-19E820D6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D966A-98CC-492E-A30E-3F7DC4AF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I = 80×15³/12 = 22,500 mm⁴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F6C82-23DC-44DA-8690-E0CA4805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Z = 3,000 mm³、M最大 = 15,000 N·mm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3DFCCF-60E7-45B6-9447-98E17376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最大応力 = 5.00 MPa。たわみは約1.49／1.85 mm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C8DD5-76E4-456A-8BDC-21800D07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曲げ強さとの単純な比は、設計の安全判定にならない</a:t>
            </a:r>
          </a:p>
        </p:txBody>
      </p:sp>
    </p:spTree>
    <p:extLst>
      <p:ext uri="{BB962C8B-B14F-4D97-AF65-F5344CB8AC3E}">
        <p14:creationId xmlns:p14="http://schemas.microsoft.com/office/powerpoint/2010/main" val="15554605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B36218-7D00-404A-AB46-CEF9C45E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Eと強度を分ける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7159D-69C7-4120-89E9-B6A34C94610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18BD8-C0AE-432F-9DE8-38F992D8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2916C-C506-4E62-BE3B-30A5AF5B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21AFC-3B90-4F71-A4DF-AA85C51B978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81125" y="5095875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C78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5EFCB-508F-4D97-8200-80E4AD6F7CEC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381125" y="1905000"/>
            <a:ext cx="0" cy="3190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D6C78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A5823-E5D0-4FDE-990C-3D5AC7ECB77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381125" y="2333625"/>
            <a:ext cx="2714625" cy="27622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87E8B"/>
            </a:solidFill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3FF52C-5E56-4D58-821D-145CAF3486B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381125" y="3048000"/>
            <a:ext cx="4524375" cy="204787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55D09"/>
            </a:solidFill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DBF84-8E3D-4760-B3DA-B13FCB5A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863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ひずみ 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F4FFD-C4F3-4484-A7C4-144D61BF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応力 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D5200-DE83-41EB-A1EB-63EB47A7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335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傾き：E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23AF8B-E0DE-4C6D-85CC-25765A49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8098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破壊の応力：強度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A02043-2555-4F72-AAF1-279940D0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この図は線形域の模式図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6FFAFC-C8C9-45B9-8750-49BAC279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624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破壊点の順位は示していない</a:t>
            </a:r>
          </a:p>
        </p:txBody>
      </p:sp>
    </p:spTree>
    <p:extLst>
      <p:ext uri="{BB962C8B-B14F-4D97-AF65-F5344CB8AC3E}">
        <p14:creationId xmlns:p14="http://schemas.microsoft.com/office/powerpoint/2010/main" val="702087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D15D04-54F6-4AAF-8867-6D025588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　支点間距離を変えた比較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725D6-8E9E-4B8D-B39E-EEEBD4B1DF6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558F3-614D-489C-87C1-0B6F180C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0ECD6-4A63-4042-AD82-5D612173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5A26C-FD35-4AB8-BC6E-6E6EBBE8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物性表の値と条件を、比較表へ転記する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487C4-D070-409A-A821-C8A9BCF7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長さを1.2倍にしたときのたわみ比を予想する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0AE180-1832-4188-8579-0E330039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同じ荷重・断面なら1.2³倍か、式で確認する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651BA4-4D91-47F7-BF67-9E13A450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応力の倍率は、たわみの倍率と同じか？</a:t>
            </a:r>
          </a:p>
        </p:txBody>
      </p:sp>
    </p:spTree>
    <p:extLst>
      <p:ext uri="{BB962C8B-B14F-4D97-AF65-F5344CB8AC3E}">
        <p14:creationId xmlns:p14="http://schemas.microsoft.com/office/powerpoint/2010/main" val="3175470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996B0-D274-4D06-8104-38A041F4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演習2の解説　支点間距離を変えた比較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E3500-0382-485A-BED7-F5D4FFDF6F4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BEE44-8B38-43EB-B0C9-B14B8A5F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45862-1ABF-4047-9A8E-2F189417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55CD2-3496-42C3-AF62-A1112757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たわみは1.728倍、最大応力は1.2倍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A7FCB-D14F-4191-8852-8F835366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Eは変形の計算、強度は破壊等の比較に使う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508AD-1464-4035-94F7-7CC669A4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代表値から、学校用製品の安全を断定しない</a:t>
            </a:r>
          </a:p>
        </p:txBody>
      </p:sp>
    </p:spTree>
    <p:extLst>
      <p:ext uri="{BB962C8B-B14F-4D97-AF65-F5344CB8AC3E}">
        <p14:creationId xmlns:p14="http://schemas.microsoft.com/office/powerpoint/2010/main" val="7356262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4153CB-1C98-498E-BA04-0E72E284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確認問題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F17CF-59D2-4E86-ADA2-D695871B6D0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4EE4A-99F6-45DE-8B4B-4F18403F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0841CF-FC09-49B8-8874-EA3FA20F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07986-72F7-4AF3-9CEE-ECCEB988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1 MPaは何 N/mm²か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D1E7E-C7A5-4B00-9BB6-36082E4C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同じEなら、断面を変えてもたわみは同じか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01B66-38D3-417C-AE67-DC894307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曲げ強さを、そのまま許容応力にできるか</a:t>
            </a:r>
          </a:p>
        </p:txBody>
      </p:sp>
    </p:spTree>
    <p:extLst>
      <p:ext uri="{BB962C8B-B14F-4D97-AF65-F5344CB8AC3E}">
        <p14:creationId xmlns:p14="http://schemas.microsoft.com/office/powerpoint/2010/main" val="12705614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74E59-2D06-4F14-8E6C-1D4881CB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要点の整理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1CBF3-4E6C-478F-BF54-E8F4E7E0E64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32EB4-CEC8-4461-8D96-AAA71C1B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074C9-05FF-4BC8-B868-885DAAC1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9FD7A-E334-4E42-8E58-15A10593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E・強度・硬さを、目的に応じて区別する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ABD2E-B99D-457D-86DB-6B212899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物性値には、単位と測定条件を添える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2C2AE-0487-4B6B-881D-EF6353B3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次は、方向と節による違いを深める</a:t>
            </a:r>
          </a:p>
        </p:txBody>
      </p:sp>
    </p:spTree>
    <p:extLst>
      <p:ext uri="{BB962C8B-B14F-4D97-AF65-F5344CB8AC3E}">
        <p14:creationId xmlns:p14="http://schemas.microsoft.com/office/powerpoint/2010/main" val="12063179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DBB73-1A96-47B2-8D4E-C5169550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復習と次の学習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1844C-2583-4405-A658-6FE68303430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75102-B07F-4A13-B375-32075B7B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9C15E-6260-4B6B-8AC6-3A69ADA6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8AD5E-902A-488C-9948-A3F9081F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例題の高さを18 mmに変更し、応力とたわみを再計算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AA371B-8445-44E6-825C-1F1AAD90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同じ材のためEは一定と仮定し、倍率でも確認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8BF7E5-DA41-4E8A-B9BE-31DC3405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条件を省いた「強い木材」の説明を修正する</a:t>
            </a:r>
          </a:p>
        </p:txBody>
      </p:sp>
    </p:spTree>
    <p:extLst>
      <p:ext uri="{BB962C8B-B14F-4D97-AF65-F5344CB8AC3E}">
        <p14:creationId xmlns:p14="http://schemas.microsoft.com/office/powerpoint/2010/main" val="284847929"/>
      </p:ext>
    </p:extLst>
  </p:cSld>
</p:sld>
</file>

<file path=ppt/slides/v5_05_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E6AA0-BFA3-485D-B843-30DA5FC6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今回考える三つの関係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CDBF0-8E23-4FA2-8084-5035B9103C2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A6C95-21FA-4298-8F2F-59B5FB26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A8298-9E28-447F-961D-E0A18228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87F04-F344-4885-B4D6-E762F4E1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ヤング率E：弾性範囲での応力とひずみの比。変形しにくさに関わる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EF6DF-1BAC-4888-8F78-09246823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樹種・産地と、繊維に対する荷重方向を確認する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18FFA-540F-422B-8F19-C735131A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同じ荷重・長さ・断面・支持条件で、Eの違いによるたわみを比べる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EDD33-A781-4C7E-AC6A-9FAF979C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演習では、式・単位・観察の根拠を残して説明する</a:t>
            </a:r>
          </a:p>
        </p:txBody>
      </p:sp>
    </p:spTree>
    <p:extLst>
      <p:ext uri="{BB962C8B-B14F-4D97-AF65-F5344CB8AC3E}">
        <p14:creationId xmlns:p14="http://schemas.microsoft.com/office/powerpoint/2010/main" val="1702614037"/>
      </p:ext>
    </p:extLst>
  </p:cSld>
</p:sld>
</file>

<file path=ppt/slides/v5_05_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0BE9E-066B-4C57-902C-262D5E9E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剛性と強度と硬さ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AEA9B-0A6E-47FE-ABE1-C7C74143BBA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5C2D0-2444-4938-9D52-E52075AC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3B336-D413-4482-9A87-52722311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2D7CF-D0D0-475E-AF7C-4D92F439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ヤング率E：弾性範囲での応力とひずみの比。変形しにくさに関わる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B400E-C243-4A0A-934A-EEC4F9A7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引張強さ・圧縮強さ・曲げ強さ：荷重の種類に応じた破壊の指標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4E135-1BCA-43C1-AD17-538FA2FB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硬さ：押込みなどに対する抵抗。試験方向と方法で表す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E5E698-5C53-46EB-B904-EFEF84AE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たわみには材料のEだけでなく、部材の長さ・I・支え方も効く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99F1BE-DA90-46FF-B0AA-8F39AB0F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同じ「丈夫」という日常語でも、何を比較するかで必要な量が変わる</a:t>
            </a:r>
          </a:p>
        </p:txBody>
      </p:sp>
    </p:spTree>
    <p:extLst>
      <p:ext uri="{BB962C8B-B14F-4D97-AF65-F5344CB8AC3E}">
        <p14:creationId xmlns:p14="http://schemas.microsoft.com/office/powerpoint/2010/main" val="1323685976"/>
      </p:ext>
    </p:extLst>
  </p:cSld>
</p:sld>
</file>

<file path=ppt/slides/v5_05_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83B9D-FD53-4C69-BF47-B7804D87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物性表を読むための条件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AABB7-6D7B-4998-BA53-367EC82ECD7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9DFA5-BA55-47A7-A439-932F037E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7D1E1-7B46-4DFE-9164-EBE4AAB6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A4A21-AD25-4061-9CCB-431DD015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樹種・産地と、繊維に対する荷重方向を確認する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39E47-6133-4961-BCC7-F1FB35CC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含水率、温度、荷重速度、試験方法を確認する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0999F-075F-4C3C-ADE8-670E42EA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小さな無欠点試験片の平均値か、節を含む実大材の値かを区別する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8DF02-87C8-4D57-A03C-9305B12D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Eの測定も、静的曲げ・軸方向試験・振動法で意味や評価条件が異なる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72BF0-8EA1-4F4B-8E8F-0B11C7D5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平均的な破壊試験値と、構造設計で用いる値を区別する</a:t>
            </a:r>
          </a:p>
        </p:txBody>
      </p:sp>
    </p:spTree>
    <p:extLst>
      <p:ext uri="{BB962C8B-B14F-4D97-AF65-F5344CB8AC3E}">
        <p14:creationId xmlns:p14="http://schemas.microsoft.com/office/powerpoint/2010/main" val="1751770503"/>
      </p:ext>
    </p:extLst>
  </p:cSld>
</p:sld>
</file>

<file path=ppt/slides/v5_05_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EBF942-37C3-42D2-884A-04F6CF17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単純支持ばりの計算手順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5FB48-E20F-4EE6-B520-8D81F88C320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808FF-4FD1-45BA-B5D9-04DD1C89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396DF-CADB-4801-B799-2D054D6A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43DEA-0100-49E3-9CD5-94E30148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鉛直の力のつりあい：R_A＋R_B＝F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AD468-9207-40E3-958F-068ED782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左支点回りのモーメント：R_B L−F L/2＝0。R_A＝R_B＝F/2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B6DB8-6F59-4249-B734-AC4315BA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中央断面の曲げモーメントはM最大＝(F/2)(L/2)＝FL/4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0F004B-1FAA-4D0F-8847-388E9F22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長方形断面ではI＝bh³/12、Z＝bh²/6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4FA42-7474-45CF-9A90-A80D3A39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最大曲げ応力はσ最大＝M最大/Z、中央たわみはδ＝FL³/(48EI)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F16763-2F2D-45A7-B47E-03592E72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N・mm・N/mm²を用いると、応力はMPa、たわみはmmで求まる</a:t>
            </a:r>
          </a:p>
        </p:txBody>
      </p:sp>
    </p:spTree>
    <p:extLst>
      <p:ext uri="{BB962C8B-B14F-4D97-AF65-F5344CB8AC3E}">
        <p14:creationId xmlns:p14="http://schemas.microsoft.com/office/powerpoint/2010/main" val="1437982949"/>
      </p:ext>
    </p:extLst>
  </p:cSld>
</p:sld>
</file>

<file path=ppt/slides/v5_05_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DE8A0-2C2F-41FA-9DF2-EB46D3CA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短期の比較と実際の利用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EF121-C39C-4DF9-9F26-73B69958F30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F904B-643F-4643-BFE4-C13CDF88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62D62-58CB-4832-B909-9C59BB4A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E6652-32E1-4921-B323-A0EA9CDA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同じ荷重・長さ・断面・支持条件で、Eの違いによるたわみを比べる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48956-1405-4241-89B3-64E2AA0C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曲げEを、条件確認なしで軸方向のEに置き換えない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55270-6E69-4857-9806-B4A35900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節・繊維傾斜・割れなどを含む製品は、無欠点小試験片と異なる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7594C4-8AD5-4075-A588-792A2C44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長く荷重を加えるとクリープが生じ、水分変動も変形に影響する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23218-D5A3-4DBC-9BDC-48302A0F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試験値を使う計算と、実物を採用する判断の間に必要な情報を挙げる</a:t>
            </a:r>
          </a:p>
        </p:txBody>
      </p:sp>
    </p:spTree>
    <p:extLst>
      <p:ext uri="{BB962C8B-B14F-4D97-AF65-F5344CB8AC3E}">
        <p14:creationId xmlns:p14="http://schemas.microsoft.com/office/powerpoint/2010/main" val="420885321"/>
      </p:ext>
    </p:extLst>
  </p:cSld>
</p:sld>
</file>

<file path=ppt/slides/v5_05_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3E2400-DC6F-4399-9877-9E6594B5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板のたわみを比べる授業案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16B181-C598-4001-A6E5-190311B2A91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D5E7C-CD54-4844-AD14-BC7DF470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4DF58-B90B-4D8A-9EE3-817B2D58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73619-4837-4A16-89C7-EB4C909E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比較：同じ樹種・方向・幅・支点間距離・荷重で、高さだけを変える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563FF-4A5C-4BB7-9E95-163A7218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記録：中央たわみと、荷重を除いた後の戻り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E3D9F4-3EB8-42E1-94CA-1E817DE6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発問：大きくたわんだ板は、必ず小さい荷重で折れるだろうか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A9032-6372-4AB8-925C-7ED7A81C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期待する説明：たわみの大小と、破壊時の強さは別の測定で確かめる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045E4-84CC-460F-B34F-CF9CCBA3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教科書の接点：材料の特性・丈夫な部材／A(1)ア</a:t>
            </a:r>
          </a:p>
        </p:txBody>
      </p:sp>
    </p:spTree>
    <p:extLst>
      <p:ext uri="{BB962C8B-B14F-4D97-AF65-F5344CB8AC3E}">
        <p14:creationId xmlns:p14="http://schemas.microsoft.com/office/powerpoint/2010/main" val="1425763120"/>
      </p:ext>
    </p:extLst>
  </p:cSld>
</p:sld>
</file>

<file path=ppt/slides/v5_05_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BF932D-1157-4A1E-B92C-02F6BFDA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kgとkgfとNとPa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21063-2EC9-41BC-BB9C-7E9978FEE10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24973-60CE-4A33-81E1-36587E5D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第5回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C2533-0C8D-4880-AAA8-6FD5E8CA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AB489-5334-4824-BBE5-D1DF0B10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kgは質量、kgfとNは力。標準重力では1 kgの重さは1 kgf＝9.80665 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97D2F-0793-4D5A-99EF-474D5B4E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1 Nは、1 kgに1 m/s²の加速度を生じさせる力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DDDB2-DEB3-446B-89B6-C327D9E2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面積で割ると圧力や応力になり、1 Pa＝1 N/m²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6A3A1-6BC0-446B-8E77-F7D3EE8D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1 kgf/m²＝9.80665 Pa、1 N/mm²＝1 MPa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5B970-2F0A-4694-828A-50727ACA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力はN、長さはmm、断面積はmm²にそろえると材料の計算が扱いやすい</a:t>
            </a:r>
          </a:p>
        </p:txBody>
      </p:sp>
    </p:spTree>
    <p:extLst>
      <p:ext uri="{BB962C8B-B14F-4D97-AF65-F5344CB8AC3E}">
        <p14:creationId xmlns:p14="http://schemas.microsoft.com/office/powerpoint/2010/main" val="1793844045"/>
      </p:ext>
    </p:extLst>
  </p:cSld>
</p:sld>
</file>

<file path=ppt/slides/v5_05_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7B2FB0-13C6-4247-9EDA-803BB98B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参考資料と読み進め方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A0561-273C-4C18-87DB-24D54239635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E7105-F282-4223-B3CE-325F59DD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第5章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8F1C8-B5D3-4D0B-9FAB-1095E581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E52CC-0058-4725-AB60-B8652D65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学習指導要領解説 A 材料と加工の技術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143A0-26C5-482E-A016-557D3D3F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https://www.mext.go.jp/component/a_menu/education/micro_detail/__icsFiles/afieldfile/2019/03/18/1387018_009.pdf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D44C2-B945-49E0-9CB6-1A861460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教育図書 R7内容解説 目次・掲載見本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B132F-7B08-4865-B0C8-D75F9847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https://www.kyoiku-tosho.co.jp/wp/wp-content/uploads/2024/04/G_R7kaisetu.pdf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77F95-F3F1-40B3-8D65-5DC49EAB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DD6F8-3298-4692-ADB0-57110D61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第5回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4BE58-75C7-402A-8C66-CBCC57CF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961356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2026-10-22T22:26:49.0660000Z</dcterms:created>
  <dcterms:modified xsi:type="dcterms:W3CDTF">2026-10-22T22:26:49.0660000Z</dcterms:modified>
</coreProperties>
</file>
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v5_08_slide1.xml" ContentType="application/vnd.openxmlformats-officedocument.presentationml.slide+xml"/>
  <Override PartName="/ppt/slideLayouts/v5_08_slideLayout6.xml" ContentType="application/vnd.openxmlformats-officedocument.presentationml.slideLayout+xml"/>
  <Override PartName="/ppt/slideMasters/v5_08_slideMaster1.xml" ContentType="application/vnd.openxmlformats-officedocument.presentationml.slideMaster+xml"/>
  <Override PartName="/ppt/slideMasters/theme/v5_08_theme2.xml" ContentType="application/vnd.openxmlformats-officedocument.theme+xml"/>
  <Override PartName="/ppt/slideLayouts/v5_08_slideLayout1.xml" ContentType="application/vnd.openxmlformats-officedocument.presentationml.slideLayout+xml"/>
  <Override PartName="/ppt/slideLayouts/v5_08_slideLayout2.xml" ContentType="application/vnd.openxmlformats-officedocument.presentationml.slideLayout+xml"/>
  <Override PartName="/ppt/slideLayouts/v5_08_slideLayout3.xml" ContentType="application/vnd.openxmlformats-officedocument.presentationml.slideLayout+xml"/>
  <Override PartName="/ppt/slideLayouts/v5_08_slideLayout4.xml" ContentType="application/vnd.openxmlformats-officedocument.presentationml.slideLayout+xml"/>
  <Override PartName="/ppt/slideLayouts/v5_08_slideLayout5.xml" ContentType="application/vnd.openxmlformats-officedocument.presentationml.slideLayout+xml"/>
  <Override PartName="/ppt/notesSlides/v5_08_notesSlide1.xml" ContentType="application/vnd.openxmlformats-officedocument.presentationml.notesSlide+xml"/>
  <Override PartName="/ppt/slides/v5_08_slide2.xml" ContentType="application/vnd.openxmlformats-officedocument.presentationml.slide+xml"/>
  <Override PartName="/ppt/notesSlides/v5_08_notesSlide2.xml" ContentType="application/vnd.openxmlformats-officedocument.presentationml.notesSlide+xml"/>
  <Override PartName="/ppt/slides/v5_08_slide3.xml" ContentType="application/vnd.openxmlformats-officedocument.presentationml.slide+xml"/>
  <Override PartName="/ppt/notesSlides/v5_08_notesSlide3.xml" ContentType="application/vnd.openxmlformats-officedocument.presentationml.notesSlide+xml"/>
  <Override PartName="/ppt/slides/v5_08_slide4.xml" ContentType="application/vnd.openxmlformats-officedocument.presentationml.slide+xml"/>
  <Override PartName="/ppt/notesSlides/v5_08_notesSlide4.xml" ContentType="application/vnd.openxmlformats-officedocument.presentationml.notesSlide+xml"/>
  <Override PartName="/ppt/slides/v5_08_slide5.xml" ContentType="application/vnd.openxmlformats-officedocument.presentationml.slide+xml"/>
  <Override PartName="/ppt/notesSlides/v5_08_notesSlide5.xml" ContentType="application/vnd.openxmlformats-officedocument.presentationml.notesSlide+xml"/>
  <Override PartName="/ppt/slides/v5_08_slide6.xml" ContentType="application/vnd.openxmlformats-officedocument.presentationml.slide+xml"/>
  <Override PartName="/ppt/notesSlides/v5_08_notesSlide6.xml" ContentType="application/vnd.openxmlformats-officedocument.presentationml.notesSlide+xml"/>
  <Override PartName="/ppt/slides/v5_08_slide7.xml" ContentType="application/vnd.openxmlformats-officedocument.presentationml.slide+xml"/>
  <Override PartName="/ppt/notesSlides/v5_08_notesSlide7.xml" ContentType="application/vnd.openxmlformats-officedocument.presentationml.notesSlide+xml"/>
  <Override PartName="/ppt/slides/v5_08_slide8.xml" ContentType="application/vnd.openxmlformats-officedocument.presentationml.slide+xml"/>
  <Override PartName="/ppt/notesSlides/v5_08_notesSlide8.xml" ContentType="application/vnd.openxmlformats-officedocument.presentationml.notesSlide+xml"/>
  <Override PartName="/ppt/slides/v5_08_slide9.xml" ContentType="application/vnd.openxmlformats-officedocument.presentationml.slide+xml"/>
  <Override PartName="/ppt/notesSlides/v5_08_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5a096a63154bc6" /><Relationship Type="http://schemas.openxmlformats.org/officeDocument/2006/relationships/extended-properties" Target="/docProps/app.xml" Id="R95372584d8934598" /><Relationship Type="http://schemas.openxmlformats.org/officeDocument/2006/relationships/officeDocument" Target="/ppt/presentation.xml" Id="R058b8d1481cd47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5cfbdeb53b4dcf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52d0f43fa9564368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7eebfba3b1c2458c"/><Relationship Type="http://schemas.openxmlformats.org/officeDocument/2006/relationships/slideMaster" Target="/ppt/slideMasters/slideMaster1.xml" Id="R835cfbdeb53b4dcf"/><Relationship Type="http://schemas.openxmlformats.org/officeDocument/2006/relationships/notesMaster" Target="/ppt/notesMasters/notesMaster1.xml" Id="R52d0f43fa9564368"/><Relationship Type="http://schemas.openxmlformats.org/officeDocument/2006/relationships/presProps" Target="/ppt/presProps.xml" Id="Raed56fb4f7df4f52"/><Relationship Type="http://schemas.openxmlformats.org/officeDocument/2006/relationships/tableStyles" Target="/ppt/tableStyles.xml" Id="Raa78dc38fc5a4bd3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08_slide1.xml"/><Relationship Id="rIdV5Slide4" Type="http://schemas.openxmlformats.org/officeDocument/2006/relationships/slide" Target="slides/v5_08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08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slide8.xml"/><Relationship Id="rIdV5Slide9" Type="http://schemas.openxmlformats.org/officeDocument/2006/relationships/slide" Target="slides/slide9.xml"/><Relationship Id="rIdV5Slide10" Type="http://schemas.openxmlformats.org/officeDocument/2006/relationships/slide" Target="slides/v5_08_slide4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08_slide5.xml"/><Relationship Id="rIdV5Slide13" Type="http://schemas.openxmlformats.org/officeDocument/2006/relationships/slide" Target="slides/v5_08_slide6.xml"/><Relationship Id="rIdV5Slide14" Type="http://schemas.openxmlformats.org/officeDocument/2006/relationships/slide" Target="slides/v5_08_slide7.xml"/><Relationship Id="rIdV5Slide15" Type="http://schemas.openxmlformats.org/officeDocument/2006/relationships/slide" Target="slides/v5_08_slide8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slide18.xml"/><Relationship Id="rIdV5Slide19" Type="http://schemas.openxmlformats.org/officeDocument/2006/relationships/slide" Target="slides/v5_08_slide9.xml"/><Relationship Id="rIdV5Master0" Type="http://schemas.openxmlformats.org/officeDocument/2006/relationships/slideMaster" Target="slideMasters/v5_08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1fe27ac49b4b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59c7843de4017" /><Relationship Type="http://schemas.openxmlformats.org/officeDocument/2006/relationships/notesMaster" Target="/ppt/notesMasters/notesMaster1.xml" Id="Rf8a5edadec7342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ba3da86ca4a7c" /><Relationship Type="http://schemas.openxmlformats.org/officeDocument/2006/relationships/notesMaster" Target="/ppt/notesMasters/notesMaster1.xml" Id="Rbe6e6fe5a8a440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d46d6daf2b48da" /><Relationship Type="http://schemas.openxmlformats.org/officeDocument/2006/relationships/notesMaster" Target="/ppt/notesMasters/notesMaster1.xml" Id="R9a845d2ed6e248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7e86aa685e4e4a" /><Relationship Type="http://schemas.openxmlformats.org/officeDocument/2006/relationships/notesMaster" Target="/ppt/notesMasters/notesMaster1.xml" Id="R5ff5b85d400e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bb55ed0e374585" /><Relationship Type="http://schemas.openxmlformats.org/officeDocument/2006/relationships/notesMaster" Target="/ppt/notesMasters/notesMaster1.xml" Id="R80dfd859639e47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98a49ccddb44cb" /><Relationship Type="http://schemas.openxmlformats.org/officeDocument/2006/relationships/notesMaster" Target="/ppt/notesMasters/notesMaster1.xml" Id="R5b574a34e78542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78fb4ed68d43ba" /><Relationship Type="http://schemas.openxmlformats.org/officeDocument/2006/relationships/notesMaster" Target="/ppt/notesMasters/notesMaster1.xml" Id="R2c3053581d024c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05b6f9f0ec41ac" /><Relationship Type="http://schemas.openxmlformats.org/officeDocument/2006/relationships/notesMaster" Target="/ppt/notesMasters/notesMaster1.xml" Id="R5f824ee9fb0545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34fe0f0e2c4438" /><Relationship Type="http://schemas.openxmlformats.org/officeDocument/2006/relationships/notesMaster" Target="/ppt/notesMasters/notesMaster1.xml" Id="Re3623384c72e44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c34ac3022c4929" /><Relationship Type="http://schemas.openxmlformats.org/officeDocument/2006/relationships/notesMaster" Target="/ppt/notesMasters/notesMaster1.xml" Id="R6dbfa30d3f9d45d2" /></Relationships>
</file>

<file path=ppt/notesSlides/_rels/v5_08_notesSlide1.xml.rels><?xml version='1.0' encoding='UTF-8' standalone='yes'?>
<Relationships xmlns="http://schemas.openxmlformats.org/package/2006/relationships"><Relationship Type="http://schemas.openxmlformats.org/officeDocument/2006/relationships/slide" Target="../slides/v5_08_slide1.xml" Id="Rff2feb73e7004953"/><Relationship Type="http://schemas.openxmlformats.org/officeDocument/2006/relationships/notesMaster" Target="../notesMasters/notesMaster1.xml" Id="R36dcad208cb547f9"/></Relationships>
</file>

<file path=ppt/notesSlides/_rels/v5_08_notesSlide2.xml.rels><?xml version='1.0' encoding='UTF-8' standalone='yes'?>
<Relationships xmlns="http://schemas.openxmlformats.org/package/2006/relationships"><Relationship Type="http://schemas.openxmlformats.org/officeDocument/2006/relationships/slide" Target="../slides/v5_08_slide2.xml" Id="Ra91e5b9cdfd04dce"/><Relationship Type="http://schemas.openxmlformats.org/officeDocument/2006/relationships/notesMaster" Target="../notesMasters/notesMaster1.xml" Id="R9f900e5520da4a16"/></Relationships>
</file>

<file path=ppt/notesSlides/_rels/v5_08_notesSlide3.xml.rels><?xml version='1.0' encoding='UTF-8' standalone='yes'?>
<Relationships xmlns="http://schemas.openxmlformats.org/package/2006/relationships"><Relationship Type="http://schemas.openxmlformats.org/officeDocument/2006/relationships/slide" Target="../slides/v5_08_slide3.xml" Id="R15335e04bfe540f3"/><Relationship Type="http://schemas.openxmlformats.org/officeDocument/2006/relationships/notesMaster" Target="../notesMasters/notesMaster1.xml" Id="R6ed15ea6a8434523"/></Relationships>
</file>

<file path=ppt/notesSlides/_rels/v5_08_notesSlide4.xml.rels><?xml version='1.0' encoding='UTF-8' standalone='yes'?>
<Relationships xmlns="http://schemas.openxmlformats.org/package/2006/relationships"><Relationship Type="http://schemas.openxmlformats.org/officeDocument/2006/relationships/slide" Target="../slides/v5_08_slide4.xml" Id="Rb9fbe6e4f8034108"/><Relationship Type="http://schemas.openxmlformats.org/officeDocument/2006/relationships/notesMaster" Target="../notesMasters/notesMaster1.xml" Id="Rb4093423bbe54b64"/></Relationships>
</file>

<file path=ppt/notesSlides/_rels/v5_08_notesSlide5.xml.rels><?xml version='1.0' encoding='UTF-8' standalone='yes'?>
<Relationships xmlns="http://schemas.openxmlformats.org/package/2006/relationships"><Relationship Type="http://schemas.openxmlformats.org/officeDocument/2006/relationships/slide" Target="../slides/v5_08_slide5.xml" Id="R38137b8b299f4260"/><Relationship Type="http://schemas.openxmlformats.org/officeDocument/2006/relationships/notesMaster" Target="../notesMasters/notesMaster1.xml" Id="R94431917d73747fd"/></Relationships>
</file>

<file path=ppt/notesSlides/_rels/v5_08_notesSlide6.xml.rels><?xml version='1.0' encoding='UTF-8' standalone='yes'?>
<Relationships xmlns="http://schemas.openxmlformats.org/package/2006/relationships"><Relationship Type="http://schemas.openxmlformats.org/officeDocument/2006/relationships/slide" Target="../slides/v5_08_slide6.xml" Id="R6cc7d65417b9434d"/><Relationship Type="http://schemas.openxmlformats.org/officeDocument/2006/relationships/notesMaster" Target="../notesMasters/notesMaster1.xml" Id="R15c1decf873448bc"/></Relationships>
</file>

<file path=ppt/notesSlides/_rels/v5_08_notesSlide7.xml.rels><?xml version='1.0' encoding='UTF-8' standalone='yes'?>
<Relationships xmlns="http://schemas.openxmlformats.org/package/2006/relationships"><Relationship Type="http://schemas.openxmlformats.org/officeDocument/2006/relationships/slide" Target="../slides/v5_08_slide7.xml" Id="R1bb75e462bc84e28"/><Relationship Type="http://schemas.openxmlformats.org/officeDocument/2006/relationships/notesMaster" Target="../notesMasters/notesMaster1.xml" Id="Rf9c5d9766c8e4019"/></Relationships>
</file>

<file path=ppt/notesSlides/_rels/v5_08_notesSlide8.xml.rels><?xml version='1.0' encoding='UTF-8' standalone='yes'?>
<Relationships xmlns="http://schemas.openxmlformats.org/package/2006/relationships"><Relationship Type="http://schemas.openxmlformats.org/officeDocument/2006/relationships/slide" Target="../slides/v5_08_slide8.xml" Id="Rf44ace52aabb46a7"/><Relationship Type="http://schemas.openxmlformats.org/officeDocument/2006/relationships/notesMaster" Target="../notesMasters/notesMaster1.xml" Id="Rca23916027404d01"/></Relationships>
</file>

<file path=ppt/notesSlides/_rels/v5_08_notesSlide9.xml.rels><?xml version='1.0' encoding='UTF-8' standalone='yes'?>
<Relationships xmlns="http://schemas.openxmlformats.org/package/2006/relationships"><Relationship Type="http://schemas.openxmlformats.org/officeDocument/2006/relationships/slide" Target="../slides/v5_08_slide9.xml" Id="R50c7fefa85bd47a6"/><Relationship Type="http://schemas.openxmlformats.org/officeDocument/2006/relationships/notesMaster" Target="../notesMasters/notesMaster1.xml" Id="Rf461e40c2b054d6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8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52720ddbb47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3661476e449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5292941c144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2f56e719149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3d49128cb47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7270722494aa4" /></Relationships>
</file>

<file path=ppt/slideLayouts/_rels/v5_08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8_slideMaster1.xml" Id="R91847d88ff3641a3"/></Relationships>
</file>

<file path=ppt/slideLayouts/_rels/v5_08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8_slideMaster1.xml" Id="R15b9dce714c3419e"/></Relationships>
</file>

<file path=ppt/slideLayouts/_rels/v5_08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8_slideMaster1.xml" Id="R66fbb5e636eb497f"/></Relationships>
</file>

<file path=ppt/slideLayouts/_rels/v5_08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8_slideMaster1.xml" Id="R8dda7fe11aac4f3c"/></Relationships>
</file>

<file path=ppt/slideLayouts/_rels/v5_08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8_slideMaster1.xml" Id="R81c70ebe677c4bb0"/></Relationships>
</file>

<file path=ppt/slideLayouts/_rels/v5_08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8_slideMaster1.xml" Id="Rc341068821624494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8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D11DE0-467A-4C79-998F-D50CBBF3D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CD4873-C9B1-46B1-BC01-73E91D7C39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8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55ADDD-DC82-4C7A-B36E-FC5400858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8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A81F7-26C2-4069-88DA-9692D68CD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2FE260-8A8B-45E1-9A15-1D7CC47B61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8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F15175-7C05-4C88-B594-CC90A3EC7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87AB5A-922E-45C6-A0C3-27253D9E9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F3C83C-6354-493D-988C-32702F2969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8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F20DF3-899D-4180-BDB5-878E1ACF5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FB35A6-7376-47EA-8FAA-E003DC7438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8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5412ce80304055" /><Relationship Type="http://schemas.openxmlformats.org/officeDocument/2006/relationships/slideLayout" Target="/ppt/slideLayouts/slideLayout1.xml" Id="Rba91aa4d405c4584" /><Relationship Type="http://schemas.openxmlformats.org/officeDocument/2006/relationships/slideLayout" Target="/ppt/slideLayouts/slideLayout2.xml" Id="R75f97622a43b4590" /><Relationship Type="http://schemas.openxmlformats.org/officeDocument/2006/relationships/slideLayout" Target="/ppt/slideLayouts/slideLayout3.xml" Id="R53e17f9c7e624f39" /><Relationship Type="http://schemas.openxmlformats.org/officeDocument/2006/relationships/slideLayout" Target="/ppt/slideLayouts/slideLayout4.xml" Id="R9fb026d5724048d3" /><Relationship Type="http://schemas.openxmlformats.org/officeDocument/2006/relationships/slideLayout" Target="/ppt/slideLayouts/slideLayout5.xml" Id="Ra19ff6002a4e4eb6" /><Relationship Type="http://schemas.openxmlformats.org/officeDocument/2006/relationships/slideLayout" Target="/ppt/slideLayouts/slideLayout6.xml" Id="R9b264e2319ce4bd8" /></Relationships>
</file>

<file path=ppt/slideMasters/_rels/v5_08_slideMaster1.xml.rels><?xml version='1.0' encoding='UTF-8' standalone='yes'?>
<Relationships xmlns="http://schemas.openxmlformats.org/package/2006/relationships"><Relationship Type="http://schemas.openxmlformats.org/officeDocument/2006/relationships/theme" Target="theme/v5_08_theme2.xml" Id="R20e6a90b1f0a4ae3"/><Relationship Type="http://schemas.openxmlformats.org/officeDocument/2006/relationships/slideLayout" Target="../slideLayouts/v5_08_slideLayout1.xml" Id="Rac42bb9483e844c9"/><Relationship Type="http://schemas.openxmlformats.org/officeDocument/2006/relationships/slideLayout" Target="../slideLayouts/v5_08_slideLayout2.xml" Id="R9aca87ecfc5e4c9b"/><Relationship Type="http://schemas.openxmlformats.org/officeDocument/2006/relationships/slideLayout" Target="../slideLayouts/v5_08_slideLayout3.xml" Id="R3de1095eac874fdf"/><Relationship Type="http://schemas.openxmlformats.org/officeDocument/2006/relationships/slideLayout" Target="../slideLayouts/v5_08_slideLayout4.xml" Id="R4904d14d287342d2"/><Relationship Type="http://schemas.openxmlformats.org/officeDocument/2006/relationships/slideLayout" Target="../slideLayouts/v5_08_slideLayout5.xml" Id="Rb2b8134e283740b0"/><Relationship Type="http://schemas.openxmlformats.org/officeDocument/2006/relationships/slideLayout" Target="../slideLayouts/v5_08_slideLayout6.xml" Id="R1b0354c8145e44c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91aa4d405c4584"/>
    <p:sldLayoutId xmlns:r="http://schemas.openxmlformats.org/officeDocument/2006/relationships" id="2147483650" r:id="R75f97622a43b4590"/>
    <p:sldLayoutId xmlns:r="http://schemas.openxmlformats.org/officeDocument/2006/relationships" id="2147483651" r:id="R53e17f9c7e624f39"/>
    <p:sldLayoutId xmlns:r="http://schemas.openxmlformats.org/officeDocument/2006/relationships" id="2147483652" r:id="R9fb026d5724048d3"/>
    <p:sldLayoutId xmlns:r="http://schemas.openxmlformats.org/officeDocument/2006/relationships" id="2147483653" r:id="Ra19ff6002a4e4eb6"/>
    <p:sldLayoutId xmlns:r="http://schemas.openxmlformats.org/officeDocument/2006/relationships" id="2147483654" r:id="R9b264e2319ce4b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8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8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ac42bb9483e844c9"/>
    <p:sldLayoutId xmlns:r="http://schemas.openxmlformats.org/officeDocument/2006/relationships" id="2147483657" r:id="R9aca87ecfc5e4c9b"/>
    <p:sldLayoutId xmlns:r="http://schemas.openxmlformats.org/officeDocument/2006/relationships" id="2147483658" r:id="R3de1095eac874fdf"/>
    <p:sldLayoutId xmlns:r="http://schemas.openxmlformats.org/officeDocument/2006/relationships" id="2147483659" r:id="R4904d14d287342d2"/>
    <p:sldLayoutId xmlns:r="http://schemas.openxmlformats.org/officeDocument/2006/relationships" id="2147483660" r:id="Rb2b8134e283740b0"/>
    <p:sldLayoutId xmlns:r="http://schemas.openxmlformats.org/officeDocument/2006/relationships" id="2147483661" r:id="R1b0354c8145e44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b7da3e8084384" /><Relationship Type="http://schemas.openxmlformats.org/officeDocument/2006/relationships/notesSlide" Target="/ppt/notesSlides/notesSlide1.xml" Id="R9fc118c3007d49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0d51394bb40d5" /><Relationship Type="http://schemas.openxmlformats.org/officeDocument/2006/relationships/notesSlide" Target="/ppt/notesSlides/notesSlide2.xml" Id="Rbd34e85454984f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ac2411d8674c84" /><Relationship Type="http://schemas.openxmlformats.org/officeDocument/2006/relationships/notesSlide" Target="/ppt/notesSlides/notesSlide5.xml" Id="Ra70496b132dd41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18e6d11004541" /><Relationship Type="http://schemas.openxmlformats.org/officeDocument/2006/relationships/notesSlide" Target="/ppt/notesSlides/notesSlide7.xml" Id="Re6ab976d5fdd41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22d0cb1b1491a" /><Relationship Type="http://schemas.openxmlformats.org/officeDocument/2006/relationships/notesSlide" Target="/ppt/notesSlides/notesSlide8.xml" Id="R77c5d996d4ff4f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c187c0cfd48d8" /><Relationship Type="http://schemas.openxmlformats.org/officeDocument/2006/relationships/notesSlide" Target="/ppt/notesSlides/notesSlide9.xml" Id="R6afc112b1aa342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d9f703b0c498d" /><Relationship Type="http://schemas.openxmlformats.org/officeDocument/2006/relationships/notesSlide" Target="/ppt/notesSlides/notesSlide11.xml" Id="R6d720e5cfc444c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8f27a95e04044" /><Relationship Type="http://schemas.openxmlformats.org/officeDocument/2006/relationships/notesSlide" Target="/ppt/notesSlides/notesSlide16.xml" Id="R61567903c13949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7c899f2dd40ca" /><Relationship Type="http://schemas.openxmlformats.org/officeDocument/2006/relationships/notesSlide" Target="/ppt/notesSlides/notesSlide17.xml" Id="R6ebb40d5e3c641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e84c57d3e4c79" /><Relationship Type="http://schemas.openxmlformats.org/officeDocument/2006/relationships/notesSlide" Target="/ppt/notesSlides/notesSlide18.xml" Id="R90ca1e5c7ba34a82" /></Relationships>
</file>

<file path=ppt/slides/_rels/v5_08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d83a26f1fd8549f2"/><Relationship Type="http://schemas.openxmlformats.org/officeDocument/2006/relationships/notesSlide" Target="../notesSlides/v5_08_notesSlide1.xml" Id="R8391a9465bc64ff3"/></Relationships>
</file>

<file path=ppt/slides/_rels/v5_08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971eec01e18544b8"/><Relationship Type="http://schemas.openxmlformats.org/officeDocument/2006/relationships/notesSlide" Target="../notesSlides/v5_08_notesSlide2.xml" Id="Re44d38ba85ca48d4"/></Relationships>
</file>

<file path=ppt/slides/_rels/v5_08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54b0d667d0cf455e"/><Relationship Type="http://schemas.openxmlformats.org/officeDocument/2006/relationships/notesSlide" Target="../notesSlides/v5_08_notesSlide3.xml" Id="R2afc6befd4b2455d"/></Relationships>
</file>

<file path=ppt/slides/_rels/v5_08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1fa5d31bd1344539"/><Relationship Type="http://schemas.openxmlformats.org/officeDocument/2006/relationships/notesSlide" Target="../notesSlides/v5_08_notesSlide4.xml" Id="R5b5a29f9150c4294"/></Relationships>
</file>

<file path=ppt/slides/_rels/v5_08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6e20785f733d484c"/><Relationship Type="http://schemas.openxmlformats.org/officeDocument/2006/relationships/notesSlide" Target="../notesSlides/v5_08_notesSlide5.xml" Id="Rb6a097d74e55488b"/></Relationships>
</file>

<file path=ppt/slides/_rels/v5_08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a4eded83576b496c"/><Relationship Type="http://schemas.openxmlformats.org/officeDocument/2006/relationships/notesSlide" Target="../notesSlides/v5_08_notesSlide6.xml" Id="R70f0c208c78d4351"/></Relationships>
</file>

<file path=ppt/slides/_rels/v5_08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c4591c5a649e4e24"/><Relationship Type="http://schemas.openxmlformats.org/officeDocument/2006/relationships/notesSlide" Target="../notesSlides/v5_08_notesSlide7.xml" Id="R66546b1a5bd44938"/></Relationships>
</file>

<file path=ppt/slides/_rels/v5_08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c65496ecd8394bd8"/><Relationship Type="http://schemas.openxmlformats.org/officeDocument/2006/relationships/notesSlide" Target="../notesSlides/v5_08_notesSlide8.xml" Id="Rffff104243264b48"/></Relationships>
</file>

<file path=ppt/slides/_rels/v5_08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8_slideLayout6.xml" Id="R93b0c2eaebd644e3"/><Relationship Type="http://schemas.openxmlformats.org/officeDocument/2006/relationships/notesSlide" Target="../notesSlides/v5_08_notesSlide9.xml" Id="R31e5b20dcc9c4ed8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19479-8356-426E-B755-4660A00C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第8回　木材と水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71CA8-3206-4B78-BA69-53F15ED8D9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370CC-DCA8-482C-8EFE-4BF8C77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7CBB4-A4F4-4CD5-BAE5-C38142EF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99DC8-7D79-43C5-9DB8-E3FAA2BE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木材と水：含水率と水の所在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C2C2-5661-411F-AA34-2BE00B77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乾量基準含水率を計算し、細胞内腔等の水と細胞壁内の水を区別する。</a:t>
            </a:r>
          </a:p>
        </p:txBody>
      </p:sp>
    </p:spTree>
    <p:extLst>
      <p:ext uri="{BB962C8B-B14F-4D97-AF65-F5344CB8AC3E}">
        <p14:creationId xmlns:p14="http://schemas.microsoft.com/office/powerpoint/2010/main" val="2099675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01E60-543E-4C1A-A758-B33212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34C13-C3BE-426B-94C5-A6AB886ED3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BB4EE-7611-4B81-92D9-F3280439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6BD00-BA02-44F7-8ECD-1CD58F6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3011A-8545-44A5-B73B-20DFA386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絶乾質量と、湿ったときの質量を区別する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ED717-AB5D-40E9-BC8C-C741E2D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細胞内腔と、細胞壁の内部は別の場所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C2F6E-4F6D-4334-9753-B9C47174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水の量と所在を、同じ図で考える</a:t>
            </a:r>
          </a:p>
        </p:txBody>
      </p:sp>
    </p:spTree>
    <p:extLst>
      <p:ext uri="{BB962C8B-B14F-4D97-AF65-F5344CB8AC3E}">
        <p14:creationId xmlns:p14="http://schemas.microsoft.com/office/powerpoint/2010/main" val="322393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F94C3-2F27-479C-9169-F82B9B92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細胞壁内の水と自由水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AD5C8-FCD7-458F-9A2D-B7832AEFB6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947CC-461E-46FF-BC85-FE5635A8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1AF0F-B6D3-4900-91E3-FACC3582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6242B-63EA-4119-9339-1254FDC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E6"/>
          </a:solidFill>
          <a:ln xmlns:a="http://schemas.openxmlformats.org/drawingml/2006/main" w="14288">
            <a:solidFill>
              <a:srgbClr val="087E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AFF33-4D48-4AB6-BF53-FAF0FD2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28875"/>
            <a:ext cx="3619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FBAE2-AB56-4E5A-AEDF-C1F4CAE1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3619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DED"/>
          </a:solidFill>
          <a:ln xmlns:a="http://schemas.openxmlformats.org/drawingml/2006/main" w="14288">
            <a:solidFill>
              <a:srgbClr val="245C9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15B3D-694B-46AF-A892-34A57F1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33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壁内の水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FDC8F-7CF2-4554-9F71-2A04CA2B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52875"/>
            <a:ext cx="3600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内腔等の自由水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746FC-1650-4C56-90BE-110C355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水の所在を分ける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FD8F5-D943-4FA8-98C3-3F73D2E3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壁の成分との相互作用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580C4-E0FD-46D1-9509-FDF1C069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水分変化と寸法を結ぶ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A8E3F-E8EA-4FB1-8508-5C739EE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水量と寸法比は模式的</a:t>
            </a:r>
          </a:p>
        </p:txBody>
      </p:sp>
    </p:spTree>
    <p:extLst>
      <p:ext uri="{BB962C8B-B14F-4D97-AF65-F5344CB8AC3E}">
        <p14:creationId xmlns:p14="http://schemas.microsoft.com/office/powerpoint/2010/main" val="1150326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61273-1A37-444F-9460-D0B53FAD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76C54-6959-425B-88C9-322F15FB5D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FDF37-78F8-4AB6-83D6-FAD7F75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C29C2-08D8-42B1-B273-316898E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DAC80-6FC2-441E-861D-E5AE497A1F9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 / 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演習用の同一試料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湿った状態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水を含む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絶乾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m₀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水の質量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125 − 50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含水率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乾量基準で計算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656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A6D83-18F7-4AC9-88D0-94BC7123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乾量基準と湿量基準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19A10-C82D-4992-94C4-DE4FA314EE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F4B75-6648-434B-95DF-3AA853AD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8ED89-0D22-47A3-8FB0-7DDD0E24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3439-9A34-44A9-8D49-5B9CCE1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表の試料の含水率uを求める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DF0B-8879-4BDB-9586-BD588B0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湿量基準v = 100(m−m₀)/mでも計算する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C20C4-7A30-49E4-8B4A-46F73FAD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なぜ100％を超えられるか説明する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EEABE-F803-43C8-810F-C2049A0B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百分率と質量比を混用しない</a:t>
            </a:r>
          </a:p>
        </p:txBody>
      </p:sp>
    </p:spTree>
    <p:extLst>
      <p:ext uri="{BB962C8B-B14F-4D97-AF65-F5344CB8AC3E}">
        <p14:creationId xmlns:p14="http://schemas.microsoft.com/office/powerpoint/2010/main" val="1187673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5FFF0-CCFF-4A9D-AE3E-8585C73F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乾量基準と湿量基準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52A5F-B6B6-453A-BEDA-613CB0E7C7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B5AB7-EDA2-4B1E-AA6E-C41FCEC2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B7435-57BD-4CFD-BAA0-D9B6BBE7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CE628-801D-4714-B26D-705248B9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水は75 g。u = 75/50×100 = 150％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2E35F-4A09-469F-9452-2292AFD9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湿量基準v = 75/125×100 = 60％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593F9-6B5F-4D44-8C56-8BA75B5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乾いた木材より水の質量が多くても矛盾しない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7185C-739C-4B02-AE37-C9630FE4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二つの百分率は、分母が違う</a:t>
            </a:r>
          </a:p>
        </p:txBody>
      </p:sp>
    </p:spTree>
    <p:extLst>
      <p:ext uri="{BB962C8B-B14F-4D97-AF65-F5344CB8AC3E}">
        <p14:creationId xmlns:p14="http://schemas.microsoft.com/office/powerpoint/2010/main" val="10138999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B88D4-3FC0-4D6B-BC7F-EFD437D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含水率の分母と水の質量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0B9EF-3E50-427D-A850-3A7B49FCC1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AEB71-C6E4-4715-A889-BBE8EE3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D55FC-17F9-4F16-937E-96C8A474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4CA6D-E567-44B5-ACC5-B44CB44F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BE4B2-9B9E-45B0-90A6-5A5C5771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DED"/>
          </a:solidFill>
          <a:ln xmlns:a="http://schemas.openxmlformats.org/drawingml/2006/main" w="14288">
            <a:solidFill>
              <a:srgbClr val="245C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31C5B-634C-48FD-8423-ADB59989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絶乾質量 m₀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D4263-49AD-4EA5-B911-BEF1CD28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水の質量 m − m₀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CAEC7-EEC3-4D8C-B945-DAB3D464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含水率の分母は m₀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BA8C9-ACE0-4AF1-B71F-758F3F52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水の質量との比を取る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14195-9D16-4705-AC5A-9BCE362B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u = 100(m−m₀)/m₀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5ACAC-0B0E-4096-821B-C73DAF0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100％超も定義と両立する</a:t>
            </a:r>
          </a:p>
        </p:txBody>
      </p:sp>
    </p:spTree>
    <p:extLst>
      <p:ext uri="{BB962C8B-B14F-4D97-AF65-F5344CB8AC3E}">
        <p14:creationId xmlns:p14="http://schemas.microsoft.com/office/powerpoint/2010/main" val="5146634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19488-0DEF-4ED6-9762-0617FBDC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A9A1A-9219-43DA-A116-00342D448D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781DE-B7F3-4E81-8A4E-BB5E85D8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C0807-45F1-453E-9706-B2E9F9A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7CEB0-800E-4FDD-B4C1-5B94BE25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m = 12 g、m₀ = 10 gの含水率は？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5CA47-38CD-4A5C-A14F-BB70DBE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空気が乾けば、必ず含水率0％になるか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ED5F-232F-486D-8EB1-385DB5D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内腔の水と壁の水を区別して描く</a:t>
            </a:r>
          </a:p>
        </p:txBody>
      </p:sp>
    </p:spTree>
    <p:extLst>
      <p:ext uri="{BB962C8B-B14F-4D97-AF65-F5344CB8AC3E}">
        <p14:creationId xmlns:p14="http://schemas.microsoft.com/office/powerpoint/2010/main" val="17262373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35411-9EC6-4A57-AEC8-F968DF3C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086E4-5FA0-4E95-A5A3-83FA9D97D0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57E71-6248-4F5E-8FEB-D39D9B5E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A40D3-9980-4717-8562-6D9C5257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AAF09-D860-42D1-8EF2-B312EBC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含水率の分母と、水の場所を区別する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AF867-F44C-461C-BF9D-4C66FD85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水分と周囲の環境を、時間も含めて考える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63B0C-A2FD-46D7-A34E-01DD6DA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次は、細胞壁の水と寸法変化を結ぶ</a:t>
            </a:r>
          </a:p>
        </p:txBody>
      </p:sp>
    </p:spTree>
    <p:extLst>
      <p:ext uri="{BB962C8B-B14F-4D97-AF65-F5344CB8AC3E}">
        <p14:creationId xmlns:p14="http://schemas.microsoft.com/office/powerpoint/2010/main" val="1434411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9FA7E-2D64-4716-8907-DCAF1A69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8FEE1-E74E-4371-AAB3-AB3DE00761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6B2C9-DC48-4FFB-9676-83718BA7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3D24-0CA2-4F1E-A9ED-A6051FB5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D073F-6C60-4A77-8561-3F6A9ED5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乾量基準uから湿量基準vへの換算式を導く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CFD04-3EFA-4F8B-B71A-505BF7BD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u = 100％、20％のときのvを計算する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AC9B3-B8BB-4155-A316-059D60EB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発展：同じ環境でも経路の違いを考える</a:t>
            </a:r>
          </a:p>
        </p:txBody>
      </p:sp>
    </p:spTree>
    <p:extLst>
      <p:ext uri="{BB962C8B-B14F-4D97-AF65-F5344CB8AC3E}">
        <p14:creationId xmlns:p14="http://schemas.microsoft.com/office/powerpoint/2010/main" val="1418281589"/>
      </p:ext>
    </p:extLst>
  </p:cSld>
</p:sld>
</file>

<file path=ppt/slides/v5_08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99235-CCE8-4AF1-9CF1-9C4EC78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C4A57-2E0B-4FD3-88F1-14F9355ACB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A5F16-4B59-4B5E-837F-66FDC0BC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4000F-3E2B-4615-B545-679B86C4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8B593-1ACF-437F-A019-38BC2249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水を含む質量mから、全乾質量m₀を引くと水の質量になる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03BC1-9E68-4333-A630-B018AB4E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自由水は、主に細胞内腔や細胞間の空隙にある液体の水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21AF6-BCD0-4307-8F29-96D85FCE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内腔の自由水を失い、細胞壁には水が多く残る状態を考える概念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2A197-2DAB-4435-ABD4-A7A3100F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233979845"/>
      </p:ext>
    </p:extLst>
  </p:cSld>
</p:sld>
</file>

<file path=ppt/slides/v5_08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AC7BE-7C4E-4449-A291-4D3940A7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乾量基準含水率の定義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3D491-CF52-45E4-87D3-E308DFA4A6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DF099-EFCF-4ACD-9B2B-407D0AA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128E9-6108-4A8F-AFF0-A9DB0A56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1DD7E-6216-4443-A17D-3A485016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水を含む質量mから、全乾質量m₀を引くと水の質量になる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E6D1B-084C-4582-9A27-4061301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含水率u＝100(m−m₀)/m₀。分母は乾いた木材の質量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A4F20-E402-48ED-B6C0-2934058E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m₀＝50 g、m＝60 gなら、水10 g、含水率20％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43BC0-6018-4D1C-A554-A0B8038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水が全乾木材より重ければ、乾量基準含水率は100％を超える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F78ED-26E7-4FA1-A281-ACFBEFC7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湿量基準v＝100(m−m₀)/mとは、同じ数値にならない</a:t>
            </a:r>
          </a:p>
        </p:txBody>
      </p:sp>
    </p:spTree>
    <p:extLst>
      <p:ext uri="{BB962C8B-B14F-4D97-AF65-F5344CB8AC3E}">
        <p14:creationId xmlns:p14="http://schemas.microsoft.com/office/powerpoint/2010/main" val="617665907"/>
      </p:ext>
    </p:extLst>
  </p:cSld>
</p:sld>
</file>

<file path=ppt/slides/v5_08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87F78-0865-48FF-8080-A63B4973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細胞壁中の水と自由水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BB5F4-D64B-497A-9367-AAC1AC2F35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D12D7-A708-42D7-B4C3-9A5EDD99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84658-735F-4C73-99F1-41600886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4E0D5-7BC6-4C9E-986F-9837FB6B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自由水は、主に細胞内腔や細胞間の空隙にある液体の水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625F9-EAB6-4D15-9A9F-6B346FE9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細胞壁中の水は、セルロース・ヘミセルロースなどと相互作用する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46BD5-0A87-4632-A0C1-CE76CDCB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壁の水が増減すると、膨潤・収縮や力学的性質が変わる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A15DD-69B6-4081-81EF-9DFC4034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木口からの吸水では、L方向の通導要素や壁孔も経路になる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C55B2-4EDA-43EF-BAB9-A2DE4A0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水の総量と、水がある場所を併せて考える</a:t>
            </a:r>
          </a:p>
        </p:txBody>
      </p:sp>
    </p:spTree>
    <p:extLst>
      <p:ext uri="{BB962C8B-B14F-4D97-AF65-F5344CB8AC3E}">
        <p14:creationId xmlns:p14="http://schemas.microsoft.com/office/powerpoint/2010/main" val="148040395"/>
      </p:ext>
    </p:extLst>
  </p:cSld>
</p:sld>
</file>

<file path=ppt/slides/v5_08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FC166-2414-4863-B236-166DC2DE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吸放湿と平衡含水率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A8FCE-E148-4FAE-BA97-6AEBAF98A0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FA995-452A-420A-811A-F9CE7A47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455D0-97F4-4C26-9830-BB4F29DA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4366A-E7FF-45E7-B2BD-F0E44FAF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一定の温度・相対湿度の空気中で、木材は水蒸気を吸ったり放したりする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77196-9A05-4E5A-91BA-2DF7E7B9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十分な時間の後、質量変化が落ち着いたときの含水率を平衡含水率という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E2881-1299-45DD-AD04-6D21AF69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同じ温度でも、相対湿度が高いほど平衡含水率は高くなる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5B8DF-D09A-4CFC-81C4-ABC14EBC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吸湿して近付くか、放湿して近付くかで差がある。これを履歴として考える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89943-6187-4362-AC39-557FC333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気乾は全乾ではなく、温湿度に応じて水分が残る状態</a:t>
            </a:r>
          </a:p>
        </p:txBody>
      </p:sp>
    </p:spTree>
    <p:extLst>
      <p:ext uri="{BB962C8B-B14F-4D97-AF65-F5344CB8AC3E}">
        <p14:creationId xmlns:p14="http://schemas.microsoft.com/office/powerpoint/2010/main" val="904585523"/>
      </p:ext>
    </p:extLst>
  </p:cSld>
</p:sld>
</file>

<file path=ppt/slides/v5_08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62B11-0D58-48BD-AFFA-BE5F3FAA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繊維飽和点と寸法変化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014DC-C010-44E4-B794-00EEC08364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EFF75-5C2F-47A9-A2B7-1DD0D61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04CFC-D3C8-4053-B240-5EE4F35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BE67A-047A-46E1-A2D3-E1AA1659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内腔の自由水を失い、細胞壁には水が多く残る状態を考える概念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857F5-CFE7-42A7-B480-6AF875B8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通常の説明では、この付近より低い含水率域で収縮が顕著になる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6A391-97FB-48D7-A3E6-A4360500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約30％は目安で、樹種・温度・測定方法によって異なる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456FD-F656-46EB-97EB-AD8569E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細胞ごとの水分状態が、材全体で同時に切り替わるわけではない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686AD-7BAA-42B0-9C67-77B7635A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平衡含水率は空気との関係、繊維飽和点は水の所在と物性変化の関係</a:t>
            </a:r>
          </a:p>
        </p:txBody>
      </p:sp>
    </p:spTree>
    <p:extLst>
      <p:ext uri="{BB962C8B-B14F-4D97-AF65-F5344CB8AC3E}">
        <p14:creationId xmlns:p14="http://schemas.microsoft.com/office/powerpoint/2010/main" val="92617585"/>
      </p:ext>
    </p:extLst>
  </p:cSld>
</p:sld>
</file>

<file path=ppt/slides/v5_08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AE95E-61E7-4C37-80CC-9E6458A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含水率から質量を求める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06D60-3D6A-4026-88A1-9FDAA7DDF14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76BDB-5B4E-42FC-B37C-B66C800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37213-7304-4D0B-9B84-D8B881B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9AF00-F472-4D06-B639-0AD94E39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前の試料（全乾50 g・水を含む質量125 g）を、含水率20％まで乾かす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47F1-8A66-4EA2-9998-63DC541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u＝100(m−m₀)/m₀を変形し、目標の質量mを求める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7B6F7-1EA4-4668-8E7D-A77CEDD2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取り除く水の質量は何gか。初めと終わりの水の所在も図示する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AB852-9C38-4072-9B18-0D4EC67F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繊維飽和点と平衡含水率の違いを、乾燥の説明に加える</a:t>
            </a:r>
          </a:p>
        </p:txBody>
      </p:sp>
    </p:spTree>
    <p:extLst>
      <p:ext uri="{BB962C8B-B14F-4D97-AF65-F5344CB8AC3E}">
        <p14:creationId xmlns:p14="http://schemas.microsoft.com/office/powerpoint/2010/main" val="1884831359"/>
      </p:ext>
    </p:extLst>
  </p:cSld>
</p:sld>
</file>

<file path=ppt/slides/v5_08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B36E4-C108-42C5-A9D8-0F9B6862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質量と水の移動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06415-4951-4144-9023-D3AAE4DDDE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4100B-756C-47E2-A423-5BFB4FD1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E8341-E946-4B57-A634-6075FABB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1901-5227-4381-8965-2EDD45C9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m＝m₀(1＋u/100)＝50×1.20＝60 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B2C4B-7BA5-4AD7-81EC-C468502B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初めの水75 g、終わりの水10 g。取り除く水は65 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AB67B-2661-421E-9073-BEA03023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乾燥が進むと自由水が減り、さらに細胞壁中の水が減って収縮が顕著になる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4261B-45BF-46FB-B2B8-44C18D53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繊維飽和点は自由水と細胞壁中の水を考える目安。実材では水分状態にむらがある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CCDED-8D45-4373-B2DF-2F1030EF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平衡含水率は、一定の温湿度の空気と木材の水分が平衡になったときの値</a:t>
            </a:r>
          </a:p>
        </p:txBody>
      </p:sp>
    </p:spTree>
    <p:extLst>
      <p:ext uri="{BB962C8B-B14F-4D97-AF65-F5344CB8AC3E}">
        <p14:creationId xmlns:p14="http://schemas.microsoft.com/office/powerpoint/2010/main" val="433089239"/>
      </p:ext>
    </p:extLst>
  </p:cSld>
</p:sld>
</file>

<file path=ppt/slides/v5_08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5DE22-8C5E-47BF-8D90-854C648A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吸放湿を記録する学習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4DB58-93E9-4A56-A355-2CB0BA3544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0C336-051F-43E1-B103-FCA16163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38627-4A0C-4F55-83AB-0DCCEC4F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511EF-114C-496E-AC44-F9C41FE9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同じ木片の質量と、保管場所の温湿度を継続記録する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5979E-739F-4B8A-A1EF-9D564711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提供された全乾質量を用い、含水率の変化を計算する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16AB3-9B20-41A9-AEF3-FDB73D23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発問：空気中で乾いた木片にも、水は残っているか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BBC4C-878B-4F5B-A6E4-696141B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期待する説明：周囲の温湿度に応じた平衡含水率へ近付く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2DBB3-D36E-4F77-BFED-CD472B5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教科書の接点：木材の吸湿と乾燥／A(1)ア</a:t>
            </a:r>
          </a:p>
        </p:txBody>
      </p:sp>
    </p:spTree>
    <p:extLst>
      <p:ext uri="{BB962C8B-B14F-4D97-AF65-F5344CB8AC3E}">
        <p14:creationId xmlns:p14="http://schemas.microsoft.com/office/powerpoint/2010/main" val="1490059874"/>
      </p:ext>
    </p:extLst>
  </p:cSld>
</p:sld>
</file>

<file path=ppt/slides/v5_08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F3483-F04D-49CB-90CD-0748A422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77AF6-9136-4703-84D8-03025C36C9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DB6C-51D3-4DC9-B69C-CD229EA7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404FA-940C-4EB4-9627-8F5A480E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C68C3-8F29-4E03-AB07-C27AAA4A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65C2A-C301-4A65-B92D-E517F453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CEF3E-A704-486A-BDCC-42FB0A57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EA625-5E4E-4888-A4F7-4188726D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D0CC3-60F9-4681-BB32-2AA3D4D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2E44B-E608-4E8C-B74F-2CD616DA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第8回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BAEA9-9E3E-4A35-86D8-DA4A6A99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43175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2026-10-22T22:23:08.9780000Z</dcterms:created>
  <dcterms:modified xsi:type="dcterms:W3CDTF">2026-10-22T22:23:08.9780000Z</dcterms:modified>
</coreProperties>
</file>
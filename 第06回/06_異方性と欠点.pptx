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v5_06_slide1.xml" ContentType="application/vnd.openxmlformats-officedocument.presentationml.slide+xml"/>
  <Override PartName="/ppt/slideLayouts/v5_06_slideLayout6.xml" ContentType="application/vnd.openxmlformats-officedocument.presentationml.slideLayout+xml"/>
  <Override PartName="/ppt/slideMasters/v5_06_slideMaster1.xml" ContentType="application/vnd.openxmlformats-officedocument.presentationml.slideMaster+xml"/>
  <Override PartName="/ppt/slideMasters/theme/v5_06_theme2.xml" ContentType="application/vnd.openxmlformats-officedocument.theme+xml"/>
  <Override PartName="/ppt/slideLayouts/v5_06_slideLayout1.xml" ContentType="application/vnd.openxmlformats-officedocument.presentationml.slideLayout+xml"/>
  <Override PartName="/ppt/slideLayouts/v5_06_slideLayout2.xml" ContentType="application/vnd.openxmlformats-officedocument.presentationml.slideLayout+xml"/>
  <Override PartName="/ppt/slideLayouts/v5_06_slideLayout3.xml" ContentType="application/vnd.openxmlformats-officedocument.presentationml.slideLayout+xml"/>
  <Override PartName="/ppt/slideLayouts/v5_06_slideLayout4.xml" ContentType="application/vnd.openxmlformats-officedocument.presentationml.slideLayout+xml"/>
  <Override PartName="/ppt/slideLayouts/v5_06_slideLayout5.xml" ContentType="application/vnd.openxmlformats-officedocument.presentationml.slideLayout+xml"/>
  <Override PartName="/ppt/notesSlides/v5_06_notesSlide1.xml" ContentType="application/vnd.openxmlformats-officedocument.presentationml.notesSlide+xml"/>
  <Override PartName="/ppt/slides/v5_06_slide2.xml" ContentType="application/vnd.openxmlformats-officedocument.presentationml.slide+xml"/>
  <Override PartName="/ppt/notesSlides/v5_06_notesSlide2.xml" ContentType="application/vnd.openxmlformats-officedocument.presentationml.notesSlide+xml"/>
  <Override PartName="/ppt/slides/v5_06_slide3.xml" ContentType="application/vnd.openxmlformats-officedocument.presentationml.slide+xml"/>
  <Override PartName="/ppt/notesSlides/v5_06_notesSlide3.xml" ContentType="application/vnd.openxmlformats-officedocument.presentationml.notesSlide+xml"/>
  <Override PartName="/ppt/slides/v5_06_slide4.xml" ContentType="application/vnd.openxmlformats-officedocument.presentationml.slide+xml"/>
  <Override PartName="/ppt/notesSlides/v5_06_notesSlide4.xml" ContentType="application/vnd.openxmlformats-officedocument.presentationml.notesSlide+xml"/>
  <Override PartName="/ppt/slides/v5_06_slide8.xml" ContentType="application/vnd.openxmlformats-officedocument.presentationml.slide+xml"/>
  <Override PartName="/ppt/notesSlides/v5_06_notesSlide8.xml" ContentType="application/vnd.openxmlformats-officedocument.presentationml.notesSlide+xml"/>
  <Override PartName="/ppt/slides/v5_06_slide5.xml" ContentType="application/vnd.openxmlformats-officedocument.presentationml.slide+xml"/>
  <Override PartName="/ppt/notesSlides/v5_06_notesSlide5.xml" ContentType="application/vnd.openxmlformats-officedocument.presentationml.notesSlide+xml"/>
  <Override PartName="/ppt/slides/v5_06_slide6.xml" ContentType="application/vnd.openxmlformats-officedocument.presentationml.slide+xml"/>
  <Override PartName="/ppt/notesSlides/v5_06_notesSlide6.xml" ContentType="application/vnd.openxmlformats-officedocument.presentationml.notesSlide+xml"/>
  <Override PartName="/ppt/slides/v5_06_slide7.xml" ContentType="application/vnd.openxmlformats-officedocument.presentationml.slide+xml"/>
  <Override PartName="/ppt/notesSlides/v5_06_notesSlide7.xml" ContentType="application/vnd.openxmlformats-officedocument.presentationml.notesSlide+xml"/>
  <Override PartName="/ppt/slides/v5_06_slide9.xml" ContentType="application/vnd.openxmlformats-officedocument.presentationml.slide+xml"/>
  <Override PartName="/ppt/notesSlides/v5_06_notesSlide9.xml" ContentType="application/vnd.openxmlformats-officedocument.presentationml.notesSlide+xml"/>
  <Override PartName="/ppt/slides/v5_06_slide10.xml" ContentType="application/vnd.openxmlformats-officedocument.presentationml.slide+xml"/>
  <Override PartName="/ppt/notesSlides/v5_06_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a1382deebb40ce" /><Relationship Type="http://schemas.openxmlformats.org/officeDocument/2006/relationships/extended-properties" Target="/docProps/app.xml" Id="R99d2856eca7f47ad" /><Relationship Type="http://schemas.openxmlformats.org/officeDocument/2006/relationships/officeDocument" Target="/ppt/presentation.xml" Id="R1d09ed11da15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b6298baf84623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d2694f82d43145e2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  <p:sldId xmlns:r="http://schemas.openxmlformats.org/officeDocument/2006/relationships" id="531" r:id="rIdV5Slide20"/>
    <p:sldId xmlns:r="http://schemas.openxmlformats.org/officeDocument/2006/relationships" id="532" r:id="rIdV5Slide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9c2d4f7f486540b1"/><Relationship Type="http://schemas.openxmlformats.org/officeDocument/2006/relationships/slideMaster" Target="/ppt/slideMasters/slideMaster1.xml" Id="Rf51b6298baf84623"/><Relationship Type="http://schemas.openxmlformats.org/officeDocument/2006/relationships/notesMaster" Target="/ppt/notesMasters/notesMaster1.xml" Id="Rd2694f82d43145e2"/><Relationship Type="http://schemas.openxmlformats.org/officeDocument/2006/relationships/presProps" Target="/ppt/presProps.xml" Id="Rb29dacdcd60d4c58"/><Relationship Type="http://schemas.openxmlformats.org/officeDocument/2006/relationships/tableStyles" Target="/ppt/tableStyles.xml" Id="R034027bffce04c4a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06_slide1.xml"/><Relationship Id="rIdV5Slide4" Type="http://schemas.openxmlformats.org/officeDocument/2006/relationships/slide" Target="slides/v5_06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06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v5_06_slide4.xml"/><Relationship Id="rIdV5Slide9" Type="http://schemas.openxmlformats.org/officeDocument/2006/relationships/slide" Target="slides/v5_06_slide8.xml"/><Relationship Id="rIdV5Slide10" Type="http://schemas.openxmlformats.org/officeDocument/2006/relationships/slide" Target="slides/slide8.xml"/><Relationship Id="rIdV5Slide11" Type="http://schemas.openxmlformats.org/officeDocument/2006/relationships/slide" Target="slides/slide9.xml"/><Relationship Id="rIdV5Slide12" Type="http://schemas.openxmlformats.org/officeDocument/2006/relationships/slide" Target="slides/slide11.xml"/><Relationship Id="rIdV5Slide13" Type="http://schemas.openxmlformats.org/officeDocument/2006/relationships/slide" Target="slides/v5_06_slide5.xml"/><Relationship Id="rIdV5Slide14" Type="http://schemas.openxmlformats.org/officeDocument/2006/relationships/slide" Target="slides/slide13.xml"/><Relationship Id="rIdV5Slide15" Type="http://schemas.openxmlformats.org/officeDocument/2006/relationships/slide" Target="slides/slide14.xml"/><Relationship Id="rIdV5Slide16" Type="http://schemas.openxmlformats.org/officeDocument/2006/relationships/slide" Target="slides/v5_06_slide6.xml"/><Relationship Id="rIdV5Slide17" Type="http://schemas.openxmlformats.org/officeDocument/2006/relationships/slide" Target="slides/slide16.xml"/><Relationship Id="rIdV5Slide18" Type="http://schemas.openxmlformats.org/officeDocument/2006/relationships/slide" Target="slides/slide17.xml"/><Relationship Id="rIdV5Slide19" Type="http://schemas.openxmlformats.org/officeDocument/2006/relationships/slide" Target="slides/v5_06_slide7.xml"/><Relationship Id="rIdV5Slide20" Type="http://schemas.openxmlformats.org/officeDocument/2006/relationships/slide" Target="slides/v5_06_slide9.xml"/><Relationship Id="rIdV5Slide21" Type="http://schemas.openxmlformats.org/officeDocument/2006/relationships/slide" Target="slides/v5_06_slide10.xml"/><Relationship Id="rIdV5Master0" Type="http://schemas.openxmlformats.org/officeDocument/2006/relationships/slideMaster" Target="slideMasters/v5_06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dec2a2fb64a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4c451446f2423d" /><Relationship Type="http://schemas.openxmlformats.org/officeDocument/2006/relationships/notesMaster" Target="/ppt/notesMasters/notesMaster1.xml" Id="R5ca18611886a4c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4f1c0ed0934070" /><Relationship Type="http://schemas.openxmlformats.org/officeDocument/2006/relationships/notesMaster" Target="/ppt/notesMasters/notesMaster1.xml" Id="Re4d342f19a2549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b65c52dc614cf9" /><Relationship Type="http://schemas.openxmlformats.org/officeDocument/2006/relationships/notesMaster" Target="/ppt/notesMasters/notesMaster1.xml" Id="R5e0e4234a22046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e1002249d643d3" /><Relationship Type="http://schemas.openxmlformats.org/officeDocument/2006/relationships/notesMaster" Target="/ppt/notesMasters/notesMaster1.xml" Id="R2a0f7aa5765e43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1144a8b5734c87" /><Relationship Type="http://schemas.openxmlformats.org/officeDocument/2006/relationships/notesMaster" Target="/ppt/notesMasters/notesMaster1.xml" Id="R1a04e8fbcff64d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d2520e06d74462" /><Relationship Type="http://schemas.openxmlformats.org/officeDocument/2006/relationships/notesMaster" Target="/ppt/notesMasters/notesMaster1.xml" Id="Ra7a5284953a643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b5bec708324f2a" /><Relationship Type="http://schemas.openxmlformats.org/officeDocument/2006/relationships/notesMaster" Target="/ppt/notesMasters/notesMaster1.xml" Id="R855035f97b7f44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91184aec314481" /><Relationship Type="http://schemas.openxmlformats.org/officeDocument/2006/relationships/notesMaster" Target="/ppt/notesMasters/notesMaster1.xml" Id="R41e3bb95a60847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6173cae461443f" /><Relationship Type="http://schemas.openxmlformats.org/officeDocument/2006/relationships/notesMaster" Target="/ppt/notesMasters/notesMaster1.xml" Id="R3e90f85b7b5c47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3237f1426d4865" /><Relationship Type="http://schemas.openxmlformats.org/officeDocument/2006/relationships/notesMaster" Target="/ppt/notesMasters/notesMaster1.xml" Id="R1ecd89fbc32f47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a07534fa29408a" /><Relationship Type="http://schemas.openxmlformats.org/officeDocument/2006/relationships/notesMaster" Target="/ppt/notesMasters/notesMaster1.xml" Id="Rc612e41c3be143a5" /></Relationships>
</file>

<file path=ppt/notesSlides/_rels/v5_06_notesSlide1.xml.rels><?xml version='1.0' encoding='UTF-8' standalone='yes'?>
<Relationships xmlns="http://schemas.openxmlformats.org/package/2006/relationships"><Relationship Type="http://schemas.openxmlformats.org/officeDocument/2006/relationships/slide" Target="../slides/v5_06_slide1.xml" Id="R86223a4a86d84a9c"/><Relationship Type="http://schemas.openxmlformats.org/officeDocument/2006/relationships/notesMaster" Target="../notesMasters/notesMaster1.xml" Id="R0071becd4a9f4d3c"/></Relationships>
</file>

<file path=ppt/notesSlides/_rels/v5_06_notesSlide2.xml.rels><?xml version='1.0' encoding='UTF-8' standalone='yes'?>
<Relationships xmlns="http://schemas.openxmlformats.org/package/2006/relationships"><Relationship Type="http://schemas.openxmlformats.org/officeDocument/2006/relationships/slide" Target="../slides/v5_06_slide2.xml" Id="R01accb85f45a4ad0"/><Relationship Type="http://schemas.openxmlformats.org/officeDocument/2006/relationships/notesMaster" Target="../notesMasters/notesMaster1.xml" Id="R21354e0ebe014096"/></Relationships>
</file>

<file path=ppt/notesSlides/_rels/v5_06_notesSlide3.xml.rels><?xml version='1.0' encoding='UTF-8' standalone='yes'?>
<Relationships xmlns="http://schemas.openxmlformats.org/package/2006/relationships"><Relationship Type="http://schemas.openxmlformats.org/officeDocument/2006/relationships/slide" Target="../slides/v5_06_slide3.xml" Id="Rfeffe54788f24303"/><Relationship Type="http://schemas.openxmlformats.org/officeDocument/2006/relationships/notesMaster" Target="../notesMasters/notesMaster1.xml" Id="R0b34858c17054d7d"/></Relationships>
</file>

<file path=ppt/notesSlides/_rels/v5_06_notesSlide4.xml.rels><?xml version='1.0' encoding='UTF-8' standalone='yes'?>
<Relationships xmlns="http://schemas.openxmlformats.org/package/2006/relationships"><Relationship Type="http://schemas.openxmlformats.org/officeDocument/2006/relationships/slide" Target="../slides/v5_06_slide4.xml" Id="R69a2f6d5b6f54d50"/><Relationship Type="http://schemas.openxmlformats.org/officeDocument/2006/relationships/notesMaster" Target="../notesMasters/notesMaster1.xml" Id="Rd7191f612c7344a2"/></Relationships>
</file>

<file path=ppt/notesSlides/_rels/v5_06_notesSlide5.xml.rels><?xml version='1.0' encoding='UTF-8' standalone='yes'?>
<Relationships xmlns="http://schemas.openxmlformats.org/package/2006/relationships"><Relationship Type="http://schemas.openxmlformats.org/officeDocument/2006/relationships/slide" Target="../slides/v5_06_slide5.xml" Id="R95931d40850a47c3"/><Relationship Type="http://schemas.openxmlformats.org/officeDocument/2006/relationships/notesMaster" Target="../notesMasters/notesMaster1.xml" Id="Reb46c1a3e3f14aa6"/></Relationships>
</file>

<file path=ppt/notesSlides/_rels/v5_06_notesSlide6.xml.rels><?xml version='1.0' encoding='UTF-8' standalone='yes'?>
<Relationships xmlns="http://schemas.openxmlformats.org/package/2006/relationships"><Relationship Type="http://schemas.openxmlformats.org/officeDocument/2006/relationships/slide" Target="../slides/v5_06_slide6.xml" Id="R91ce91f0309b4cab"/><Relationship Type="http://schemas.openxmlformats.org/officeDocument/2006/relationships/notesMaster" Target="../notesMasters/notesMaster1.xml" Id="Rdcca745864ad4cc0"/></Relationships>
</file>

<file path=ppt/notesSlides/_rels/v5_06_notesSlide7.xml.rels><?xml version='1.0' encoding='UTF-8' standalone='yes'?>
<Relationships xmlns="http://schemas.openxmlformats.org/package/2006/relationships"><Relationship Type="http://schemas.openxmlformats.org/officeDocument/2006/relationships/slide" Target="../slides/v5_06_slide7.xml" Id="R98a1de3a53784740"/><Relationship Type="http://schemas.openxmlformats.org/officeDocument/2006/relationships/notesMaster" Target="../notesMasters/notesMaster1.xml" Id="R0a6449695db44070"/></Relationships>
</file>

<file path=ppt/notesSlides/_rels/v5_06_notesSlide8.xml.rels><?xml version='1.0' encoding='UTF-8' standalone='yes'?>
<Relationships xmlns="http://schemas.openxmlformats.org/package/2006/relationships"><Relationship Type="http://schemas.openxmlformats.org/officeDocument/2006/relationships/slide" Target="../slides/v5_06_slide8.xml" Id="R41ad711dabed4ea3"/><Relationship Type="http://schemas.openxmlformats.org/officeDocument/2006/relationships/notesMaster" Target="../notesMasters/notesMaster1.xml" Id="R1022ab8dc8ef410b"/></Relationships>
</file>

<file path=ppt/notesSlides/_rels/v5_06_notesSlide9.xml.rels><?xml version='1.0' encoding='UTF-8' standalone='yes'?>
<Relationships xmlns="http://schemas.openxmlformats.org/package/2006/relationships"><Relationship Type="http://schemas.openxmlformats.org/officeDocument/2006/relationships/slide" Target="../slides/v5_06_slide9.xml" Id="Rafb4f2636dd94ba0"/><Relationship Type="http://schemas.openxmlformats.org/officeDocument/2006/relationships/notesMaster" Target="../notesMasters/notesMaster1.xml" Id="R36ef62e2d8e6420c"/></Relationships>
</file>

<file path=ppt/notesSlides/_rels/v5_06_notesSlide10.xml.rels><?xml version='1.0' encoding='UTF-8' standalone='yes'?>
<Relationships xmlns="http://schemas.openxmlformats.org/package/2006/relationships"><Relationship Type="http://schemas.openxmlformats.org/officeDocument/2006/relationships/slide" Target="../slides/v5_06_slide10.xml" Id="Re2b49aa07f1d4578"/><Relationship Type="http://schemas.openxmlformats.org/officeDocument/2006/relationships/notesMaster" Target="../notesMasters/notesMaster1.xml" Id="R4dbac391c19f41cf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出典：Wood Handbook（2021）Table 5–1。含水率約12％の弾性率比。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6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a5e9311814c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72ab40ecd42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8e6688fdd43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75b724ad942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c51fc9a1f42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b4568a43e4e6e" /></Relationships>
</file>

<file path=ppt/slideLayouts/_rels/v5_06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6_slideMaster1.xml" Id="R8f3a79e488c44db4"/></Relationships>
</file>

<file path=ppt/slideLayouts/_rels/v5_06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6_slideMaster1.xml" Id="R0454e649a9764081"/></Relationships>
</file>

<file path=ppt/slideLayouts/_rels/v5_06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6_slideMaster1.xml" Id="R619fdcee76af4d64"/></Relationships>
</file>

<file path=ppt/slideLayouts/_rels/v5_06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6_slideMaster1.xml" Id="Rfe47421114644793"/></Relationships>
</file>

<file path=ppt/slideLayouts/_rels/v5_06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6_slideMaster1.xml" Id="Ra4c7814d4a0c4c0f"/></Relationships>
</file>

<file path=ppt/slideLayouts/_rels/v5_06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6_slideMaster1.xml" Id="R2333688d5ad94b59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6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DA66FE-04A2-4FA2-845F-66F12B2AEB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6900D8-D2B2-4598-9032-5469E14732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6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074E23-75CE-43E1-9293-902E13EB27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6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C09F1C-519F-442B-AD74-87CCC43A5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4A90A0-2BD0-45E1-A8C6-EF8988D2E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6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8CB2F1-53C4-4DC1-9589-AA713534C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8C74CB-3DA3-4569-917B-B9482ED57D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D22F98-7E18-43CB-A7FF-1D99941A08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6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A71C68-41E4-48EB-9F1B-F1DBC7D6C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8C9AEA-049E-4134-8360-E16C70DC5E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6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3d3f4a0e314605" /><Relationship Type="http://schemas.openxmlformats.org/officeDocument/2006/relationships/slideLayout" Target="/ppt/slideLayouts/slideLayout1.xml" Id="R0d533259ad5145fd" /><Relationship Type="http://schemas.openxmlformats.org/officeDocument/2006/relationships/slideLayout" Target="/ppt/slideLayouts/slideLayout2.xml" Id="R22e0989499ba44a7" /><Relationship Type="http://schemas.openxmlformats.org/officeDocument/2006/relationships/slideLayout" Target="/ppt/slideLayouts/slideLayout3.xml" Id="R51634a93f71842da" /><Relationship Type="http://schemas.openxmlformats.org/officeDocument/2006/relationships/slideLayout" Target="/ppt/slideLayouts/slideLayout4.xml" Id="R82673f065f9e46aa" /><Relationship Type="http://schemas.openxmlformats.org/officeDocument/2006/relationships/slideLayout" Target="/ppt/slideLayouts/slideLayout5.xml" Id="R7f47d2e88efe4909" /><Relationship Type="http://schemas.openxmlformats.org/officeDocument/2006/relationships/slideLayout" Target="/ppt/slideLayouts/slideLayout6.xml" Id="R7cd660a85ddb43e0" /></Relationships>
</file>

<file path=ppt/slideMasters/_rels/v5_06_slideMaster1.xml.rels><?xml version='1.0' encoding='UTF-8' standalone='yes'?>
<Relationships xmlns="http://schemas.openxmlformats.org/package/2006/relationships"><Relationship Type="http://schemas.openxmlformats.org/officeDocument/2006/relationships/theme" Target="theme/v5_06_theme2.xml" Id="R06178d7ad3224558"/><Relationship Type="http://schemas.openxmlformats.org/officeDocument/2006/relationships/slideLayout" Target="../slideLayouts/v5_06_slideLayout1.xml" Id="R8b6feddadf7a4072"/><Relationship Type="http://schemas.openxmlformats.org/officeDocument/2006/relationships/slideLayout" Target="../slideLayouts/v5_06_slideLayout2.xml" Id="Ra003153de6cf4cf0"/><Relationship Type="http://schemas.openxmlformats.org/officeDocument/2006/relationships/slideLayout" Target="../slideLayouts/v5_06_slideLayout3.xml" Id="Rafa7b85c639247a3"/><Relationship Type="http://schemas.openxmlformats.org/officeDocument/2006/relationships/slideLayout" Target="../slideLayouts/v5_06_slideLayout4.xml" Id="R2f0a8654e6454d02"/><Relationship Type="http://schemas.openxmlformats.org/officeDocument/2006/relationships/slideLayout" Target="../slideLayouts/v5_06_slideLayout5.xml" Id="Rbdfccb1d119e4334"/><Relationship Type="http://schemas.openxmlformats.org/officeDocument/2006/relationships/slideLayout" Target="../slideLayouts/v5_06_slideLayout6.xml" Id="R06fe0264e4044b9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533259ad5145fd"/>
    <p:sldLayoutId xmlns:r="http://schemas.openxmlformats.org/officeDocument/2006/relationships" id="2147483650" r:id="R22e0989499ba44a7"/>
    <p:sldLayoutId xmlns:r="http://schemas.openxmlformats.org/officeDocument/2006/relationships" id="2147483651" r:id="R51634a93f71842da"/>
    <p:sldLayoutId xmlns:r="http://schemas.openxmlformats.org/officeDocument/2006/relationships" id="2147483652" r:id="R82673f065f9e46aa"/>
    <p:sldLayoutId xmlns:r="http://schemas.openxmlformats.org/officeDocument/2006/relationships" id="2147483653" r:id="R7f47d2e88efe4909"/>
    <p:sldLayoutId xmlns:r="http://schemas.openxmlformats.org/officeDocument/2006/relationships" id="2147483654" r:id="R7cd660a85ddb43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6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06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8b6feddadf7a4072"/>
    <p:sldLayoutId xmlns:r="http://schemas.openxmlformats.org/officeDocument/2006/relationships" id="2147483657" r:id="Ra003153de6cf4cf0"/>
    <p:sldLayoutId xmlns:r="http://schemas.openxmlformats.org/officeDocument/2006/relationships" id="2147483658" r:id="Rafa7b85c639247a3"/>
    <p:sldLayoutId xmlns:r="http://schemas.openxmlformats.org/officeDocument/2006/relationships" id="2147483659" r:id="R2f0a8654e6454d02"/>
    <p:sldLayoutId xmlns:r="http://schemas.openxmlformats.org/officeDocument/2006/relationships" id="2147483660" r:id="Rbdfccb1d119e4334"/>
    <p:sldLayoutId xmlns:r="http://schemas.openxmlformats.org/officeDocument/2006/relationships" id="2147483661" r:id="R06fe0264e4044b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e2b56289e4870" /><Relationship Type="http://schemas.openxmlformats.org/officeDocument/2006/relationships/notesSlide" Target="/ppt/notesSlides/notesSlide1.xml" Id="Rde7c74680b6347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1fb1830454251" /><Relationship Type="http://schemas.openxmlformats.org/officeDocument/2006/relationships/notesSlide" Target="/ppt/notesSlides/notesSlide2.xml" Id="R05379bac25b045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880d61abb490c" /><Relationship Type="http://schemas.openxmlformats.org/officeDocument/2006/relationships/notesSlide" Target="/ppt/notesSlides/notesSlide5.xml" Id="R14ae75f225cd44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1de6671254ed2" /><Relationship Type="http://schemas.openxmlformats.org/officeDocument/2006/relationships/notesSlide" Target="/ppt/notesSlides/notesSlide7.xml" Id="R33ea473e55a14e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19048c20e4cbb" /><Relationship Type="http://schemas.openxmlformats.org/officeDocument/2006/relationships/notesSlide" Target="/ppt/notesSlides/notesSlide8.xml" Id="Rb135c0917db444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3aa3684c24c6c" /><Relationship Type="http://schemas.openxmlformats.org/officeDocument/2006/relationships/notesSlide" Target="/ppt/notesSlides/notesSlide9.xml" Id="R4df3e5bece9146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17a4e350f4b47" /><Relationship Type="http://schemas.openxmlformats.org/officeDocument/2006/relationships/notesSlide" Target="/ppt/notesSlides/notesSlide11.xml" Id="R347c4df7b2984d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f944b815df4c83" /><Relationship Type="http://schemas.openxmlformats.org/officeDocument/2006/relationships/notesSlide" Target="/ppt/notesSlides/notesSlide13.xml" Id="R635e583beefd49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1aca0e0d04a23" /><Relationship Type="http://schemas.openxmlformats.org/officeDocument/2006/relationships/notesSlide" Target="/ppt/notesSlides/notesSlide14.xml" Id="R19f6a112e62040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d41b28cb54407" /><Relationship Type="http://schemas.openxmlformats.org/officeDocument/2006/relationships/notesSlide" Target="/ppt/notesSlides/notesSlide16.xml" Id="Rab8a71914db14f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ae5731f7a44d0" /><Relationship Type="http://schemas.openxmlformats.org/officeDocument/2006/relationships/notesSlide" Target="/ppt/notesSlides/notesSlide17.xml" Id="R075f902c96fd4ec6" /></Relationships>
</file>

<file path=ppt/slides/_rels/v5_06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47a099dd43e64345"/><Relationship Type="http://schemas.openxmlformats.org/officeDocument/2006/relationships/notesSlide" Target="../notesSlides/v5_06_notesSlide1.xml" Id="R4cc20ebb99284188"/></Relationships>
</file>

<file path=ppt/slides/_rels/v5_06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28ef26a965684cce"/><Relationship Type="http://schemas.openxmlformats.org/officeDocument/2006/relationships/notesSlide" Target="../notesSlides/v5_06_notesSlide2.xml" Id="R90ec78626abf44e5"/></Relationships>
</file>

<file path=ppt/slides/_rels/v5_06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be17268b13e0477f"/><Relationship Type="http://schemas.openxmlformats.org/officeDocument/2006/relationships/notesSlide" Target="../notesSlides/v5_06_notesSlide3.xml" Id="R144ef91ebd1946b4"/></Relationships>
</file>

<file path=ppt/slides/_rels/v5_06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f424ec45bc934b6f"/><Relationship Type="http://schemas.openxmlformats.org/officeDocument/2006/relationships/notesSlide" Target="../notesSlides/v5_06_notesSlide4.xml" Id="Rdbf82ea47ae54cc0"/></Relationships>
</file>

<file path=ppt/slides/_rels/v5_06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3ff34a9c7ddf4fe4"/><Relationship Type="http://schemas.openxmlformats.org/officeDocument/2006/relationships/notesSlide" Target="../notesSlides/v5_06_notesSlide5.xml" Id="R104a953e1abe4d3c"/></Relationships>
</file>

<file path=ppt/slides/_rels/v5_06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ee75a702efbd4207"/><Relationship Type="http://schemas.openxmlformats.org/officeDocument/2006/relationships/notesSlide" Target="../notesSlides/v5_06_notesSlide6.xml" Id="R6ebac52d19394807"/></Relationships>
</file>

<file path=ppt/slides/_rels/v5_06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1030c920852742e1"/><Relationship Type="http://schemas.openxmlformats.org/officeDocument/2006/relationships/notesSlide" Target="../notesSlides/v5_06_notesSlide7.xml" Id="Rdbc4ad4268a8437a"/></Relationships>
</file>

<file path=ppt/slides/_rels/v5_06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bb3e9f1472354850"/><Relationship Type="http://schemas.openxmlformats.org/officeDocument/2006/relationships/notesSlide" Target="../notesSlides/v5_06_notesSlide8.xml" Id="R24dd16421f204e0b"/></Relationships>
</file>

<file path=ppt/slides/_rels/v5_06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17538dba0c9d419a"/><Relationship Type="http://schemas.openxmlformats.org/officeDocument/2006/relationships/notesSlide" Target="../notesSlides/v5_06_notesSlide9.xml" Id="Rea10bc26e27a4dca"/></Relationships>
</file>

<file path=ppt/slides/_rels/v5_06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v5_06_slideLayout6.xml" Id="R463d42dd3ce84525"/><Relationship Type="http://schemas.openxmlformats.org/officeDocument/2006/relationships/notesSlide" Target="../notesSlides/v5_06_notesSlide10.xml" Id="Rf9abbb0805964ab6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B3265-0286-4B78-8005-643914E0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第6回　異方性と欠点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B89D7-F339-42AD-8584-45A6437C11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E3B27-3E11-41BF-AD13-EAB70197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CF1AF-91D2-4FFE-A839-9A3D0A7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D7BD4-9E84-4902-BB9A-4D798156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強度の異方性・節・ばらつき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BF5DB-5507-4EFD-B01D-EC095CBB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方向・欠点・材質のばらつきと、変形・強度の関係を説明する。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811401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228D0-E9D3-4F7F-A663-0673379E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A1E04-8A6B-4522-B6BD-4DC462AB94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FABA7-09CB-42B3-BB3E-8676CD1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18606-98B9-4D47-87B2-D4DFF95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17FCC-DAE0-425D-B91E-DD8C88E5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Eと強度は別の量。方向と含水状態を指定する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4ED8C-95C7-40EB-9BFC-2F8015DB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同じ材料でも、断面の形でたわみは変わる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19351-C1AA-4220-8FE1-DAA177DC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異方性と、断面形状の効果を分けて考える</a:t>
            </a:r>
          </a:p>
        </p:txBody>
      </p:sp>
    </p:spTree>
    <p:extLst>
      <p:ext uri="{BB962C8B-B14F-4D97-AF65-F5344CB8AC3E}">
        <p14:creationId xmlns:p14="http://schemas.microsoft.com/office/powerpoint/2010/main" val="1567629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A3552-E9A0-4C99-A03E-6B35FFAE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材料の方向と力の向き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1E1D9-A526-4479-BE4E-60F7E888B6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9306F-A27E-4642-A920-31DB64C9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06AAC-9DAB-4529-8F4F-801C6200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FC8F9-151F-4294-9650-D2AD6532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619375"/>
            <a:ext cx="45243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9331C-C563-4777-A82B-34AEB60205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19250" y="4333875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55D09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A2E64-0D8E-411E-A9C3-D7588B25782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619250" y="2857500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C98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916C6-3252-4BF2-A7AD-876B5D4FFE3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619250" y="3429000"/>
            <a:ext cx="9525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384F7-8DD3-489C-A174-060A6256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053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40255-1BDB-441D-BECC-4C9E2231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145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C5CD6-FFBB-4ED5-869F-7C4361FE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765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6595E-BB4B-474D-9BAF-CAD4A7A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局所の三方向を区別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28EE6-6C85-47C1-B389-5B1A6E32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荷重の方向を重ねる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2DC86-7220-463C-A91F-EDA23634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試験片の向きも記録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E2728-5E7A-45D3-8034-5F7328EE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軸の配置は模式的</a:t>
            </a:r>
          </a:p>
        </p:txBody>
      </p:sp>
    </p:spTree>
    <p:extLst>
      <p:ext uri="{BB962C8B-B14F-4D97-AF65-F5344CB8AC3E}">
        <p14:creationId xmlns:p14="http://schemas.microsoft.com/office/powerpoint/2010/main" val="1945949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2242E-7CE5-4AE6-9DE7-6A80304B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B747F-2BA7-41D0-B6DA-6BBCB91680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62291-CA05-45A9-AECF-2C54DE7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D88C4-87F2-4DBD-89A9-6D3093A4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F6FDB-3C90-4C48-BFE8-9E8868F8CC0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樹種・約12％含水率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E_T/E_L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E_R/E_L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Douglas-fir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0.068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Sitka spruce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0.043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0.078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比較する量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方向別の弾性率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強度の比ではない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0B57C-8402-41E5-9130-98B31259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出典：Wood Handbook（2021）Table 5–1。含水率約12％の弾性率比。</a:t>
            </a:r>
          </a:p>
        </p:txBody>
      </p:sp>
    </p:spTree>
    <p:extLst>
      <p:ext uri="{BB962C8B-B14F-4D97-AF65-F5344CB8AC3E}">
        <p14:creationId xmlns:p14="http://schemas.microsoft.com/office/powerpoint/2010/main" val="16288894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71F10-18C9-437A-9C58-8211C4CB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同じ断面積のIとZ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CAD58-C88A-4FBA-9A2F-5B84476EDF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890B4-2A66-47B2-BD39-F4EEB61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5C44A-E5B4-489C-890E-0188F90C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32A94-DC8B-47C6-812B-746C5386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A：幅40 mm×高さ10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85A69-D605-4663-AC51-B493F511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B：幅20 mm×高さ20 mm。同じ材料・同じ長さ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6A37D-CE87-4971-9E49-22512C0B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断面積、I、Zの比を求める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90387-27FD-452D-B279-EBBD9BB7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同じ荷重で、たわみと最大応力は何倍か？</a:t>
            </a:r>
          </a:p>
        </p:txBody>
      </p:sp>
    </p:spTree>
    <p:extLst>
      <p:ext uri="{BB962C8B-B14F-4D97-AF65-F5344CB8AC3E}">
        <p14:creationId xmlns:p14="http://schemas.microsoft.com/office/powerpoint/2010/main" val="9348400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ED5E5-90F5-40ED-8529-83CB449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同じ断面積のIとZ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F2901-27FC-4C35-858D-01567641DE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CBD9B-5718-4A18-91BC-F4AC02A0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CFA7D-F2A2-42D8-B339-1A271F57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C3096-F3FE-4D68-A2FC-2A8B95A9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断面積は両方400 mm²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66853-3C43-4853-B06C-1464BC14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Iは約3,333／13,333 mm⁴。B/A =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B17CC-E865-4B84-B436-656176D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Zは約667／1,333 mm³。B/A =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9429-70EB-4E5B-B4D2-1FBB4F5F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Bのたわみは1/4、最大応力は1/2</a:t>
            </a:r>
          </a:p>
        </p:txBody>
      </p:sp>
    </p:spTree>
    <p:extLst>
      <p:ext uri="{BB962C8B-B14F-4D97-AF65-F5344CB8AC3E}">
        <p14:creationId xmlns:p14="http://schemas.microsoft.com/office/powerpoint/2010/main" val="152695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F75BCE-9949-4687-BBE7-62C3EFB2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節の周囲の繊維配列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5877C-BE72-4442-BD37-DA1C1CB012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27048-5C35-4B12-B150-D71B792F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6CB3E-4BC2-4799-BA39-459D38DB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7CBA2-4D5C-4F01-8EEB-186126B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238375"/>
            <a:ext cx="5334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B37D3-0679-4656-AB14-D308036C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1143000" cy="885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E9C"/>
          </a:solidFill>
          <a:ln xmlns:a="http://schemas.openxmlformats.org/drawingml/2006/main" w="19050">
            <a:solidFill>
              <a:srgbClr val="B55D09"/>
            </a:solidFill>
          </a:ln>
        </p:spPr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27B72-9F01-4B7B-94E2-754726B2F5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24765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1A60F-A429-40DE-AB70-742B2543E4C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381250" y="2343150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FC6E2-76F5-43FC-947C-0A7F932EF0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000" y="2343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093B5-3D92-45A4-9AA8-860DC87D67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2343150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A6690-6D1A-445F-BD93-953BFAF25F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2476500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AC401-2ED3-4880-8CDA-A9694AF23A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40576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0504E-A942-47A4-A241-730D9F5A1C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4057650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56AED-2144-44EB-AD29-87FCC53C11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000" y="4191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27878-D78A-4571-88F5-E1C20C54746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000500" y="4057650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1E5EC-BBF8-4C9C-B9C0-B8B8FB1614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4057650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0A875-517B-4681-B310-B99F2D8A18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27146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17423-7AF1-4BDA-B9E7-66550A51517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381250" y="2581275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AE7A1-6328-4F52-B8C3-602ED48717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000" y="25812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BD581-10FE-40CC-87CA-A7EDCB8107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2581275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65DF7-4D98-4255-B9B8-7C0DBC0E5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271462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C13AD-E27D-4830-85C9-2FC0067666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42957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11FB4-3595-45B3-A7F0-927C8419E3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4295775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4E4C3-7214-4750-A8FE-476C37F0E9D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000" y="44291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1B362-E9B7-4969-8F0C-574A68C86D9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000500" y="4295775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18B88-804C-4AEC-B131-3D7FB0AFDC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429577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C9C2C-99E5-4A1A-ACED-7C0C4F52FE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29527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86DC7-1C15-457F-852F-30F5A824517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381250" y="2819400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D1940-A367-48EF-800C-BA18F35648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000" y="28194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D8CA5-C017-45CA-B237-6917E58E22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2819400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0766B6-9CA8-40D1-9C09-A5A3B5F9D0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2952750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93C319-FB35-4A4A-B5F1-AFCBFB2096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45339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352BD-BB5A-48B5-ACE9-916F437C42B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4533900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C64ED3-B8F9-4DEF-A06D-A848885222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000" y="4667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EAF2D3-850E-4C42-A626-55CA6754669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000500" y="4533900"/>
            <a:ext cx="6667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3044A0-7D36-4B7C-88A5-B030831F16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4533900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55D09"/>
            </a:solidFill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FC336D-18E9-4498-8D76-ADD69CE9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節の周囲の繊維の乱れ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7FDE66-77F9-4EB2-A3A3-E769EAAB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節の位置・大きさ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CE3389-DA0B-4D4A-AC69-F0B2B108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作用する力との関係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BDD5A5-2058-48F0-9304-CEF46647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見た目だけで強度を即断しない</a:t>
            </a:r>
          </a:p>
        </p:txBody>
      </p:sp>
    </p:spTree>
    <p:extLst>
      <p:ext uri="{BB962C8B-B14F-4D97-AF65-F5344CB8AC3E}">
        <p14:creationId xmlns:p14="http://schemas.microsoft.com/office/powerpoint/2010/main" val="21107964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3B51B-D415-4E25-A821-A171381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方向別のひずみの比較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67D97-F329-40AF-9D45-568FEB42D8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1CA82-8AD5-4BC8-A552-AF83C034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71658-5699-4AB0-8384-664ABA2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26347-A97B-4A1C-B677-ACC5506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Douglas-firの表の比を使い、L・R・Tを比較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5AB6B-2C6E-4AB7-9CCA-85645D61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同じ小さな軸方向応力を各方向へ加えるモデル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0A6B6-0B0D-471E-B4E8-DB9A7E4C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ε = σ/Eから、R/L・T/Lのひずみ比を求める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5D113-FCDD-4807-92C4-056FADBF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節の位置と荷重方向は、別の図でも確認する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9173098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DC96D-735F-4212-B73E-FB92B21D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方向別のひずみの比較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B4032-DA41-407A-AAC6-24D885F8B1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C261C-10F6-4AB1-9BA4-98A8AE6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1482D-E4F8-4866-AC88-D11BCF2C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F7CA4-1FA3-475B-9676-17CE9E02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同じ応力の線形モデルで、R/Lは約14.7、T/Lは20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929F-01D7-41FC-A53C-052004D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配列の向きと、変形しやすさを結び付ける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B8C90-1A1D-4D26-804A-E425A4FF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Eの比を、そのまま強度の比に使わない</a:t>
            </a:r>
          </a:p>
        </p:txBody>
      </p:sp>
    </p:spTree>
    <p:extLst>
      <p:ext uri="{BB962C8B-B14F-4D97-AF65-F5344CB8AC3E}">
        <p14:creationId xmlns:p14="http://schemas.microsoft.com/office/powerpoint/2010/main" val="277456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0D58C-D4CB-4486-81F0-78F67FC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C3073-0D5A-4D96-BC2E-012F9C8A35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D3BD9-5C2B-4E1E-9AB4-032AFB93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D0496-D953-458C-B77C-1C3CB94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A6344-97F7-4B8A-97BD-ED552DD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Iを2倍にしたら、強度値も2倍になるか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7B66D-23B7-4AF2-B7A5-66A13A90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密度は、測る向きでL・R・T別になるか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F7878-1E6C-412A-873B-5B5CB623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目切れを確認する理由を説明する</a:t>
            </a:r>
          </a:p>
        </p:txBody>
      </p:sp>
    </p:spTree>
    <p:extLst>
      <p:ext uri="{BB962C8B-B14F-4D97-AF65-F5344CB8AC3E}">
        <p14:creationId xmlns:p14="http://schemas.microsoft.com/office/powerpoint/2010/main" val="14805642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475EE-7F9A-4EFE-BE63-A297BF8B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87418-5B92-44EF-AE3A-982C2523C6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30C07-EF6C-4F50-8A49-EB6ECEE7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E87A4-0572-487F-B5CA-0FB37D2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7BBAD-0C02-42E8-9F92-952A2BE8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方向性・形状・欠点を分けて比較する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72ECE-6A3E-4998-A1EE-C24D5C60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節や目切れを、力の向きと一緒に観察する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C4173-54D5-4DDC-9905-121BEE84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次は、空隙と密度を数値で扱う</a:t>
            </a:r>
          </a:p>
        </p:txBody>
      </p:sp>
    </p:spTree>
    <p:extLst>
      <p:ext uri="{BB962C8B-B14F-4D97-AF65-F5344CB8AC3E}">
        <p14:creationId xmlns:p14="http://schemas.microsoft.com/office/powerpoint/2010/main" val="1305486074"/>
      </p:ext>
    </p:extLst>
  </p:cSld>
</p:sld>
</file>

<file path=ppt/slides/v5_06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C5015-0A17-4AED-8988-AF3FDB1A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96D30-0923-460E-99A1-B931C92AAB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30B71-978C-4A94-892B-9D91537C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B16A4-2A45-441C-A906-82EBD1FB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ABCEB-E87A-4F7E-98AE-B8DCC4CA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L方向は主な軸方向細胞に沿い、R・Tはそれを横切る方向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650E0-A132-42A7-9319-CB6F464E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節は枝の基部が幹の木部に取り込まれた部分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626BD-1CC0-4C87-B674-5F5221E8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同じ樹種でも、年輪構造・密度・MFA・水分・節が異なる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0B2D6-3CD8-4A17-9B47-618E1A59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2030378832"/>
      </p:ext>
    </p:extLst>
  </p:cSld>
</p:sld>
</file>

<file path=ppt/slides/v5_06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0B8DD-EE99-4FCD-9AD6-D9C4567D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力の種類と木材の異方性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2707B-EE49-462C-A5A8-BF74D13881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4AFCC-B6C5-4C93-A140-79972377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FDD02-DB54-4824-B843-F4EEFF7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883A4-0586-45E4-9003-79FEDDD4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L方向は主な軸方向細胞に沿い、R・Tはそれを横切る方向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448C9-08D7-4883-BDA0-EB76FCA0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ヤング率は一般にL方向が大きい。RとTにも差がある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C4DA1-B8B0-4962-8376-A4F4164A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引張り・圧縮・せん断・曲げでは、比較する破壊の仕方が異なる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4FD7C-C8AC-4627-AC27-5A3150A9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繊維直交方向の引張りは、割裂や接合部の検討につながる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CCABD-22AB-4B9C-BA29-874E99B8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密度は同じ物体のスカラー量だが、弾性・強度は方向を指定して表す</a:t>
            </a:r>
          </a:p>
        </p:txBody>
      </p:sp>
    </p:spTree>
    <p:extLst>
      <p:ext uri="{BB962C8B-B14F-4D97-AF65-F5344CB8AC3E}">
        <p14:creationId xmlns:p14="http://schemas.microsoft.com/office/powerpoint/2010/main" val="1236997911"/>
      </p:ext>
    </p:extLst>
  </p:cSld>
</p:sld>
</file>

<file path=ppt/slides/v5_06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F3588-CD03-4CCB-B0E5-0DE391D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節と目切れの影響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7B20D-376D-4631-82CF-17CD84EE63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0B917-D071-41C3-9365-E0BAED8F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D6B57-F685-420E-9736-E33285DB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15E28-4FFA-40E6-B2DD-140C198A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節は枝の基部が幹の木部に取り込まれた部分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A9C2F-AB7E-4E7A-B79C-EA9F9004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節の周りでは繊維が回り込み、荷重に対する局所的な向きが変わる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FB817-6C7D-488A-8C06-199D7DB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生き節・死に節・抜け節の状態を、材とのつながりから区別する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D3D3D-81C6-4504-854E-1D1BDFD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目切れは材の長軸と繊維方向のずれ。加工面や割れにも関わる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F6897-333D-4EF7-801E-A43B1A64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節の寸法だけでなく、引張側か圧縮側か、部材内の位置も確認する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1675070886"/>
      </p:ext>
    </p:extLst>
  </p:cSld>
</p:sld>
</file>

<file path=ppt/slides/v5_06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887E9-6FB7-47DF-BA30-BB69CAC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AとIとZの使い分け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7951B-CD8A-4E25-AE18-63855EEEEA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AF06C-907B-42C1-A224-1EED4603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02593-50DB-404E-A440-C1563039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46E6E-DAA9-439E-B978-FED26DF1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断面積A：軸方向荷重による平均応力σ＝F/Aに使う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9716E-9E23-423D-8B9A-00CECDB1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断面二次モーメントI：曲げの変形に関わり、長方形ではbh³/12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A3E31-AF75-479C-9EE1-D0773688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断面係数Z：曲げ応力に使い、長方形ではbh²/6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FC6E2-BE7E-4FD3-AB36-105EC5C3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同じAで高さをk倍にすると、幅は1/k倍、Iはk²倍、Zはk倍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2AF89-9435-4523-96E0-16EE6874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同じE・荷重・支持条件なら、たわみは1/k²、最大応力は1/k</a:t>
            </a:r>
          </a:p>
        </p:txBody>
      </p:sp>
    </p:spTree>
    <p:extLst>
      <p:ext uri="{BB962C8B-B14F-4D97-AF65-F5344CB8AC3E}">
        <p14:creationId xmlns:p14="http://schemas.microsoft.com/office/powerpoint/2010/main" val="579010065"/>
      </p:ext>
    </p:extLst>
  </p:cSld>
</p:sld>
</file>

<file path=ppt/slides/v5_06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88EEC-5586-4074-BAC0-6E9E9C6A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個体差と製品の品質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4F947-4197-49FC-857F-52B4ADF5C3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98011-ADA2-4162-AAEE-EE10AF1B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73DE4-9100-46A6-8DF6-E858CCA0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446D5-0D74-43CB-9283-45839D89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同じ樹種でも、年輪構造・密度・MFA・水分・節が異なる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096B3-1844-4D4E-A8B2-70B09BFC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平均値は集団の代表であり、手元の部材の値を確定するものではない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D96AA-1479-4B2B-8979-06441C4D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構造用材では、等級や機械的な測定などで品質を区分する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BBF20-8952-4D93-8F34-1E40E9AB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学校教材でも、目切れ・割れ・節の位置を用途に照らして選ぶ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BF697-F14D-48F9-8160-C82F9F0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見た目の好みと、必要な性能を満たす判断の根拠を分けて示す</a:t>
            </a:r>
          </a:p>
        </p:txBody>
      </p:sp>
    </p:spTree>
    <p:extLst>
      <p:ext uri="{BB962C8B-B14F-4D97-AF65-F5344CB8AC3E}">
        <p14:creationId xmlns:p14="http://schemas.microsoft.com/office/powerpoint/2010/main" val="463685045"/>
      </p:ext>
    </p:extLst>
  </p:cSld>
</p:sld>
</file>

<file path=ppt/slides/v5_06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B4452-C538-45A3-9A4D-7DD1062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断面の高さと繊維方向の説明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1304D-6EA8-46A8-A372-D10DA48F64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DBE50-8DF1-432F-B02F-A34D7DD0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F0389-9C06-4D4E-90C1-28774EE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9D038-BEFD-4555-8AA8-DECDCC0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「縦にすると強い」の縦を、断面の高さと繊維方向に分ける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1F791-4FAF-47D9-9545-B0B6F6B1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断面高さを変える比較では、材料の方向をそろえる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DD46B-C8C7-41F3-86EE-FDCB7374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繊維方向を変える比較では、断面形状をそろえる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8C230-566B-4A34-BB8A-FCC67781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発問：同じ板を回した結果と、異なる木取りの板を比べた結果は同じ意味か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3B3E8-1620-40A8-AA71-585A63C9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教科書の接点：繊維方向・節・部材の断面形状／A(1)ア</a:t>
            </a:r>
          </a:p>
        </p:txBody>
      </p:sp>
    </p:spTree>
    <p:extLst>
      <p:ext uri="{BB962C8B-B14F-4D97-AF65-F5344CB8AC3E}">
        <p14:creationId xmlns:p14="http://schemas.microsoft.com/office/powerpoint/2010/main" val="759170088"/>
      </p:ext>
    </p:extLst>
  </p:cSld>
</p:sld>
</file>

<file path=ppt/slides/v5_06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D795A-17FB-4DFD-A0F8-2E8AB62E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課題A2と復習の整理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DD3CF-E34D-4DD7-9A83-BF5929DD16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73DFE-E540-4D6F-8B97-B675B2C3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12F94-6C05-4292-9FBC-473A7290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4275F-A039-431A-9453-9C29B487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今回までのまとまりを、課題A2「力と変形」で整理する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2DB33-56D2-4E85-9959-E7F7A591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講義資料と文献を参照し、回答IDごとに記入する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2C3B3-CDB2-45EA-9278-FEA31441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基本70点・発展30点。途中式、単位、根拠を残す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83ECD-DD0F-4715-881D-5695AF27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調べ学習では、出典の該当箇所と自分の判断を分けて記す</a:t>
            </a:r>
          </a:p>
        </p:txBody>
      </p:sp>
    </p:spTree>
    <p:extLst>
      <p:ext uri="{BB962C8B-B14F-4D97-AF65-F5344CB8AC3E}">
        <p14:creationId xmlns:p14="http://schemas.microsoft.com/office/powerpoint/2010/main" val="550786604"/>
      </p:ext>
    </p:extLst>
  </p:cSld>
</p:sld>
</file>

<file path=ppt/slides/v5_06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A21B1-F7C5-4592-BBDD-AA6D36AD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教科書の「4倍の力」とたわみ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F3868-27A2-4579-BD57-63D47A9AAE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0A9CE-6CA8-43C1-B756-F356BE46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B7CE5-704E-4EFD-8E22-F10BD1EE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AA87D-0F08-46B2-8750-9CBD9213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教科書の例：幅と長さをそろえ、断面の高さを2倍にした部材を比べる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37FE8-D683-47F6-B95F-4B293366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曲げ応力はM/Z、Z＝bh²/6。同じ強度に達する曲げモーメントは4倍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45DD3-FD80-40C5-9D34-78750B7A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I＝bh³/12は8倍。同じ荷重でのたわみは1/8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CBC0D-CB8B-43F6-89F4-7DF4A0A3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同じ高さの増加でも、耐えられる荷重と、たわみの倍率は違う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02B56-F058-4DC5-97E8-1291A525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同じ断面積で高さを変える演習では、幅も変わるので別に計算する</a:t>
            </a:r>
          </a:p>
        </p:txBody>
      </p:sp>
    </p:spTree>
    <p:extLst>
      <p:ext uri="{BB962C8B-B14F-4D97-AF65-F5344CB8AC3E}">
        <p14:creationId xmlns:p14="http://schemas.microsoft.com/office/powerpoint/2010/main" val="854909054"/>
      </p:ext>
    </p:extLst>
  </p:cSld>
</p:sld>
</file>

<file path=ppt/slides/v5_06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3C26A-A3B2-4981-94A1-59617046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D248D-496B-4885-B3B0-900DB3B0D9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88EB1-35B6-4099-8DC4-D9BB94EA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D5463-52DB-4AF1-A60A-DA9683A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1FD9C-FB42-4741-8496-D2E9A74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CE6C4-21D9-4082-8FCA-EDAACE7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BD0C2-154F-4345-BE22-0808FB98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第8章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EC3E0-5510-41E5-8E58-1F2F666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CF405-33E1-4063-B77A-DB6D3B4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0B59A-B458-4193-B404-AF924B64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7502D-F8E3-40D2-8797-AC86278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08C31-4A62-47F3-9973-6D4149EE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80357-70F4-4789-B916-2FA7A265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18832800"/>
      </p:ext>
    </p:extLst>
  </p:cSld>
</p:sld>
</file>

<file path=ppt/slides/v5_06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0230A-8837-4555-97DB-95BCC1FD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BB04B-6FF3-48A8-86E6-A515A7A45F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D1A1D-D4BC-4F04-9EC8-68E88329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教育図書 R7内容解説 目次・掲載見本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DD69C-3768-4E74-9961-D6B14344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https://www.kyoiku-tosho.co.jp/wp/wp-content/uploads/2024/04/G_R7kaisetu.pdf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3A0AA-98D9-4EAA-9877-B4E08A57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08272-83CD-48BA-AB75-64C830A4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第6回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1FE4A-6EDE-4048-92BA-EB09E8B7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3261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2026-10-22T22:34:19.2570000Z</dcterms:created>
  <dcterms:modified xsi:type="dcterms:W3CDTF">2026-10-22T22:34:19.2570000Z</dcterms:modified>
</coreProperties>
</file>
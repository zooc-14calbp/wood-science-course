
<file path=[Content_Types].xml><?xml version="1.0" encoding="utf-8"?>
<Types xmlns="http://schemas.openxmlformats.org/package/2006/content-type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charts/chart1.xml" ContentType="application/vnd.openxmlformats-officedocument.drawingml.chart+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9"/>
  </p:notesMasterIdLst>
  <p:sldIdLst>
    <p:sldId id="256" r:id="rId2"/>
    <p:sldId id="257" r:id="rId3"/>
    <p:sldId id="259" r:id="rId4"/>
    <p:sldId id="260" r:id="rId5"/>
    <p:sldId id="261" r:id="rId6"/>
    <p:sldId id="262" r:id="rId7"/>
    <p:sldId id="263" r:id="rId8"/>
    <p:sldId id="264" r:id="rId9"/>
    <p:sldId id="265" r:id="rId10"/>
    <p:sldId id="269" r:id="rId11"/>
    <p:sldId id="270" r:id="rId12"/>
    <p:sldId id="271" r:id="rId13"/>
    <p:sldId id="275" r:id="rId14"/>
    <p:sldId id="276" r:id="rId15"/>
    <p:sldId id="277" r:id="rId16"/>
    <p:sldId id="266" r:id="rId17"/>
    <p:sldId id="267" r:id="rId18"/>
    <p:sldId id="278" r:id="rId19"/>
    <p:sldId id="279" r:id="rId20"/>
    <p:sldId id="280" r:id="rId21"/>
    <p:sldId id="281" r:id="rId22"/>
    <p:sldId id="282" r:id="rId23"/>
    <p:sldId id="283" r:id="rId24"/>
    <p:sldId id="284" r:id="rId25"/>
    <p:sldId id="285" r:id="rId26"/>
    <p:sldId id="258" r:id="rId27"/>
    <p:sldId id="286" r:id="rId28"/>
    <p:sldId id="287" r:id="rId29"/>
    <p:sldId id="288" r:id="rId30"/>
    <p:sldId id="289" r:id="rId31"/>
    <p:sldId id="290" r:id="rId32"/>
    <p:sldId id="291" r:id="rId33"/>
    <p:sldId id="292" r:id="rId34"/>
    <p:sldId id="293" r:id="rId35"/>
    <p:sldId id="294" r:id="rId36"/>
    <p:sldId id="295" r:id="rId37"/>
    <p:sldId id="296" r:id="rId38"/>
    <p:sldId id="297" r:id="rId39"/>
    <p:sldId id="298" r:id="rId40"/>
    <p:sldId id="299" r:id="rId41"/>
    <p:sldId id="268" r:id="rId42"/>
    <p:sldId id="300" r:id="rId43"/>
    <p:sldId id="301" r:id="rId44"/>
    <p:sldId id="302" r:id="rId45"/>
    <p:sldId id="272" r:id="rId46"/>
    <p:sldId id="273" r:id="rId47"/>
    <p:sldId id="274" r:id="rId48"/>
    <p:sldId id="303" r:id="rId49"/>
    <p:sldId id="304" r:id="rId50"/>
    <p:sldId id="305" r:id="rId51"/>
    <p:sldId id="306" r:id="rId52"/>
    <p:sldId id="307" r:id="rId53"/>
    <p:sldId id="308" r:id="rId54"/>
    <p:sldId id="309" r:id="rId55"/>
    <p:sldId id="310" r:id="rId56"/>
    <p:sldId id="311" r:id="rId57"/>
    <p:sldId id="312" r:id="rId58"/>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5" Type="http://schemas.openxmlformats.org/officeDocument/2006/relationships/slide" Target="slides/slide4.xml"/><Relationship Id="rId61" Type="http://schemas.openxmlformats.org/officeDocument/2006/relationships/viewProps" Target="viewProp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ja-JP"/>
  <c:roundedCorners val="1"/>
  <c:style val="2"/>
  <c:chart>
    <c:autoTitleDeleted val="1"/>
    <c:plotArea>
      <c:layout/>
      <c:lineChart>
        <c:grouping val="standard"/>
        <c:varyColors val="0"/>
        <c:ser>
          <c:idx val="0"/>
          <c:order val="0"/>
          <c:tx>
            <c:v>曲げたわみ（仮想梁）</c:v>
          </c:tx>
          <c:spPr>
            <a:ln w="38100">
              <a:solidFill>
                <a:srgbClr val="2876A8"/>
              </a:solidFill>
            </a:ln>
          </c:spPr>
          <c:marker>
            <c:symbol val="circle"/>
            <c:size val="6"/>
            <c:spPr>
              <a:solidFill>
                <a:srgbClr val="2876A8"/>
              </a:solidFill>
            </c:spPr>
          </c:marker>
          <c:cat>
            <c:numRef>
              <c:f>'Chart Data'!$A$2:$A$5</c:f>
              <c:numCache>
                <c:formatCode>General</c:formatCode>
                <c:ptCount val="4"/>
                <c:pt idx="0">
                  <c:v>300</c:v>
                </c:pt>
                <c:pt idx="1">
                  <c:v>400</c:v>
                </c:pt>
                <c:pt idx="2">
                  <c:v>500</c:v>
                </c:pt>
                <c:pt idx="3">
                  <c:v>600</c:v>
                </c:pt>
              </c:numCache>
            </c:numRef>
          </c:cat>
          <c:val>
            <c:numRef>
              <c:f>'Chart Data'!$B$2:$B$5</c:f>
              <c:numCache>
                <c:formatCode>General</c:formatCode>
                <c:ptCount val="4"/>
                <c:pt idx="0">
                  <c:v>13.333333</c:v>
                </c:pt>
                <c:pt idx="1">
                  <c:v>5.625</c:v>
                </c:pt>
                <c:pt idx="2">
                  <c:v>2.88</c:v>
                </c:pt>
                <c:pt idx="3">
                  <c:v>1.666667</c:v>
                </c:pt>
              </c:numCache>
            </c:numRef>
          </c:val>
          <c:smooth val="1"/>
          <c:extLst>
            <c:ext xmlns:c16="http://schemas.microsoft.com/office/drawing/2014/chart" uri="{C3380CC4-5D6E-409C-BE32-E72D297353CC}">
              <c16:uniqueId val="{00000000-1954-439F-AAED-302E8D59F8F4}"/>
            </c:ext>
          </c:extLst>
        </c:ser>
        <c:dLbls>
          <c:showLegendKey val="0"/>
          <c:showVal val="0"/>
          <c:showCatName val="0"/>
          <c:showSerName val="0"/>
          <c:showPercent val="0"/>
          <c:showBubbleSize val="0"/>
        </c:dLbls>
        <c:marker val="1"/>
        <c:smooth val="0"/>
        <c:axId val="48650112"/>
        <c:axId val="48672768"/>
      </c:lineChart>
      <c:catAx>
        <c:axId val="48650112"/>
        <c:scaling>
          <c:orientation val="minMax"/>
        </c:scaling>
        <c:delete val="0"/>
        <c:axPos val="b"/>
        <c:title>
          <c:tx>
            <c:rich>
              <a:bodyPr/>
              <a:lstStyle/>
              <a:p>
                <a:r>
                  <a:rPr>
                    <a:latin typeface="Yu Gothic"/>
                    <a:ea typeface="Yu Gothic"/>
                    <a:cs typeface="Yu Gothic"/>
                  </a:rPr>
                  <a:t>梁せい h（mm）</a:t>
                </a:r>
              </a:p>
            </c:rich>
          </c:tx>
          <c:overlay val="0"/>
        </c:title>
        <c:numFmt formatCode="General" sourceLinked="1"/>
        <c:majorTickMark val="none"/>
        <c:minorTickMark val="none"/>
        <c:tickLblPos val="nextTo"/>
        <c:spPr>
          <a:ln w="9525">
            <a:solidFill>
              <a:srgbClr val="D4D4D4"/>
            </a:solidFill>
            <a:prstDash val="solid"/>
          </a:ln>
        </c:spPr>
        <c:txPr>
          <a:bodyPr anchorCtr="1"/>
          <a:lstStyle/>
          <a:p>
            <a:pPr>
              <a:defRPr sz="1650">
                <a:solidFill>
                  <a:srgbClr val="666666"/>
                </a:solidFill>
                <a:latin typeface="Yu Gothic"/>
                <a:ea typeface="Yu Gothic"/>
                <a:cs typeface="Yu Gothic"/>
              </a:defRPr>
            </a:pPr>
            <a:endParaRPr lang="ja-JP"/>
          </a:p>
        </c:txPr>
        <c:crossAx val="48672768"/>
        <c:crosses val="autoZero"/>
        <c:auto val="1"/>
        <c:lblAlgn val="ctr"/>
        <c:lblOffset val="100"/>
        <c:noMultiLvlLbl val="1"/>
      </c:catAx>
      <c:valAx>
        <c:axId val="48672768"/>
        <c:scaling>
          <c:orientation val="minMax"/>
        </c:scaling>
        <c:delete val="0"/>
        <c:axPos val="l"/>
        <c:title>
          <c:tx>
            <c:rich>
              <a:bodyPr/>
              <a:lstStyle/>
              <a:p>
                <a:r>
                  <a:rPr>
                    <a:latin typeface="Yu Gothic"/>
                    <a:ea typeface="Yu Gothic"/>
                    <a:cs typeface="Yu Gothic"/>
                  </a:rPr>
                  <a:t>中央たわみδ（mm）</a:t>
                </a:r>
              </a:p>
            </c:rich>
          </c:tx>
          <c:overlay val="0"/>
        </c:title>
        <c:numFmt formatCode="General" sourceLinked="1"/>
        <c:majorTickMark val="none"/>
        <c:minorTickMark val="none"/>
        <c:tickLblPos val="nextTo"/>
        <c:spPr>
          <a:ln w="9525">
            <a:solidFill>
              <a:srgbClr val="D4D4D4"/>
            </a:solidFill>
            <a:prstDash val="solid"/>
          </a:ln>
        </c:spPr>
        <c:txPr>
          <a:bodyPr anchorCtr="1"/>
          <a:lstStyle/>
          <a:p>
            <a:pPr>
              <a:defRPr sz="1650">
                <a:solidFill>
                  <a:srgbClr val="666666"/>
                </a:solidFill>
                <a:latin typeface="Yu Gothic"/>
                <a:ea typeface="Yu Gothic"/>
                <a:cs typeface="Yu Gothic"/>
              </a:defRPr>
            </a:pPr>
            <a:endParaRPr lang="ja-JP"/>
          </a:p>
        </c:txPr>
        <c:crossAx val="48650112"/>
        <c:crosses val="autoZero"/>
        <c:crossBetween val="between"/>
        <c:majorUnit val="5"/>
      </c:valAx>
      <c:spPr>
        <a:solidFill>
          <a:srgbClr val="FFFFFF"/>
        </a:solidFill>
      </c:spPr>
    </c:plotArea>
    <c:plotVisOnly val="1"/>
    <c:dispBlanksAs val="zero"/>
    <c:showDLblsOverMax val="1"/>
  </c:chart>
  <c:spPr>
    <a:solidFill>
      <a:srgbClr val="FFFFFF"/>
    </a:solidFill>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8CEA034-D4C0-4495-A258-4E2A75B0A95B}" type="datetimeFigureOut">
              <a:rPr kumimoji="1" lang="ja-JP" altLang="en-US" smtClean="0"/>
              <a:t>2026/10/31</a:t>
            </a:fld>
            <a:endParaRPr kumimoji="1" lang="ja-JP" altLang="en-US"/>
          </a:p>
        </p:txBody>
      </p:sp>
      <p:sp>
        <p:nvSpPr>
          <p:cNvPr id="4" name="スライド イメージ プレースホルダー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EDBBBE9-1294-4402-AA28-EB2AC2A1B51E}" type="slidenum">
              <a:rPr kumimoji="1" lang="ja-JP" altLang="en-US" smtClean="0"/>
              <a:t>‹#›</a:t>
            </a:fld>
            <a:endParaRPr kumimoji="1" lang="ja-JP" altLang="en-US"/>
          </a:p>
        </p:txBody>
      </p:sp>
    </p:spTree>
    <p:extLst>
      <p:ext uri="{BB962C8B-B14F-4D97-AF65-F5344CB8AC3E}">
        <p14:creationId xmlns:p14="http://schemas.microsoft.com/office/powerpoint/2010/main" val="2851973544"/>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新構成の第14回です。前回の要素と配向の考え方をひき板の積層に広げます。建物の性能、火災時の挙動、資源と環境の評価は、それぞれ何を測るかを確かめて学びます。旧第13回と旧第14回を再構成した教材です。</a:t>
            </a:r>
          </a:p>
          <a:p>
            <a:endParaRPr/>
          </a:p>
          <a:p>
            <a:r>
              <a:t>再構成時の追加説明。90分は授業配分の設計値で、動画の実測時間ではない。正式課題を追加していない。</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252482413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最初に、評価する対象を分けます。大きな梁をつくれることが、そのまま大きな建物の全ての性能を意味するわけではありません。同じように、炭素を含む量だけで環境影響の大小は決まりません。何を同じにして比べ、どの条件を変えたかを説明できることを目標にします。</a:t>
            </a:r>
          </a:p>
          <a:p>
            <a:endParaRPr/>
          </a:p>
          <a:p>
            <a:r>
              <a:t>再構成時の追加説明。90分は授業配分の設計値で、動画の実測時間ではない。正式課題を追加していない。</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55780337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a:t>第</a:t>
            </a:r>
            <a:r>
              <a:rPr lang="en-US" altLang="ja-JP"/>
              <a:t>13</a:t>
            </a:r>
            <a:r>
              <a:rPr lang="ja-JP" altLang="en-US"/>
              <a:t>回 推敲版 </a:t>
            </a:r>
            <a:r>
              <a:rPr lang="en-US" altLang="ja-JP"/>
              <a:t>2026-10-29</a:t>
            </a:r>
          </a:p>
          <a:p>
            <a:r>
              <a:rPr lang="ja-JP" altLang="en-US"/>
              <a:t>説明・活動の設計目安：</a:t>
            </a:r>
            <a:r>
              <a:rPr lang="en-US" altLang="ja-JP"/>
              <a:t>2.2</a:t>
            </a:r>
            <a:r>
              <a:rPr lang="ja-JP" altLang="en-US"/>
              <a:t>分。動画の実測時間ではない。</a:t>
            </a:r>
          </a:p>
          <a:p>
            <a:endParaRPr lang="ja-JP" altLang="en-US"/>
          </a:p>
          <a:p>
            <a:r>
              <a:rPr lang="ja-JP" altLang="en-US"/>
              <a:t>原木から一本取りできる寸法に縛られず、ひき板を木口方向・幅方向・厚さ方向に接着して寸法を構成する。長さはラミナの縦継ぎ、梁せいは積層、幅は幅方向の構成で調整する。図の三つの方向は製造上の寸法であり、</a:t>
            </a:r>
            <a:r>
              <a:rPr lang="en-US" altLang="ja-JP"/>
              <a:t>R</a:t>
            </a:r>
            <a:r>
              <a:rPr lang="ja-JP" altLang="en-US"/>
              <a:t>・</a:t>
            </a:r>
            <a:r>
              <a:rPr lang="en-US" altLang="ja-JP"/>
              <a:t>T</a:t>
            </a:r>
            <a:r>
              <a:rPr lang="ja-JP" altLang="en-US"/>
              <a:t>・</a:t>
            </a:r>
            <a:r>
              <a:rPr lang="en-US" altLang="ja-JP"/>
              <a:t>L</a:t>
            </a:r>
            <a:r>
              <a:rPr lang="ja-JP" altLang="en-US"/>
              <a:t>の三方向図ではない。すべてのラミナの主な繊維方向は部材の長手にそろえる。丸太より大きい断面を作れる理由を学生自身の言葉で説明させる。</a:t>
            </a:r>
          </a:p>
          <a:p>
            <a:endParaRPr lang="ja-JP" altLang="en-US"/>
          </a:p>
          <a:p>
            <a:r>
              <a:rPr lang="ja-JP" altLang="en-US"/>
              <a:t>出典（確認：</a:t>
            </a:r>
            <a:r>
              <a:rPr lang="en-US" altLang="ja-JP"/>
              <a:t>2026-10-29</a:t>
            </a:r>
            <a:r>
              <a:rPr lang="ja-JP" altLang="en-US"/>
              <a:t>）</a:t>
            </a:r>
          </a:p>
          <a:p>
            <a:r>
              <a:rPr lang="en-US" altLang="ja-JP"/>
              <a:t>USDA Forest Products Laboratory (2021) Wood Handbook, Ch.11, pp.11–18</a:t>
            </a:r>
            <a:r>
              <a:rPr lang="ja-JP" altLang="en-US"/>
              <a:t>～</a:t>
            </a:r>
            <a:r>
              <a:rPr lang="en-US" altLang="ja-JP"/>
              <a:t>11–21 </a:t>
            </a:r>
            <a:r>
              <a:rPr lang="ja-JP" altLang="en-US"/>
              <a:t>｜ </a:t>
            </a:r>
            <a:r>
              <a:rPr lang="en-US" altLang="ja-JP"/>
              <a:t>https://research.fs.usda.gov/treesearch/62258</a:t>
            </a:r>
          </a:p>
          <a:p>
            <a:endParaRPr lang="en-US" altLang="ja-JP"/>
          </a:p>
          <a:p>
            <a:r>
              <a:rPr lang="ja-JP" altLang="en-US"/>
              <a:t>教材用の模式図・仮想計算と、一次資料の建築事例を区別する。動画は未更新。正式課題</a:t>
            </a:r>
            <a:r>
              <a:rPr lang="en-US" altLang="ja-JP"/>
              <a:t>A1〜A4</a:t>
            </a:r>
            <a:r>
              <a:rPr lang="ja-JP" altLang="en-US"/>
              <a:t>と評価基準は変更しない。</a:t>
            </a:r>
          </a:p>
          <a:p>
            <a:endParaRPr lang="ja-JP" altLang="en-US"/>
          </a:p>
          <a:p>
            <a:r>
              <a:rPr lang="ja-JP" altLang="en-US"/>
              <a:t>再構成元：旧第</a:t>
            </a:r>
            <a:r>
              <a:rPr lang="en-US" altLang="ja-JP"/>
              <a:t>13</a:t>
            </a:r>
            <a:r>
              <a:rPr lang="ja-JP" altLang="en-US"/>
              <a:t>回・スライド</a:t>
            </a:r>
            <a:r>
              <a:rPr lang="en-US" altLang="ja-JP"/>
              <a:t>4</a:t>
            </a:r>
            <a:r>
              <a:rPr lang="ja-JP" altLang="en-US"/>
              <a:t>。新第</a:t>
            </a:r>
            <a:r>
              <a:rPr lang="en-US" altLang="ja-JP"/>
              <a:t>14</a:t>
            </a:r>
            <a:r>
              <a:rPr lang="ja-JP" altLang="en-US"/>
              <a:t>回・構造・燃焼。旧構成の参照番号や演習番号は、学習ガイドの対応表も参照。動画は旧構成の参考動画で、再構成</a:t>
            </a:r>
            <a:r>
              <a:rPr lang="en-US" altLang="ja-JP"/>
              <a:t>PDF</a:t>
            </a:r>
            <a:r>
              <a:rPr lang="ja-JP" altLang="en-US"/>
              <a:t>とページ順は一致しない。</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44302404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a:t>第</a:t>
            </a:r>
            <a:r>
              <a:rPr lang="en-US" altLang="ja-JP"/>
              <a:t>13</a:t>
            </a:r>
            <a:r>
              <a:rPr lang="ja-JP" altLang="en-US"/>
              <a:t>回 推敲版 </a:t>
            </a:r>
            <a:r>
              <a:rPr lang="en-US" altLang="ja-JP"/>
              <a:t>2026-10-29</a:t>
            </a:r>
          </a:p>
          <a:p>
            <a:r>
              <a:rPr lang="ja-JP" altLang="en-US"/>
              <a:t>説明・活動の設計目安：</a:t>
            </a:r>
            <a:r>
              <a:rPr lang="en-US" altLang="ja-JP"/>
              <a:t>2.3</a:t>
            </a:r>
            <a:r>
              <a:rPr lang="ja-JP" altLang="en-US"/>
              <a:t>分。動画の実測時間ではない。</a:t>
            </a:r>
          </a:p>
          <a:p>
            <a:endParaRPr lang="ja-JP" altLang="en-US"/>
          </a:p>
          <a:p>
            <a:r>
              <a:rPr lang="ja-JP" altLang="en-US"/>
              <a:t>長いラミナには、木口をくし形に加工して接着するフィンガージョイントなどを用いる。接着面積を確保して力を伝えるが、加工・塗布・端圧・硬化の管理が性能を左右する。長手の縦継ぎと、積層面の接着を分けて指さす。曲線部材は、薄いラミナを型に沿わせて圧締・接着することで作る。薄いほど小さい曲率半径へ曲げやすいが、実際にはラミナ厚さ、樹種、曲率と半径方向の応力などを検討する。図は加工形状を誇張した模式図。</a:t>
            </a:r>
          </a:p>
          <a:p>
            <a:endParaRPr lang="ja-JP" altLang="en-US"/>
          </a:p>
          <a:p>
            <a:r>
              <a:rPr lang="ja-JP" altLang="en-US"/>
              <a:t>出典（確認：</a:t>
            </a:r>
            <a:r>
              <a:rPr lang="en-US" altLang="ja-JP"/>
              <a:t>2026-10-29</a:t>
            </a:r>
            <a:r>
              <a:rPr lang="ja-JP" altLang="en-US"/>
              <a:t>）</a:t>
            </a:r>
          </a:p>
          <a:p>
            <a:r>
              <a:rPr lang="en-US" altLang="ja-JP"/>
              <a:t>USDA Forest Products Laboratory (2021) Wood Handbook, Ch.11, pp.11–18</a:t>
            </a:r>
            <a:r>
              <a:rPr lang="ja-JP" altLang="en-US"/>
              <a:t>～</a:t>
            </a:r>
            <a:r>
              <a:rPr lang="en-US" altLang="ja-JP"/>
              <a:t>11–21 </a:t>
            </a:r>
            <a:r>
              <a:rPr lang="ja-JP" altLang="en-US"/>
              <a:t>｜ </a:t>
            </a:r>
            <a:r>
              <a:rPr lang="en-US" altLang="ja-JP"/>
              <a:t>https://research.fs.usda.gov/treesearch/62258</a:t>
            </a:r>
          </a:p>
          <a:p>
            <a:endParaRPr lang="en-US" altLang="ja-JP"/>
          </a:p>
          <a:p>
            <a:r>
              <a:rPr lang="ja-JP" altLang="en-US"/>
              <a:t>教材用の模式図・仮想計算と、一次資料の建築事例を区別する。動画は未更新。正式課題</a:t>
            </a:r>
            <a:r>
              <a:rPr lang="en-US" altLang="ja-JP"/>
              <a:t>A1〜A4</a:t>
            </a:r>
            <a:r>
              <a:rPr lang="ja-JP" altLang="en-US"/>
              <a:t>と評価基準は変更しない。</a:t>
            </a:r>
          </a:p>
          <a:p>
            <a:endParaRPr lang="ja-JP" altLang="en-US"/>
          </a:p>
          <a:p>
            <a:r>
              <a:rPr lang="ja-JP" altLang="en-US"/>
              <a:t>再構成元：旧第</a:t>
            </a:r>
            <a:r>
              <a:rPr lang="en-US" altLang="ja-JP"/>
              <a:t>13</a:t>
            </a:r>
            <a:r>
              <a:rPr lang="ja-JP" altLang="en-US"/>
              <a:t>回・スライド</a:t>
            </a:r>
            <a:r>
              <a:rPr lang="en-US" altLang="ja-JP"/>
              <a:t>5</a:t>
            </a:r>
            <a:r>
              <a:rPr lang="ja-JP" altLang="en-US"/>
              <a:t>。新第</a:t>
            </a:r>
            <a:r>
              <a:rPr lang="en-US" altLang="ja-JP"/>
              <a:t>14</a:t>
            </a:r>
            <a:r>
              <a:rPr lang="ja-JP" altLang="en-US"/>
              <a:t>回・構造・燃焼。旧構成の参照番号や演習番号は、学習ガイドの対応表も参照。動画は旧構成の参考動画で、再構成</a:t>
            </a:r>
            <a:r>
              <a:rPr lang="en-US" altLang="ja-JP"/>
              <a:t>PDF</a:t>
            </a:r>
            <a:r>
              <a:rPr lang="ja-JP" altLang="en-US"/>
              <a:t>とページ順は一致しない。</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310527611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a:t>第</a:t>
            </a:r>
            <a:r>
              <a:rPr lang="en-US" altLang="ja-JP"/>
              <a:t>13</a:t>
            </a:r>
            <a:r>
              <a:rPr lang="ja-JP" altLang="en-US"/>
              <a:t>回 推敲版 </a:t>
            </a:r>
            <a:r>
              <a:rPr lang="en-US" altLang="ja-JP"/>
              <a:t>2026-10-29</a:t>
            </a:r>
          </a:p>
          <a:p>
            <a:r>
              <a:rPr lang="ja-JP" altLang="en-US"/>
              <a:t>説明・活動の設計目安：</a:t>
            </a:r>
            <a:r>
              <a:rPr lang="en-US" altLang="ja-JP"/>
              <a:t>1.5</a:t>
            </a:r>
            <a:r>
              <a:rPr lang="ja-JP" altLang="en-US"/>
              <a:t>分。動画の実測時間ではない。</a:t>
            </a:r>
          </a:p>
          <a:p>
            <a:endParaRPr lang="ja-JP" altLang="en-US"/>
          </a:p>
          <a:p>
            <a:r>
              <a:rPr lang="ja-JP" altLang="en-US"/>
              <a:t>製造の順序は乾燥と含水状態の調整、ラミナの選別・等級区分、縦継ぎ、面の加工、塗布、積層と圧締、硬化、仕上げと品質確認である。節を細かく分散しても、節や繊維傾斜の影響が消えるわけではない。工場での選別と配置の管理を組み合わせる点が重要。材を集めれば自動的に高強度になる、という説明は避ける。</a:t>
            </a:r>
          </a:p>
          <a:p>
            <a:endParaRPr lang="ja-JP" altLang="en-US"/>
          </a:p>
          <a:p>
            <a:r>
              <a:rPr lang="ja-JP" altLang="en-US"/>
              <a:t>出典（確認：</a:t>
            </a:r>
            <a:r>
              <a:rPr lang="en-US" altLang="ja-JP"/>
              <a:t>2026-10-29</a:t>
            </a:r>
            <a:r>
              <a:rPr lang="ja-JP" altLang="en-US"/>
              <a:t>）</a:t>
            </a:r>
          </a:p>
          <a:p>
            <a:r>
              <a:rPr lang="en-US" altLang="ja-JP"/>
              <a:t>USDA Forest Products Laboratory (2021) Wood Handbook, Ch.11, pp.11–18</a:t>
            </a:r>
            <a:r>
              <a:rPr lang="ja-JP" altLang="en-US"/>
              <a:t>～</a:t>
            </a:r>
            <a:r>
              <a:rPr lang="en-US" altLang="ja-JP"/>
              <a:t>11–21 </a:t>
            </a:r>
            <a:r>
              <a:rPr lang="ja-JP" altLang="en-US"/>
              <a:t>｜ </a:t>
            </a:r>
            <a:r>
              <a:rPr lang="en-US" altLang="ja-JP"/>
              <a:t>https://research.fs.usda.gov/treesearch/62258</a:t>
            </a:r>
          </a:p>
          <a:p>
            <a:r>
              <a:rPr lang="en-US" altLang="ja-JP"/>
              <a:t>USDA Forest Products Laboratory (2021) Wood Handbook, Ch.12, CLT </a:t>
            </a:r>
            <a:r>
              <a:rPr lang="ja-JP" altLang="en-US"/>
              <a:t>｜ </a:t>
            </a:r>
            <a:r>
              <a:rPr lang="en-US" altLang="ja-JP"/>
              <a:t>https://research.fs.usda.gov/treesearch/62260</a:t>
            </a:r>
          </a:p>
          <a:p>
            <a:endParaRPr lang="en-US" altLang="ja-JP"/>
          </a:p>
          <a:p>
            <a:r>
              <a:rPr lang="ja-JP" altLang="en-US"/>
              <a:t>教材用の模式図・仮想計算と、一次資料の建築事例を区別する。動画は未更新。正式課題</a:t>
            </a:r>
            <a:r>
              <a:rPr lang="en-US" altLang="ja-JP"/>
              <a:t>A1〜A4</a:t>
            </a:r>
            <a:r>
              <a:rPr lang="ja-JP" altLang="en-US"/>
              <a:t>と評価基準は変更しない。</a:t>
            </a:r>
          </a:p>
          <a:p>
            <a:endParaRPr lang="ja-JP" altLang="en-US"/>
          </a:p>
          <a:p>
            <a:r>
              <a:rPr lang="ja-JP" altLang="en-US"/>
              <a:t>再構成元：旧第</a:t>
            </a:r>
            <a:r>
              <a:rPr lang="en-US" altLang="ja-JP"/>
              <a:t>13</a:t>
            </a:r>
            <a:r>
              <a:rPr lang="ja-JP" altLang="en-US"/>
              <a:t>回・スライド</a:t>
            </a:r>
            <a:r>
              <a:rPr lang="en-US" altLang="ja-JP"/>
              <a:t>6</a:t>
            </a:r>
            <a:r>
              <a:rPr lang="ja-JP" altLang="en-US"/>
              <a:t>。新第</a:t>
            </a:r>
            <a:r>
              <a:rPr lang="en-US" altLang="ja-JP"/>
              <a:t>14</a:t>
            </a:r>
            <a:r>
              <a:rPr lang="ja-JP" altLang="en-US"/>
              <a:t>回・構造・燃焼。旧構成の参照番号や演習番号は、学習ガイドの対応表も参照。動画は旧構成の参考動画で、再構成</a:t>
            </a:r>
            <a:r>
              <a:rPr lang="en-US" altLang="ja-JP"/>
              <a:t>PDF</a:t>
            </a:r>
            <a:r>
              <a:rPr lang="ja-JP" altLang="en-US"/>
              <a:t>とページ順は一致しない。</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239348149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a:t>第</a:t>
            </a:r>
            <a:r>
              <a:rPr lang="en-US" altLang="ja-JP"/>
              <a:t>13</a:t>
            </a:r>
            <a:r>
              <a:rPr lang="ja-JP" altLang="en-US"/>
              <a:t>回 推敲版 </a:t>
            </a:r>
            <a:r>
              <a:rPr lang="en-US" altLang="ja-JP"/>
              <a:t>2026-10-29</a:t>
            </a:r>
          </a:p>
          <a:p>
            <a:r>
              <a:rPr lang="ja-JP" altLang="en-US"/>
              <a:t>説明・活動の設計目安：</a:t>
            </a:r>
            <a:r>
              <a:rPr lang="en-US" altLang="ja-JP"/>
              <a:t>2</a:t>
            </a:r>
            <a:r>
              <a:rPr lang="ja-JP" altLang="en-US"/>
              <a:t>分。動画の実測時間ではない。</a:t>
            </a:r>
          </a:p>
          <a:p>
            <a:endParaRPr lang="ja-JP" altLang="en-US"/>
          </a:p>
          <a:p>
            <a:r>
              <a:rPr lang="ja-JP" altLang="en-US"/>
              <a:t>下向き荷重を受ける単純梁の正曲げでは、上側が圧縮、下側が引張りとなり、中立軸から遠い層ほど軸方向ひずみの絶対値が大きい。異等級構成の例では外層へ高い等級のラミナを配置する。中央部にもせん断を伝える役割があり、内層は不要という意味ではない。柱や曲線材、荷重が反転する部位では必要な配置も変わる。図の層数・厚さ・等級は説明用。</a:t>
            </a:r>
          </a:p>
          <a:p>
            <a:endParaRPr lang="ja-JP" altLang="en-US"/>
          </a:p>
          <a:p>
            <a:r>
              <a:rPr lang="ja-JP" altLang="en-US"/>
              <a:t>出典（確認：</a:t>
            </a:r>
            <a:r>
              <a:rPr lang="en-US" altLang="ja-JP"/>
              <a:t>2026-10-29</a:t>
            </a:r>
            <a:r>
              <a:rPr lang="ja-JP" altLang="en-US"/>
              <a:t>）</a:t>
            </a:r>
          </a:p>
          <a:p>
            <a:r>
              <a:rPr lang="en-US" altLang="ja-JP"/>
              <a:t>USDA Forest Products Laboratory (2021) Wood Handbook, Ch.11, pp.11–18</a:t>
            </a:r>
            <a:r>
              <a:rPr lang="ja-JP" altLang="en-US"/>
              <a:t>～</a:t>
            </a:r>
            <a:r>
              <a:rPr lang="en-US" altLang="ja-JP"/>
              <a:t>11–21 </a:t>
            </a:r>
            <a:r>
              <a:rPr lang="ja-JP" altLang="en-US"/>
              <a:t>｜ </a:t>
            </a:r>
            <a:r>
              <a:rPr lang="en-US" altLang="ja-JP"/>
              <a:t>https://research.fs.usda.gov/treesearch/62258</a:t>
            </a:r>
          </a:p>
          <a:p>
            <a:endParaRPr lang="en-US" altLang="ja-JP"/>
          </a:p>
          <a:p>
            <a:r>
              <a:rPr lang="ja-JP" altLang="en-US"/>
              <a:t>教材用の模式図・仮想計算と、一次資料の建築事例を区別する。動画は未更新。正式課題</a:t>
            </a:r>
            <a:r>
              <a:rPr lang="en-US" altLang="ja-JP"/>
              <a:t>A1〜A4</a:t>
            </a:r>
            <a:r>
              <a:rPr lang="ja-JP" altLang="en-US"/>
              <a:t>と評価基準は変更しない。</a:t>
            </a:r>
          </a:p>
          <a:p>
            <a:endParaRPr lang="ja-JP" altLang="en-US"/>
          </a:p>
          <a:p>
            <a:r>
              <a:rPr lang="ja-JP" altLang="en-US"/>
              <a:t>再構成元：旧第</a:t>
            </a:r>
            <a:r>
              <a:rPr lang="en-US" altLang="ja-JP"/>
              <a:t>13</a:t>
            </a:r>
            <a:r>
              <a:rPr lang="ja-JP" altLang="en-US"/>
              <a:t>回・スライド</a:t>
            </a:r>
            <a:r>
              <a:rPr lang="en-US" altLang="ja-JP"/>
              <a:t>7</a:t>
            </a:r>
            <a:r>
              <a:rPr lang="ja-JP" altLang="en-US"/>
              <a:t>。新第</a:t>
            </a:r>
            <a:r>
              <a:rPr lang="en-US" altLang="ja-JP"/>
              <a:t>14</a:t>
            </a:r>
            <a:r>
              <a:rPr lang="ja-JP" altLang="en-US"/>
              <a:t>回・構造・燃焼。旧構成の参照番号や演習番号は、学習ガイドの対応表も参照。動画は旧構成の参考動画で、再構成</a:t>
            </a:r>
            <a:r>
              <a:rPr lang="en-US" altLang="ja-JP"/>
              <a:t>PDF</a:t>
            </a:r>
            <a:r>
              <a:rPr lang="ja-JP" altLang="en-US"/>
              <a:t>とページ順は一致しない。</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93500697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a:t>第</a:t>
            </a:r>
            <a:r>
              <a:rPr lang="en-US" altLang="ja-JP"/>
              <a:t>13</a:t>
            </a:r>
            <a:r>
              <a:rPr lang="ja-JP" altLang="en-US"/>
              <a:t>回 推敲版 </a:t>
            </a:r>
            <a:r>
              <a:rPr lang="en-US" altLang="ja-JP"/>
              <a:t>2026-10-29</a:t>
            </a:r>
          </a:p>
          <a:p>
            <a:r>
              <a:rPr lang="ja-JP" altLang="en-US"/>
              <a:t>説明・活動の設計目安：</a:t>
            </a:r>
            <a:r>
              <a:rPr lang="en-US" altLang="ja-JP"/>
              <a:t>1</a:t>
            </a:r>
            <a:r>
              <a:rPr lang="ja-JP" altLang="en-US"/>
              <a:t>分。動画の実測時間ではない。</a:t>
            </a:r>
          </a:p>
          <a:p>
            <a:endParaRPr lang="ja-JP" altLang="en-US"/>
          </a:p>
          <a:p>
            <a:r>
              <a:rPr lang="ja-JP" altLang="en-US"/>
              <a:t>各層の線は主な繊維方向を表す。積み重ねる方向に繊維を交互に向ける図ではない。長手方向に高い剛性を持つ木材を、梁や柱として必要な寸法へまとめる。積層面に沿って力が伝わるため、層どうしが十分に接着されていることも部材の性能に含まれる。</a:t>
            </a:r>
          </a:p>
          <a:p>
            <a:endParaRPr lang="ja-JP" altLang="en-US"/>
          </a:p>
          <a:p>
            <a:r>
              <a:rPr lang="ja-JP" altLang="en-US"/>
              <a:t>出典（確認：</a:t>
            </a:r>
            <a:r>
              <a:rPr lang="en-US" altLang="ja-JP"/>
              <a:t>2026-10-29</a:t>
            </a:r>
            <a:r>
              <a:rPr lang="ja-JP" altLang="en-US"/>
              <a:t>）</a:t>
            </a:r>
          </a:p>
          <a:p>
            <a:r>
              <a:rPr lang="en-US" altLang="ja-JP"/>
              <a:t>USDA Forest Products Laboratory (2021) Wood Handbook, Ch.11, pp.11–18</a:t>
            </a:r>
            <a:r>
              <a:rPr lang="ja-JP" altLang="en-US"/>
              <a:t>～</a:t>
            </a:r>
            <a:r>
              <a:rPr lang="en-US" altLang="ja-JP"/>
              <a:t>11–21 </a:t>
            </a:r>
            <a:r>
              <a:rPr lang="ja-JP" altLang="en-US"/>
              <a:t>｜ </a:t>
            </a:r>
            <a:r>
              <a:rPr lang="en-US" altLang="ja-JP"/>
              <a:t>https://research.fs.usda.gov/treesearch/62258</a:t>
            </a:r>
          </a:p>
          <a:p>
            <a:r>
              <a:rPr lang="en-US" altLang="ja-JP"/>
              <a:t>USDA Forest Products Laboratory (2021) Wood Handbook, Ch.12, CLT </a:t>
            </a:r>
            <a:r>
              <a:rPr lang="ja-JP" altLang="en-US"/>
              <a:t>｜ </a:t>
            </a:r>
            <a:r>
              <a:rPr lang="en-US" altLang="ja-JP"/>
              <a:t>https://research.fs.usda.gov/treesearch/62260</a:t>
            </a:r>
          </a:p>
          <a:p>
            <a:endParaRPr lang="en-US" altLang="ja-JP"/>
          </a:p>
          <a:p>
            <a:r>
              <a:rPr lang="ja-JP" altLang="en-US"/>
              <a:t>教材用の模式図・仮想計算と、一次資料の建築事例を区別する。動画は未更新。正式課題</a:t>
            </a:r>
            <a:r>
              <a:rPr lang="en-US" altLang="ja-JP"/>
              <a:t>A1〜A4</a:t>
            </a:r>
            <a:r>
              <a:rPr lang="ja-JP" altLang="en-US"/>
              <a:t>と評価基準は変更しない。</a:t>
            </a:r>
          </a:p>
          <a:p>
            <a:endParaRPr lang="ja-JP" altLang="en-US"/>
          </a:p>
          <a:p>
            <a:r>
              <a:rPr lang="ja-JP" altLang="en-US"/>
              <a:t>再構成元：旧第</a:t>
            </a:r>
            <a:r>
              <a:rPr lang="en-US" altLang="ja-JP"/>
              <a:t>13</a:t>
            </a:r>
            <a:r>
              <a:rPr lang="ja-JP" altLang="en-US"/>
              <a:t>回・スライド</a:t>
            </a:r>
            <a:r>
              <a:rPr lang="en-US" altLang="ja-JP"/>
              <a:t>8</a:t>
            </a:r>
            <a:r>
              <a:rPr lang="ja-JP" altLang="en-US"/>
              <a:t>。新第</a:t>
            </a:r>
            <a:r>
              <a:rPr lang="en-US" altLang="ja-JP"/>
              <a:t>14</a:t>
            </a:r>
            <a:r>
              <a:rPr lang="ja-JP" altLang="en-US"/>
              <a:t>回・構造・燃焼。旧構成の参照番号や演習番号は、学習ガイドの対応表も参照。動画は旧構成の参考動画で、再構成</a:t>
            </a:r>
            <a:r>
              <a:rPr lang="en-US" altLang="ja-JP"/>
              <a:t>PDF</a:t>
            </a:r>
            <a:r>
              <a:rPr lang="ja-JP" altLang="en-US"/>
              <a:t>とページ順は一致しない。</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127783569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a:t>第</a:t>
            </a:r>
            <a:r>
              <a:rPr lang="en-US" altLang="ja-JP"/>
              <a:t>13</a:t>
            </a:r>
            <a:r>
              <a:rPr lang="ja-JP" altLang="en-US"/>
              <a:t>回 推敲版 </a:t>
            </a:r>
            <a:r>
              <a:rPr lang="en-US" altLang="ja-JP"/>
              <a:t>2026-10-29</a:t>
            </a:r>
          </a:p>
          <a:p>
            <a:r>
              <a:rPr lang="ja-JP" altLang="en-US"/>
              <a:t>説明・活動の設計目安：</a:t>
            </a:r>
            <a:r>
              <a:rPr lang="en-US" altLang="ja-JP"/>
              <a:t>2.8</a:t>
            </a:r>
            <a:r>
              <a:rPr lang="ja-JP" altLang="en-US"/>
              <a:t>分。動画の実測時間ではない。</a:t>
            </a:r>
          </a:p>
          <a:p>
            <a:endParaRPr lang="ja-JP" altLang="en-US"/>
          </a:p>
          <a:p>
            <a:r>
              <a:rPr lang="ja-JP" altLang="en-US"/>
              <a:t>矩形断面の幅を</a:t>
            </a:r>
            <a:r>
              <a:rPr lang="en-US" altLang="ja-JP"/>
              <a:t>b</a:t>
            </a:r>
            <a:r>
              <a:rPr lang="ja-JP" altLang="en-US"/>
              <a:t>、鉛直方向の梁せいを</a:t>
            </a:r>
            <a:r>
              <a:rPr lang="en-US" altLang="ja-JP"/>
              <a:t>h</a:t>
            </a:r>
            <a:r>
              <a:rPr lang="ja-JP" altLang="en-US"/>
              <a:t>とする。断面二次モーメントは</a:t>
            </a:r>
            <a:r>
              <a:rPr lang="en-US" altLang="ja-JP"/>
              <a:t>I=bh³/12</a:t>
            </a:r>
            <a:r>
              <a:rPr lang="ja-JP" altLang="en-US"/>
              <a:t>、曲げ剛性は</a:t>
            </a:r>
            <a:r>
              <a:rPr lang="en-US" altLang="ja-JP"/>
              <a:t>EI</a:t>
            </a:r>
            <a:r>
              <a:rPr lang="ja-JP" altLang="en-US"/>
              <a:t>である。幅を</a:t>
            </a:r>
            <a:r>
              <a:rPr lang="en-US" altLang="ja-JP"/>
              <a:t>150 mm</a:t>
            </a:r>
            <a:r>
              <a:rPr lang="ja-JP" altLang="en-US"/>
              <a:t>に固定し、</a:t>
            </a:r>
            <a:r>
              <a:rPr lang="en-US" altLang="ja-JP"/>
              <a:t>h=300 mm</a:t>
            </a:r>
            <a:r>
              <a:rPr lang="ja-JP" altLang="en-US"/>
              <a:t>から</a:t>
            </a:r>
            <a:r>
              <a:rPr lang="en-US" altLang="ja-JP"/>
              <a:t>600 mm</a:t>
            </a:r>
            <a:r>
              <a:rPr lang="ja-JP" altLang="en-US"/>
              <a:t>へ変えると、</a:t>
            </a:r>
            <a:r>
              <a:rPr lang="en-US" altLang="ja-JP"/>
              <a:t>I</a:t>
            </a:r>
            <a:r>
              <a:rPr lang="ja-JP" altLang="en-US"/>
              <a:t>は</a:t>
            </a:r>
            <a:r>
              <a:rPr lang="en-US" altLang="ja-JP"/>
              <a:t>3.375×10⁸ mm⁴</a:t>
            </a:r>
            <a:r>
              <a:rPr lang="ja-JP" altLang="en-US"/>
              <a:t>から</a:t>
            </a:r>
            <a:r>
              <a:rPr lang="en-US" altLang="ja-JP"/>
              <a:t>2.700×10⁹ mm⁴</a:t>
            </a:r>
            <a:r>
              <a:rPr lang="ja-JP" altLang="en-US"/>
              <a:t>へ</a:t>
            </a:r>
            <a:r>
              <a:rPr lang="en-US" altLang="ja-JP"/>
              <a:t>8</a:t>
            </a:r>
            <a:r>
              <a:rPr lang="ja-JP" altLang="en-US"/>
              <a:t>倍になる。同じ材料の</a:t>
            </a:r>
            <a:r>
              <a:rPr lang="en-US" altLang="ja-JP"/>
              <a:t>E</a:t>
            </a:r>
            <a:r>
              <a:rPr lang="ja-JP" altLang="en-US"/>
              <a:t>を仮定すると</a:t>
            </a:r>
            <a:r>
              <a:rPr lang="en-US" altLang="ja-JP"/>
              <a:t>EI</a:t>
            </a:r>
            <a:r>
              <a:rPr lang="ja-JP" altLang="en-US"/>
              <a:t>も</a:t>
            </a:r>
            <a:r>
              <a:rPr lang="en-US" altLang="ja-JP"/>
              <a:t>8</a:t>
            </a:r>
            <a:r>
              <a:rPr lang="ja-JP" altLang="en-US"/>
              <a:t>倍。断面積と木材量は</a:t>
            </a:r>
            <a:r>
              <a:rPr lang="en-US" altLang="ja-JP"/>
              <a:t>2</a:t>
            </a:r>
            <a:r>
              <a:rPr lang="ja-JP" altLang="en-US"/>
              <a:t>倍であり、同じ木材量の比較ではない。材料の</a:t>
            </a:r>
            <a:r>
              <a:rPr lang="en-US" altLang="ja-JP"/>
              <a:t>E</a:t>
            </a:r>
            <a:r>
              <a:rPr lang="ja-JP" altLang="en-US"/>
              <a:t>が</a:t>
            </a:r>
            <a:r>
              <a:rPr lang="en-US" altLang="ja-JP"/>
              <a:t>8</a:t>
            </a:r>
            <a:r>
              <a:rPr lang="ja-JP" altLang="en-US"/>
              <a:t>倍になるわけでもない。</a:t>
            </a:r>
          </a:p>
          <a:p>
            <a:endParaRPr lang="ja-JP" altLang="en-US"/>
          </a:p>
          <a:p>
            <a:r>
              <a:rPr lang="ja-JP" altLang="en-US"/>
              <a:t>出典（確認：</a:t>
            </a:r>
            <a:r>
              <a:rPr lang="en-US" altLang="ja-JP"/>
              <a:t>2026-10-29</a:t>
            </a:r>
            <a:r>
              <a:rPr lang="ja-JP" altLang="en-US"/>
              <a:t>）</a:t>
            </a:r>
          </a:p>
          <a:p>
            <a:r>
              <a:rPr lang="en-US" altLang="ja-JP"/>
              <a:t>USDA Forest Products Laboratory (2021) Wood Handbook, Ch.11, pp.11–18</a:t>
            </a:r>
            <a:r>
              <a:rPr lang="ja-JP" altLang="en-US"/>
              <a:t>～</a:t>
            </a:r>
            <a:r>
              <a:rPr lang="en-US" altLang="ja-JP"/>
              <a:t>11–21 </a:t>
            </a:r>
            <a:r>
              <a:rPr lang="ja-JP" altLang="en-US"/>
              <a:t>｜ </a:t>
            </a:r>
            <a:r>
              <a:rPr lang="en-US" altLang="ja-JP"/>
              <a:t>https://research.fs.usda.gov/treesearch/62258</a:t>
            </a:r>
          </a:p>
          <a:p>
            <a:endParaRPr lang="en-US" altLang="ja-JP"/>
          </a:p>
          <a:p>
            <a:r>
              <a:rPr lang="ja-JP" altLang="en-US"/>
              <a:t>教材用の模式図・仮想計算と、一次資料の建築事例を区別する。動画は未更新。正式課題</a:t>
            </a:r>
            <a:r>
              <a:rPr lang="en-US" altLang="ja-JP"/>
              <a:t>A1〜A4</a:t>
            </a:r>
            <a:r>
              <a:rPr lang="ja-JP" altLang="en-US"/>
              <a:t>と評価基準は変更しない。</a:t>
            </a:r>
          </a:p>
          <a:p>
            <a:endParaRPr lang="ja-JP" altLang="en-US"/>
          </a:p>
          <a:p>
            <a:r>
              <a:rPr lang="ja-JP" altLang="en-US"/>
              <a:t>再構成元：旧第</a:t>
            </a:r>
            <a:r>
              <a:rPr lang="en-US" altLang="ja-JP"/>
              <a:t>13</a:t>
            </a:r>
            <a:r>
              <a:rPr lang="ja-JP" altLang="en-US"/>
              <a:t>回・スライド</a:t>
            </a:r>
            <a:r>
              <a:rPr lang="en-US" altLang="ja-JP"/>
              <a:t>9</a:t>
            </a:r>
            <a:r>
              <a:rPr lang="ja-JP" altLang="en-US"/>
              <a:t>。新第</a:t>
            </a:r>
            <a:r>
              <a:rPr lang="en-US" altLang="ja-JP"/>
              <a:t>14</a:t>
            </a:r>
            <a:r>
              <a:rPr lang="ja-JP" altLang="en-US"/>
              <a:t>回・構造・燃焼。旧構成の参照番号や演習番号は、学習ガイドの対応表も参照。動画は旧構成の参考動画で、再構成</a:t>
            </a:r>
            <a:r>
              <a:rPr lang="en-US" altLang="ja-JP"/>
              <a:t>PDF</a:t>
            </a:r>
            <a:r>
              <a:rPr lang="ja-JP" altLang="en-US"/>
              <a:t>とページ順は一致しない。</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19074031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a:t>第</a:t>
            </a:r>
            <a:r>
              <a:rPr lang="en-US" altLang="ja-JP"/>
              <a:t>13</a:t>
            </a:r>
            <a:r>
              <a:rPr lang="ja-JP" altLang="en-US"/>
              <a:t>回 推敲版 </a:t>
            </a:r>
            <a:r>
              <a:rPr lang="en-US" altLang="ja-JP"/>
              <a:t>2026-10-29</a:t>
            </a:r>
          </a:p>
          <a:p>
            <a:r>
              <a:rPr lang="ja-JP" altLang="en-US"/>
              <a:t>説明・活動の設計目安：</a:t>
            </a:r>
            <a:r>
              <a:rPr lang="en-US" altLang="ja-JP"/>
              <a:t>3.2</a:t>
            </a:r>
            <a:r>
              <a:rPr lang="ja-JP" altLang="en-US"/>
              <a:t>分。動画の実測時間ではない。</a:t>
            </a:r>
          </a:p>
          <a:p>
            <a:endParaRPr lang="ja-JP" altLang="en-US"/>
          </a:p>
          <a:p>
            <a:r>
              <a:rPr lang="ja-JP" altLang="en-US"/>
              <a:t>両端単純支持、中央集中荷重</a:t>
            </a:r>
            <a:r>
              <a:rPr lang="en-US" altLang="ja-JP"/>
              <a:t>F</a:t>
            </a:r>
            <a:r>
              <a:rPr lang="ja-JP" altLang="en-US"/>
              <a:t>の矩形梁を、線形弾性・一様な</a:t>
            </a:r>
            <a:r>
              <a:rPr lang="en-US" altLang="ja-JP"/>
              <a:t>E</a:t>
            </a:r>
            <a:r>
              <a:rPr lang="ja-JP" altLang="en-US"/>
              <a:t>の曲げモデルで扱う。</a:t>
            </a:r>
            <a:r>
              <a:rPr lang="en-US" altLang="ja-JP"/>
              <a:t>L=6000 mm</a:t>
            </a:r>
            <a:r>
              <a:rPr lang="ja-JP" altLang="en-US"/>
              <a:t>、</a:t>
            </a:r>
            <a:r>
              <a:rPr lang="en-US" altLang="ja-JP"/>
              <a:t>F=10000 N</a:t>
            </a:r>
            <a:r>
              <a:rPr lang="ja-JP" altLang="en-US"/>
              <a:t>、</a:t>
            </a:r>
            <a:r>
              <a:rPr lang="en-US" altLang="ja-JP"/>
              <a:t>E=10000 N/mm²</a:t>
            </a:r>
            <a:r>
              <a:rPr lang="ja-JP" altLang="en-US"/>
              <a:t>とすると、</a:t>
            </a:r>
            <a:r>
              <a:rPr lang="en-US" altLang="ja-JP"/>
              <a:t>δ=FL³/(48EI)</a:t>
            </a:r>
            <a:r>
              <a:rPr lang="ja-JP" altLang="en-US"/>
              <a:t>。</a:t>
            </a:r>
            <a:r>
              <a:rPr lang="en-US" altLang="ja-JP"/>
              <a:t>h=300 mm</a:t>
            </a:r>
            <a:r>
              <a:rPr lang="ja-JP" altLang="en-US"/>
              <a:t>では</a:t>
            </a:r>
            <a:r>
              <a:rPr lang="en-US" altLang="ja-JP"/>
              <a:t>δ=13.33 mm</a:t>
            </a:r>
            <a:r>
              <a:rPr lang="ja-JP" altLang="en-US"/>
              <a:t>、</a:t>
            </a:r>
            <a:r>
              <a:rPr lang="en-US" altLang="ja-JP"/>
              <a:t>h=600 mm</a:t>
            </a:r>
            <a:r>
              <a:rPr lang="ja-JP" altLang="en-US"/>
              <a:t>では</a:t>
            </a:r>
            <a:r>
              <a:rPr lang="en-US" altLang="ja-JP"/>
              <a:t>δ=1.67 mm</a:t>
            </a:r>
            <a:r>
              <a:rPr lang="ja-JP" altLang="en-US"/>
              <a:t>。梁せい</a:t>
            </a:r>
            <a:r>
              <a:rPr lang="en-US" altLang="ja-JP"/>
              <a:t>2</a:t>
            </a:r>
            <a:r>
              <a:rPr lang="ja-JP" altLang="en-US"/>
              <a:t>倍→</a:t>
            </a:r>
            <a:r>
              <a:rPr lang="en-US" altLang="ja-JP"/>
              <a:t>I</a:t>
            </a:r>
            <a:r>
              <a:rPr lang="ja-JP" altLang="en-US"/>
              <a:t>が</a:t>
            </a:r>
            <a:r>
              <a:rPr lang="en-US" altLang="ja-JP"/>
              <a:t>8</a:t>
            </a:r>
            <a:r>
              <a:rPr lang="ja-JP" altLang="en-US"/>
              <a:t>倍→曲げたわみ</a:t>
            </a:r>
            <a:r>
              <a:rPr lang="en-US" altLang="ja-JP"/>
              <a:t>1/8</a:t>
            </a:r>
            <a:r>
              <a:rPr lang="ja-JP" altLang="en-US"/>
              <a:t>がつながる。せん断変形・自重・接合のすべり・クリープは含めない。大館などの実建物の部材寸法を計算したものではない。</a:t>
            </a:r>
          </a:p>
          <a:p>
            <a:endParaRPr lang="ja-JP" altLang="en-US"/>
          </a:p>
          <a:p>
            <a:r>
              <a:rPr lang="ja-JP" altLang="en-US"/>
              <a:t>演習後の自己確認・解説</a:t>
            </a:r>
          </a:p>
          <a:p>
            <a:r>
              <a:rPr lang="en-US" altLang="ja-JP"/>
              <a:t>I₂/I₁=(600/300)³=8</a:t>
            </a:r>
            <a:r>
              <a:rPr lang="ja-JP" altLang="en-US"/>
              <a:t>。</a:t>
            </a:r>
            <a:r>
              <a:rPr lang="en-US" altLang="ja-JP"/>
              <a:t>δ₂/δ₁=I₁/I₂=1/8</a:t>
            </a:r>
            <a:r>
              <a:rPr lang="ja-JP" altLang="en-US"/>
              <a:t>。</a:t>
            </a:r>
            <a:r>
              <a:rPr lang="en-US" altLang="ja-JP"/>
              <a:t>E</a:t>
            </a:r>
            <a:r>
              <a:rPr lang="ja-JP" altLang="en-US"/>
              <a:t>は同じ。木材量は</a:t>
            </a:r>
            <a:r>
              <a:rPr lang="en-US" altLang="ja-JP"/>
              <a:t>2</a:t>
            </a:r>
            <a:r>
              <a:rPr lang="ja-JP" altLang="en-US"/>
              <a:t>倍。</a:t>
            </a:r>
          </a:p>
          <a:p>
            <a:endParaRPr lang="ja-JP" altLang="en-US"/>
          </a:p>
          <a:p>
            <a:r>
              <a:rPr lang="ja-JP" altLang="en-US"/>
              <a:t>出典（確認：</a:t>
            </a:r>
            <a:r>
              <a:rPr lang="en-US" altLang="ja-JP"/>
              <a:t>2026-10-29</a:t>
            </a:r>
            <a:r>
              <a:rPr lang="ja-JP" altLang="en-US"/>
              <a:t>）</a:t>
            </a:r>
          </a:p>
          <a:p>
            <a:r>
              <a:rPr lang="en-US" altLang="ja-JP"/>
              <a:t>USDA Forest Products Laboratory (2021) Wood Handbook, Ch.11, pp.11–18</a:t>
            </a:r>
            <a:r>
              <a:rPr lang="ja-JP" altLang="en-US"/>
              <a:t>～</a:t>
            </a:r>
            <a:r>
              <a:rPr lang="en-US" altLang="ja-JP"/>
              <a:t>11–21 </a:t>
            </a:r>
            <a:r>
              <a:rPr lang="ja-JP" altLang="en-US"/>
              <a:t>｜ </a:t>
            </a:r>
            <a:r>
              <a:rPr lang="en-US" altLang="ja-JP"/>
              <a:t>https://research.fs.usda.gov/treesearch/62258</a:t>
            </a:r>
          </a:p>
          <a:p>
            <a:endParaRPr lang="en-US" altLang="ja-JP"/>
          </a:p>
          <a:p>
            <a:r>
              <a:rPr lang="ja-JP" altLang="en-US"/>
              <a:t>教材用の模式図・仮想計算と、一次資料の建築事例を区別する。動画は未更新。正式課題</a:t>
            </a:r>
            <a:r>
              <a:rPr lang="en-US" altLang="ja-JP"/>
              <a:t>A1〜A4</a:t>
            </a:r>
            <a:r>
              <a:rPr lang="ja-JP" altLang="en-US"/>
              <a:t>と評価基準は変更しない。</a:t>
            </a:r>
          </a:p>
          <a:p>
            <a:endParaRPr lang="ja-JP" altLang="en-US"/>
          </a:p>
          <a:p>
            <a:r>
              <a:rPr lang="ja-JP" altLang="en-US"/>
              <a:t>再構成元：旧第</a:t>
            </a:r>
            <a:r>
              <a:rPr lang="en-US" altLang="ja-JP"/>
              <a:t>13</a:t>
            </a:r>
            <a:r>
              <a:rPr lang="ja-JP" altLang="en-US"/>
              <a:t>回・スライド</a:t>
            </a:r>
            <a:r>
              <a:rPr lang="en-US" altLang="ja-JP"/>
              <a:t>10</a:t>
            </a:r>
            <a:r>
              <a:rPr lang="ja-JP" altLang="en-US"/>
              <a:t>。新第</a:t>
            </a:r>
            <a:r>
              <a:rPr lang="en-US" altLang="ja-JP"/>
              <a:t>14</a:t>
            </a:r>
            <a:r>
              <a:rPr lang="ja-JP" altLang="en-US"/>
              <a:t>回・構造・燃焼。旧構成の参照番号や演習番号は、学習ガイドの対応表も参照。動画は旧構成の参考動画で、再構成</a:t>
            </a:r>
            <a:r>
              <a:rPr lang="en-US" altLang="ja-JP"/>
              <a:t>PDF</a:t>
            </a:r>
            <a:r>
              <a:rPr lang="ja-JP" altLang="en-US"/>
              <a:t>とページ順は一致しない。</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211713197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a:t>第</a:t>
            </a:r>
            <a:r>
              <a:rPr lang="en-US" altLang="ja-JP"/>
              <a:t>13</a:t>
            </a:r>
            <a:r>
              <a:rPr lang="ja-JP" altLang="en-US"/>
              <a:t>回 推敲版 </a:t>
            </a:r>
            <a:r>
              <a:rPr lang="en-US" altLang="ja-JP"/>
              <a:t>2026-10-29</a:t>
            </a:r>
          </a:p>
          <a:p>
            <a:r>
              <a:rPr lang="ja-JP" altLang="en-US"/>
              <a:t>説明・活動の設計目安：</a:t>
            </a:r>
            <a:r>
              <a:rPr lang="en-US" altLang="ja-JP"/>
              <a:t>1.5</a:t>
            </a:r>
            <a:r>
              <a:rPr lang="ja-JP" altLang="en-US"/>
              <a:t>分。動画の実測時間ではない。</a:t>
            </a:r>
          </a:p>
          <a:p>
            <a:endParaRPr lang="ja-JP" altLang="en-US"/>
          </a:p>
          <a:p>
            <a:r>
              <a:rPr lang="en-US" altLang="ja-JP"/>
              <a:t>CLT</a:t>
            </a:r>
            <a:r>
              <a:rPr lang="ja-JP" altLang="en-US"/>
              <a:t>はひき板を並べた層を主として直交させて積層接着した厚い面材。板の面内では引張り・圧縮・せん断、面外では曲げなどを受ける。床か壁かによって主な荷重と支持方向が違う。直交層は異方性を組み合わせるが、等方的になるわけではない。層数・層厚・構成・強軸と弱軸・接合を製品データに対応させる。</a:t>
            </a:r>
          </a:p>
          <a:p>
            <a:endParaRPr lang="ja-JP" altLang="en-US"/>
          </a:p>
          <a:p>
            <a:r>
              <a:rPr lang="ja-JP" altLang="en-US"/>
              <a:t>出典（確認：</a:t>
            </a:r>
            <a:r>
              <a:rPr lang="en-US" altLang="ja-JP"/>
              <a:t>2026-10-29</a:t>
            </a:r>
            <a:r>
              <a:rPr lang="ja-JP" altLang="en-US"/>
              <a:t>）</a:t>
            </a:r>
          </a:p>
          <a:p>
            <a:r>
              <a:rPr lang="en-US" altLang="ja-JP"/>
              <a:t>USDA Forest Products Laboratory (2021) Wood Handbook, Ch.11, pp.11–18</a:t>
            </a:r>
            <a:r>
              <a:rPr lang="ja-JP" altLang="en-US"/>
              <a:t>～</a:t>
            </a:r>
            <a:r>
              <a:rPr lang="en-US" altLang="ja-JP"/>
              <a:t>11–21 </a:t>
            </a:r>
            <a:r>
              <a:rPr lang="ja-JP" altLang="en-US"/>
              <a:t>｜ </a:t>
            </a:r>
            <a:r>
              <a:rPr lang="en-US" altLang="ja-JP"/>
              <a:t>https://research.fs.usda.gov/treesearch/62258</a:t>
            </a:r>
          </a:p>
          <a:p>
            <a:r>
              <a:rPr lang="en-US" altLang="ja-JP"/>
              <a:t>USDA Forest Products Laboratory (2021) Wood Handbook, Ch.12, CLT </a:t>
            </a:r>
            <a:r>
              <a:rPr lang="ja-JP" altLang="en-US"/>
              <a:t>｜ </a:t>
            </a:r>
            <a:r>
              <a:rPr lang="en-US" altLang="ja-JP"/>
              <a:t>https://research.fs.usda.gov/treesearch/62260</a:t>
            </a:r>
          </a:p>
          <a:p>
            <a:endParaRPr lang="en-US" altLang="ja-JP"/>
          </a:p>
          <a:p>
            <a:r>
              <a:rPr lang="ja-JP" altLang="en-US"/>
              <a:t>教材用の模式図・仮想計算と、一次資料の建築事例を区別する。動画は未更新。正式課題</a:t>
            </a:r>
            <a:r>
              <a:rPr lang="en-US" altLang="ja-JP"/>
              <a:t>A1〜A4</a:t>
            </a:r>
            <a:r>
              <a:rPr lang="ja-JP" altLang="en-US"/>
              <a:t>と評価基準は変更しない。</a:t>
            </a:r>
          </a:p>
          <a:p>
            <a:endParaRPr lang="ja-JP" altLang="en-US"/>
          </a:p>
          <a:p>
            <a:r>
              <a:rPr lang="ja-JP" altLang="en-US"/>
              <a:t>再構成元：旧第</a:t>
            </a:r>
            <a:r>
              <a:rPr lang="en-US" altLang="ja-JP"/>
              <a:t>13</a:t>
            </a:r>
            <a:r>
              <a:rPr lang="ja-JP" altLang="en-US"/>
              <a:t>回・スライド</a:t>
            </a:r>
            <a:r>
              <a:rPr lang="en-US" altLang="ja-JP"/>
              <a:t>14</a:t>
            </a:r>
            <a:r>
              <a:rPr lang="ja-JP" altLang="en-US"/>
              <a:t>。新第</a:t>
            </a:r>
            <a:r>
              <a:rPr lang="en-US" altLang="ja-JP"/>
              <a:t>14</a:t>
            </a:r>
            <a:r>
              <a:rPr lang="ja-JP" altLang="en-US"/>
              <a:t>回・構造・燃焼。旧構成の参照番号や演習番号は、学習ガイドの対応表も参照。動画は旧構成の参考動画で、再構成</a:t>
            </a:r>
            <a:r>
              <a:rPr lang="en-US" altLang="ja-JP"/>
              <a:t>PDF</a:t>
            </a:r>
            <a:r>
              <a:rPr lang="ja-JP" altLang="en-US"/>
              <a:t>とページ順は一致しない。</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350901036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a:t>第</a:t>
            </a:r>
            <a:r>
              <a:rPr lang="en-US" altLang="ja-JP"/>
              <a:t>13</a:t>
            </a:r>
            <a:r>
              <a:rPr lang="ja-JP" altLang="en-US"/>
              <a:t>回 推敲版 </a:t>
            </a:r>
            <a:r>
              <a:rPr lang="en-US" altLang="ja-JP"/>
              <a:t>2026-10-29</a:t>
            </a:r>
          </a:p>
          <a:p>
            <a:r>
              <a:rPr lang="ja-JP" altLang="en-US"/>
              <a:t>説明・活動の設計目安：</a:t>
            </a:r>
            <a:r>
              <a:rPr lang="en-US" altLang="ja-JP"/>
              <a:t>1.1</a:t>
            </a:r>
            <a:r>
              <a:rPr lang="ja-JP" altLang="en-US"/>
              <a:t>分。動画の実測時間ではない。</a:t>
            </a:r>
          </a:p>
          <a:p>
            <a:endParaRPr lang="ja-JP" altLang="en-US"/>
          </a:p>
          <a:p>
            <a:r>
              <a:rPr lang="ja-JP" altLang="en-US"/>
              <a:t>色と線の向きは各層の主な繊維方向を表し、赤や青が強度の大小を表すわけではない。外側の層が長手を向く例と、板を</a:t>
            </a:r>
            <a:r>
              <a:rPr lang="en-US" altLang="ja-JP"/>
              <a:t>90</a:t>
            </a:r>
            <a:r>
              <a:rPr lang="ja-JP" altLang="en-US"/>
              <a:t>度回して使う例では、曲げ剛性やせん断変形が変わる。板の厚さと向きだけでなく、支える位置と荷重の向きを図に書き込む。</a:t>
            </a:r>
          </a:p>
          <a:p>
            <a:endParaRPr lang="ja-JP" altLang="en-US"/>
          </a:p>
          <a:p>
            <a:r>
              <a:rPr lang="ja-JP" altLang="en-US"/>
              <a:t>出典（確認：</a:t>
            </a:r>
            <a:r>
              <a:rPr lang="en-US" altLang="ja-JP"/>
              <a:t>2026-10-29</a:t>
            </a:r>
            <a:r>
              <a:rPr lang="ja-JP" altLang="en-US"/>
              <a:t>）</a:t>
            </a:r>
          </a:p>
          <a:p>
            <a:r>
              <a:rPr lang="en-US" altLang="ja-JP"/>
              <a:t>USDA Forest Products Laboratory (2021) Wood Handbook, Ch.11, pp.11–18</a:t>
            </a:r>
            <a:r>
              <a:rPr lang="ja-JP" altLang="en-US"/>
              <a:t>～</a:t>
            </a:r>
            <a:r>
              <a:rPr lang="en-US" altLang="ja-JP"/>
              <a:t>11–21 </a:t>
            </a:r>
            <a:r>
              <a:rPr lang="ja-JP" altLang="en-US"/>
              <a:t>｜ </a:t>
            </a:r>
            <a:r>
              <a:rPr lang="en-US" altLang="ja-JP"/>
              <a:t>https://research.fs.usda.gov/treesearch/62258</a:t>
            </a:r>
          </a:p>
          <a:p>
            <a:r>
              <a:rPr lang="en-US" altLang="ja-JP"/>
              <a:t>USDA Forest Products Laboratory (2021) Wood Handbook, Ch.12, CLT </a:t>
            </a:r>
            <a:r>
              <a:rPr lang="ja-JP" altLang="en-US"/>
              <a:t>｜ </a:t>
            </a:r>
            <a:r>
              <a:rPr lang="en-US" altLang="ja-JP"/>
              <a:t>https://research.fs.usda.gov/treesearch/62260</a:t>
            </a:r>
          </a:p>
          <a:p>
            <a:endParaRPr lang="en-US" altLang="ja-JP"/>
          </a:p>
          <a:p>
            <a:r>
              <a:rPr lang="ja-JP" altLang="en-US"/>
              <a:t>教材用の模式図・仮想計算と、一次資料の建築事例を区別する。動画は未更新。正式課題</a:t>
            </a:r>
            <a:r>
              <a:rPr lang="en-US" altLang="ja-JP"/>
              <a:t>A1〜A4</a:t>
            </a:r>
            <a:r>
              <a:rPr lang="ja-JP" altLang="en-US"/>
              <a:t>と評価基準は変更しない。</a:t>
            </a:r>
          </a:p>
          <a:p>
            <a:endParaRPr lang="ja-JP" altLang="en-US"/>
          </a:p>
          <a:p>
            <a:r>
              <a:rPr lang="ja-JP" altLang="en-US"/>
              <a:t>再構成元：旧第</a:t>
            </a:r>
            <a:r>
              <a:rPr lang="en-US" altLang="ja-JP"/>
              <a:t>13</a:t>
            </a:r>
            <a:r>
              <a:rPr lang="ja-JP" altLang="en-US"/>
              <a:t>回・スライド</a:t>
            </a:r>
            <a:r>
              <a:rPr lang="en-US" altLang="ja-JP"/>
              <a:t>15</a:t>
            </a:r>
            <a:r>
              <a:rPr lang="ja-JP" altLang="en-US"/>
              <a:t>。新第</a:t>
            </a:r>
            <a:r>
              <a:rPr lang="en-US" altLang="ja-JP"/>
              <a:t>14</a:t>
            </a:r>
            <a:r>
              <a:rPr lang="ja-JP" altLang="en-US"/>
              <a:t>回・構造・燃焼。旧構成の参照番号や演習番号は、学習ガイドの対応表も参照。動画は旧構成の参考動画で、再構成</a:t>
            </a:r>
            <a:r>
              <a:rPr lang="en-US" altLang="ja-JP"/>
              <a:t>PDF</a:t>
            </a:r>
            <a:r>
              <a:rPr lang="ja-JP" altLang="en-US"/>
              <a:t>とページ順は一致しない。</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422774228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a:t>第</a:t>
            </a:r>
            <a:r>
              <a:rPr lang="en-US" altLang="ja-JP"/>
              <a:t>13</a:t>
            </a:r>
            <a:r>
              <a:rPr lang="ja-JP" altLang="en-US"/>
              <a:t>回 推敲版 </a:t>
            </a:r>
            <a:r>
              <a:rPr lang="en-US" altLang="ja-JP"/>
              <a:t>2026-10-29</a:t>
            </a:r>
          </a:p>
          <a:p>
            <a:r>
              <a:rPr lang="ja-JP" altLang="en-US"/>
              <a:t>説明・活動の設計目安：</a:t>
            </a:r>
            <a:r>
              <a:rPr lang="en-US" altLang="ja-JP"/>
              <a:t>2.4</a:t>
            </a:r>
            <a:r>
              <a:rPr lang="ja-JP" altLang="en-US"/>
              <a:t>分。動画の実測時間ではない。</a:t>
            </a:r>
          </a:p>
          <a:p>
            <a:endParaRPr lang="ja-JP" altLang="en-US"/>
          </a:p>
          <a:p>
            <a:r>
              <a:rPr lang="ja-JP" altLang="en-US"/>
              <a:t>床は人・家具・自重などの鉛直荷重を面外曲げとせん断で支持部へ伝える。一方、床を水平構面（ダイアフラム）として使うと、風などの水平力を面内で壁やコアへ伝える。壁は鉛直荷重を受ける役割や、水平力を抵抗要素へ伝える役割を持ち得るが、役割は設計と接合で決まる。図は二つの力の向きを分けて考えるための概念図。</a:t>
            </a:r>
            <a:r>
              <a:rPr lang="en-US" altLang="ja-JP"/>
              <a:t>CLT</a:t>
            </a:r>
            <a:r>
              <a:rPr lang="ja-JP" altLang="en-US"/>
              <a:t>を置いただけで床と壁が一体化するわけではない。</a:t>
            </a:r>
          </a:p>
          <a:p>
            <a:endParaRPr lang="ja-JP" altLang="en-US"/>
          </a:p>
          <a:p>
            <a:r>
              <a:rPr lang="ja-JP" altLang="en-US"/>
              <a:t>出典（確認：</a:t>
            </a:r>
            <a:r>
              <a:rPr lang="en-US" altLang="ja-JP"/>
              <a:t>2026-10-29</a:t>
            </a:r>
            <a:r>
              <a:rPr lang="ja-JP" altLang="en-US"/>
              <a:t>）</a:t>
            </a:r>
          </a:p>
          <a:p>
            <a:r>
              <a:rPr lang="en-US" altLang="ja-JP"/>
              <a:t>USDA Forest Products Laboratory (2021) Wood Handbook, Ch.12, CLT </a:t>
            </a:r>
            <a:r>
              <a:rPr lang="ja-JP" altLang="en-US"/>
              <a:t>｜ </a:t>
            </a:r>
            <a:r>
              <a:rPr lang="en-US" altLang="ja-JP"/>
              <a:t>https://research.fs.usda.gov/treesearch/62260</a:t>
            </a:r>
          </a:p>
          <a:p>
            <a:r>
              <a:rPr lang="en-US" altLang="ja-JP"/>
              <a:t>UBC CIRS (2016) Brock Commons storyboards, STRUCTURAL SYSTEM / CONNECTIONS </a:t>
            </a:r>
            <a:r>
              <a:rPr lang="ja-JP" altLang="en-US"/>
              <a:t>｜ </a:t>
            </a:r>
            <a:r>
              <a:rPr lang="en-US" altLang="ja-JP"/>
              <a:t>https://sustain.ubc.ca/sites/default/files/brock_commons_storyboards_0.pdf</a:t>
            </a:r>
          </a:p>
          <a:p>
            <a:endParaRPr lang="en-US" altLang="ja-JP"/>
          </a:p>
          <a:p>
            <a:r>
              <a:rPr lang="ja-JP" altLang="en-US"/>
              <a:t>教材用の模式図・仮想計算と、一次資料の建築事例を区別する。動画は未更新。正式課題</a:t>
            </a:r>
            <a:r>
              <a:rPr lang="en-US" altLang="ja-JP"/>
              <a:t>A1〜A4</a:t>
            </a:r>
            <a:r>
              <a:rPr lang="ja-JP" altLang="en-US"/>
              <a:t>と評価基準は変更しない。</a:t>
            </a:r>
          </a:p>
          <a:p>
            <a:endParaRPr lang="ja-JP" altLang="en-US"/>
          </a:p>
          <a:p>
            <a:r>
              <a:rPr lang="ja-JP" altLang="en-US"/>
              <a:t>再構成元：旧第</a:t>
            </a:r>
            <a:r>
              <a:rPr lang="en-US" altLang="ja-JP"/>
              <a:t>13</a:t>
            </a:r>
            <a:r>
              <a:rPr lang="ja-JP" altLang="en-US"/>
              <a:t>回・スライド</a:t>
            </a:r>
            <a:r>
              <a:rPr lang="en-US" altLang="ja-JP"/>
              <a:t>16</a:t>
            </a:r>
            <a:r>
              <a:rPr lang="ja-JP" altLang="en-US"/>
              <a:t>。新第</a:t>
            </a:r>
            <a:r>
              <a:rPr lang="en-US" altLang="ja-JP"/>
              <a:t>14</a:t>
            </a:r>
            <a:r>
              <a:rPr lang="ja-JP" altLang="en-US"/>
              <a:t>回・構造・燃焼。旧構成の参照番号や演習番号は、学習ガイドの対応表も参照。動画は旧構成の参考動画で、再構成</a:t>
            </a:r>
            <a:r>
              <a:rPr lang="en-US" altLang="ja-JP"/>
              <a:t>PDF</a:t>
            </a:r>
            <a:r>
              <a:rPr lang="ja-JP" altLang="en-US"/>
              <a:t>とページ順は一致しない。</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241230540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a:t>第</a:t>
            </a:r>
            <a:r>
              <a:rPr lang="en-US" altLang="ja-JP"/>
              <a:t>13</a:t>
            </a:r>
            <a:r>
              <a:rPr lang="ja-JP" altLang="en-US"/>
              <a:t>回 推敲版 </a:t>
            </a:r>
            <a:r>
              <a:rPr lang="en-US" altLang="ja-JP"/>
              <a:t>2026-10-29</a:t>
            </a:r>
          </a:p>
          <a:p>
            <a:r>
              <a:rPr lang="ja-JP" altLang="en-US"/>
              <a:t>説明・活動の設計目安：</a:t>
            </a:r>
            <a:r>
              <a:rPr lang="en-US" altLang="ja-JP"/>
              <a:t>1.3</a:t>
            </a:r>
            <a:r>
              <a:rPr lang="ja-JP" altLang="en-US"/>
              <a:t>分。動画の実測時間ではない。</a:t>
            </a:r>
          </a:p>
          <a:p>
            <a:endParaRPr lang="ja-JP" altLang="en-US"/>
          </a:p>
          <a:p>
            <a:r>
              <a:rPr lang="en-US" altLang="ja-JP"/>
              <a:t>E</a:t>
            </a:r>
            <a:r>
              <a:rPr lang="ja-JP" altLang="en-US"/>
              <a:t>は応力とひずみを結ぶ材料の係数、</a:t>
            </a:r>
            <a:r>
              <a:rPr lang="en-US" altLang="ja-JP"/>
              <a:t>EI</a:t>
            </a:r>
            <a:r>
              <a:rPr lang="ja-JP" altLang="en-US"/>
              <a:t>は形状を含む部材の曲げ剛性。均質な一方向梁のモデルと、方向の異なる層を持つ</a:t>
            </a:r>
            <a:r>
              <a:rPr lang="en-US" altLang="ja-JP"/>
              <a:t>CLT</a:t>
            </a:r>
            <a:r>
              <a:rPr lang="ja-JP" altLang="en-US"/>
              <a:t>を区別する。建物の変形には、部材変形だけでなく接合のすべり・回転も重なる。運搬・建方での分割や水分状態も性能に関係する。</a:t>
            </a:r>
          </a:p>
          <a:p>
            <a:endParaRPr lang="ja-JP" altLang="en-US"/>
          </a:p>
          <a:p>
            <a:r>
              <a:rPr lang="ja-JP" altLang="en-US"/>
              <a:t>出典（確認：</a:t>
            </a:r>
            <a:r>
              <a:rPr lang="en-US" altLang="ja-JP"/>
              <a:t>2026-10-29</a:t>
            </a:r>
            <a:r>
              <a:rPr lang="ja-JP" altLang="en-US"/>
              <a:t>）</a:t>
            </a:r>
          </a:p>
          <a:p>
            <a:r>
              <a:rPr lang="en-US" altLang="ja-JP"/>
              <a:t>USDA Forest Products Laboratory (2021) Wood Handbook, Ch.11, pp.11–18</a:t>
            </a:r>
            <a:r>
              <a:rPr lang="ja-JP" altLang="en-US"/>
              <a:t>～</a:t>
            </a:r>
            <a:r>
              <a:rPr lang="en-US" altLang="ja-JP"/>
              <a:t>11–21 </a:t>
            </a:r>
            <a:r>
              <a:rPr lang="ja-JP" altLang="en-US"/>
              <a:t>｜ </a:t>
            </a:r>
            <a:r>
              <a:rPr lang="en-US" altLang="ja-JP"/>
              <a:t>https://research.fs.usda.gov/treesearch/62258</a:t>
            </a:r>
          </a:p>
          <a:p>
            <a:r>
              <a:rPr lang="en-US" altLang="ja-JP"/>
              <a:t>USDA Forest Products Laboratory (2021) Wood Handbook, Ch.12, CLT </a:t>
            </a:r>
            <a:r>
              <a:rPr lang="ja-JP" altLang="en-US"/>
              <a:t>｜ </a:t>
            </a:r>
            <a:r>
              <a:rPr lang="en-US" altLang="ja-JP"/>
              <a:t>https://research.fs.usda.gov/treesearch/62260</a:t>
            </a:r>
          </a:p>
          <a:p>
            <a:endParaRPr lang="en-US" altLang="ja-JP"/>
          </a:p>
          <a:p>
            <a:r>
              <a:rPr lang="ja-JP" altLang="en-US"/>
              <a:t>教材用の模式図・仮想計算と、一次資料の建築事例を区別する。動画は未更新。正式課題</a:t>
            </a:r>
            <a:r>
              <a:rPr lang="en-US" altLang="ja-JP"/>
              <a:t>A1〜A4</a:t>
            </a:r>
            <a:r>
              <a:rPr lang="ja-JP" altLang="en-US"/>
              <a:t>と評価基準は変更しない。</a:t>
            </a:r>
          </a:p>
          <a:p>
            <a:endParaRPr lang="ja-JP" altLang="en-US"/>
          </a:p>
          <a:p>
            <a:r>
              <a:rPr lang="ja-JP" altLang="en-US"/>
              <a:t>再構成元：旧第</a:t>
            </a:r>
            <a:r>
              <a:rPr lang="en-US" altLang="ja-JP"/>
              <a:t>13</a:t>
            </a:r>
            <a:r>
              <a:rPr lang="ja-JP" altLang="en-US"/>
              <a:t>回・スライド</a:t>
            </a:r>
            <a:r>
              <a:rPr lang="en-US" altLang="ja-JP"/>
              <a:t>20</a:t>
            </a:r>
            <a:r>
              <a:rPr lang="ja-JP" altLang="en-US"/>
              <a:t>。新第</a:t>
            </a:r>
            <a:r>
              <a:rPr lang="en-US" altLang="ja-JP"/>
              <a:t>14</a:t>
            </a:r>
            <a:r>
              <a:rPr lang="ja-JP" altLang="en-US"/>
              <a:t>回・構造・燃焼。旧構成の参照番号や演習番号は、学習ガイドの対応表も参照。動画は旧構成の参考動画で、再構成</a:t>
            </a:r>
            <a:r>
              <a:rPr lang="en-US" altLang="ja-JP"/>
              <a:t>PDF</a:t>
            </a:r>
            <a:r>
              <a:rPr lang="ja-JP" altLang="en-US"/>
              <a:t>とページ順は一致しない。</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77511847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a:t>第</a:t>
            </a:r>
            <a:r>
              <a:rPr lang="en-US" altLang="ja-JP"/>
              <a:t>13</a:t>
            </a:r>
            <a:r>
              <a:rPr lang="ja-JP" altLang="en-US"/>
              <a:t>回 推敲版 </a:t>
            </a:r>
            <a:r>
              <a:rPr lang="en-US" altLang="ja-JP"/>
              <a:t>2026-10-29</a:t>
            </a:r>
          </a:p>
          <a:p>
            <a:r>
              <a:rPr lang="ja-JP" altLang="en-US"/>
              <a:t>説明・活動の設計目安：</a:t>
            </a:r>
            <a:r>
              <a:rPr lang="en-US" altLang="ja-JP"/>
              <a:t>2</a:t>
            </a:r>
            <a:r>
              <a:rPr lang="ja-JP" altLang="en-US"/>
              <a:t>分。動画の実測時間ではない。</a:t>
            </a:r>
          </a:p>
          <a:p>
            <a:endParaRPr lang="ja-JP" altLang="en-US"/>
          </a:p>
          <a:p>
            <a:r>
              <a:rPr lang="en-US" altLang="ja-JP"/>
              <a:t>CLT</a:t>
            </a:r>
            <a:r>
              <a:rPr lang="ja-JP" altLang="en-US"/>
              <a:t>を帯状の梁として曲げると、曲げによる変形とせん断による変形が生じる。特に直交層のローリングシアーは、繊維に直交する面で年輪構造がずれるようなせん断であり、</a:t>
            </a:r>
            <a:r>
              <a:rPr lang="en-US" altLang="ja-JP"/>
              <a:t>CLT</a:t>
            </a:r>
            <a:r>
              <a:rPr lang="ja-JP" altLang="en-US"/>
              <a:t>の剛性・耐力に影響する。全たわみを概念的に</a:t>
            </a:r>
            <a:r>
              <a:rPr lang="en-US" altLang="ja-JP"/>
              <a:t>δ</a:t>
            </a:r>
            <a:r>
              <a:rPr lang="ja-JP" altLang="en-US"/>
              <a:t>全体</a:t>
            </a:r>
            <a:r>
              <a:rPr lang="en-US" altLang="ja-JP"/>
              <a:t>=δ</a:t>
            </a:r>
            <a:r>
              <a:rPr lang="ja-JP" altLang="en-US"/>
              <a:t>曲げ</a:t>
            </a:r>
            <a:r>
              <a:rPr lang="en-US" altLang="ja-JP"/>
              <a:t>+δ</a:t>
            </a:r>
            <a:r>
              <a:rPr lang="ja-JP" altLang="en-US"/>
              <a:t>せん断と分け、横層のせん断剛性が低い場合は曲げだけの計算が不十分になることを示す。実際には層構成に合う解析や試験データを用いる。</a:t>
            </a:r>
          </a:p>
          <a:p>
            <a:endParaRPr lang="ja-JP" altLang="en-US"/>
          </a:p>
          <a:p>
            <a:r>
              <a:rPr lang="ja-JP" altLang="en-US"/>
              <a:t>出典（確認：</a:t>
            </a:r>
            <a:r>
              <a:rPr lang="en-US" altLang="ja-JP"/>
              <a:t>2026-10-29</a:t>
            </a:r>
            <a:r>
              <a:rPr lang="ja-JP" altLang="en-US"/>
              <a:t>）</a:t>
            </a:r>
          </a:p>
          <a:p>
            <a:r>
              <a:rPr lang="en-US" altLang="ja-JP"/>
              <a:t>USDA Forest Products Laboratory (2021) Wood Handbook, Ch.12, CLT </a:t>
            </a:r>
            <a:r>
              <a:rPr lang="ja-JP" altLang="en-US"/>
              <a:t>｜ </a:t>
            </a:r>
            <a:r>
              <a:rPr lang="en-US" altLang="ja-JP"/>
              <a:t>https://research.fs.usda.gov/treesearch/62260</a:t>
            </a:r>
          </a:p>
          <a:p>
            <a:endParaRPr lang="en-US" altLang="ja-JP"/>
          </a:p>
          <a:p>
            <a:r>
              <a:rPr lang="ja-JP" altLang="en-US"/>
              <a:t>教材用の模式図・仮想計算と、一次資料の建築事例を区別する。動画は未更新。正式課題</a:t>
            </a:r>
            <a:r>
              <a:rPr lang="en-US" altLang="ja-JP"/>
              <a:t>A1〜A4</a:t>
            </a:r>
            <a:r>
              <a:rPr lang="ja-JP" altLang="en-US"/>
              <a:t>と評価基準は変更しない。</a:t>
            </a:r>
          </a:p>
          <a:p>
            <a:endParaRPr lang="ja-JP" altLang="en-US"/>
          </a:p>
          <a:p>
            <a:r>
              <a:rPr lang="ja-JP" altLang="en-US"/>
              <a:t>再構成元：旧第</a:t>
            </a:r>
            <a:r>
              <a:rPr lang="en-US" altLang="ja-JP"/>
              <a:t>13</a:t>
            </a:r>
            <a:r>
              <a:rPr lang="ja-JP" altLang="en-US"/>
              <a:t>回・スライド</a:t>
            </a:r>
            <a:r>
              <a:rPr lang="en-US" altLang="ja-JP"/>
              <a:t>21</a:t>
            </a:r>
            <a:r>
              <a:rPr lang="ja-JP" altLang="en-US"/>
              <a:t>。新第</a:t>
            </a:r>
            <a:r>
              <a:rPr lang="en-US" altLang="ja-JP"/>
              <a:t>14</a:t>
            </a:r>
            <a:r>
              <a:rPr lang="ja-JP" altLang="en-US"/>
              <a:t>回・構造・燃焼。旧構成の参照番号や演習番号は、学習ガイドの対応表も参照。動画は旧構成の参考動画で、再構成</a:t>
            </a:r>
            <a:r>
              <a:rPr lang="en-US" altLang="ja-JP"/>
              <a:t>PDF</a:t>
            </a:r>
            <a:r>
              <a:rPr lang="ja-JP" altLang="en-US"/>
              <a:t>とページ順は一致しない。</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237906128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a:t>第</a:t>
            </a:r>
            <a:r>
              <a:rPr lang="en-US" altLang="ja-JP"/>
              <a:t>13</a:t>
            </a:r>
            <a:r>
              <a:rPr lang="ja-JP" altLang="en-US"/>
              <a:t>回 推敲版 </a:t>
            </a:r>
            <a:r>
              <a:rPr lang="en-US" altLang="ja-JP"/>
              <a:t>2026-10-29</a:t>
            </a:r>
          </a:p>
          <a:p>
            <a:r>
              <a:rPr lang="ja-JP" altLang="en-US"/>
              <a:t>説明・活動の設計目安：</a:t>
            </a:r>
            <a:r>
              <a:rPr lang="en-US" altLang="ja-JP"/>
              <a:t>2.2</a:t>
            </a:r>
            <a:r>
              <a:rPr lang="ja-JP" altLang="en-US"/>
              <a:t>分。動画の実測時間ではない。</a:t>
            </a:r>
          </a:p>
          <a:p>
            <a:endParaRPr lang="ja-JP" altLang="en-US"/>
          </a:p>
          <a:p>
            <a:r>
              <a:rPr lang="ja-JP" altLang="en-US"/>
              <a:t>部材と接合が直列に力を伝える単純なばねモデルで、両者に同じ力</a:t>
            </a:r>
            <a:r>
              <a:rPr lang="en-US" altLang="ja-JP"/>
              <a:t>F</a:t>
            </a:r>
            <a:r>
              <a:rPr lang="ja-JP" altLang="en-US"/>
              <a:t>が作用するとする。</a:t>
            </a:r>
            <a:r>
              <a:rPr lang="en-US" altLang="ja-JP"/>
              <a:t>δ</a:t>
            </a:r>
            <a:r>
              <a:rPr lang="ja-JP" altLang="en-US"/>
              <a:t>部材</a:t>
            </a:r>
            <a:r>
              <a:rPr lang="en-US" altLang="ja-JP"/>
              <a:t>=F/k</a:t>
            </a:r>
            <a:r>
              <a:rPr lang="ja-JP" altLang="en-US"/>
              <a:t>部材、</a:t>
            </a:r>
            <a:r>
              <a:rPr lang="en-US" altLang="ja-JP"/>
              <a:t>δ</a:t>
            </a:r>
            <a:r>
              <a:rPr lang="ja-JP" altLang="en-US"/>
              <a:t>接合</a:t>
            </a:r>
            <a:r>
              <a:rPr lang="en-US" altLang="ja-JP"/>
              <a:t>=F/k</a:t>
            </a:r>
            <a:r>
              <a:rPr lang="ja-JP" altLang="en-US"/>
              <a:t>接合、</a:t>
            </a:r>
            <a:r>
              <a:rPr lang="en-US" altLang="ja-JP"/>
              <a:t>δ</a:t>
            </a:r>
            <a:r>
              <a:rPr lang="ja-JP" altLang="en-US"/>
              <a:t>全体</a:t>
            </a:r>
            <a:r>
              <a:rPr lang="en-US" altLang="ja-JP"/>
              <a:t>=F(1/k</a:t>
            </a:r>
            <a:r>
              <a:rPr lang="ja-JP" altLang="en-US"/>
              <a:t>部材</a:t>
            </a:r>
            <a:r>
              <a:rPr lang="en-US" altLang="ja-JP"/>
              <a:t>+1/k</a:t>
            </a:r>
            <a:r>
              <a:rPr lang="ja-JP" altLang="en-US"/>
              <a:t>接合</a:t>
            </a:r>
            <a:r>
              <a:rPr lang="en-US" altLang="ja-JP"/>
              <a:t>)</a:t>
            </a:r>
            <a:r>
              <a:rPr lang="ja-JP" altLang="en-US"/>
              <a:t>。部材だけを硬くしても、接合が柔らかければ全体の変形は十分に減らない。実際の建物では多数の接合のすべりや回転が組み合わさるため、この直列モデルは原理を示す導入。ラミナの工場接着と、床・柱・コアを結ぶ現場接合の違いを再確認する。</a:t>
            </a:r>
          </a:p>
          <a:p>
            <a:endParaRPr lang="ja-JP" altLang="en-US"/>
          </a:p>
          <a:p>
            <a:r>
              <a:rPr lang="ja-JP" altLang="en-US"/>
              <a:t>出典（確認：</a:t>
            </a:r>
            <a:r>
              <a:rPr lang="en-US" altLang="ja-JP"/>
              <a:t>2026-10-29</a:t>
            </a:r>
            <a:r>
              <a:rPr lang="ja-JP" altLang="en-US"/>
              <a:t>）</a:t>
            </a:r>
          </a:p>
          <a:p>
            <a:r>
              <a:rPr lang="en-US" altLang="ja-JP"/>
              <a:t>USDA Forest Products Laboratory (2021) Wood Handbook, Ch.11, pp.11–18</a:t>
            </a:r>
            <a:r>
              <a:rPr lang="ja-JP" altLang="en-US"/>
              <a:t>～</a:t>
            </a:r>
            <a:r>
              <a:rPr lang="en-US" altLang="ja-JP"/>
              <a:t>11–21 </a:t>
            </a:r>
            <a:r>
              <a:rPr lang="ja-JP" altLang="en-US"/>
              <a:t>｜ </a:t>
            </a:r>
            <a:r>
              <a:rPr lang="en-US" altLang="ja-JP"/>
              <a:t>https://research.fs.usda.gov/treesearch/62258</a:t>
            </a:r>
          </a:p>
          <a:p>
            <a:r>
              <a:rPr lang="en-US" altLang="ja-JP"/>
              <a:t>UBC CIRS (2016) Brock Commons storyboards, STRUCTURAL SYSTEM / CONNECTIONS </a:t>
            </a:r>
            <a:r>
              <a:rPr lang="ja-JP" altLang="en-US"/>
              <a:t>｜ </a:t>
            </a:r>
            <a:r>
              <a:rPr lang="en-US" altLang="ja-JP"/>
              <a:t>https://sustain.ubc.ca/sites/default/files/brock_commons_storyboards_0.pdf</a:t>
            </a:r>
          </a:p>
          <a:p>
            <a:endParaRPr lang="en-US" altLang="ja-JP"/>
          </a:p>
          <a:p>
            <a:r>
              <a:rPr lang="ja-JP" altLang="en-US"/>
              <a:t>教材用の模式図・仮想計算と、一次資料の建築事例を区別する。動画は未更新。正式課題</a:t>
            </a:r>
            <a:r>
              <a:rPr lang="en-US" altLang="ja-JP"/>
              <a:t>A1〜A4</a:t>
            </a:r>
            <a:r>
              <a:rPr lang="ja-JP" altLang="en-US"/>
              <a:t>と評価基準は変更しない。</a:t>
            </a:r>
          </a:p>
          <a:p>
            <a:endParaRPr lang="ja-JP" altLang="en-US"/>
          </a:p>
          <a:p>
            <a:r>
              <a:rPr lang="ja-JP" altLang="en-US"/>
              <a:t>再構成元：旧第</a:t>
            </a:r>
            <a:r>
              <a:rPr lang="en-US" altLang="ja-JP"/>
              <a:t>13</a:t>
            </a:r>
            <a:r>
              <a:rPr lang="ja-JP" altLang="en-US"/>
              <a:t>回・スライド</a:t>
            </a:r>
            <a:r>
              <a:rPr lang="en-US" altLang="ja-JP"/>
              <a:t>22</a:t>
            </a:r>
            <a:r>
              <a:rPr lang="ja-JP" altLang="en-US"/>
              <a:t>。新第</a:t>
            </a:r>
            <a:r>
              <a:rPr lang="en-US" altLang="ja-JP"/>
              <a:t>14</a:t>
            </a:r>
            <a:r>
              <a:rPr lang="ja-JP" altLang="en-US"/>
              <a:t>回・構造・燃焼。旧構成の参照番号や演習番号は、学習ガイドの対応表も参照。動画は旧構成の参考動画で、再構成</a:t>
            </a:r>
            <a:r>
              <a:rPr lang="en-US" altLang="ja-JP"/>
              <a:t>PDF</a:t>
            </a:r>
            <a:r>
              <a:rPr lang="ja-JP" altLang="en-US"/>
              <a:t>とページ順は一致しない。</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18245726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a:t>第</a:t>
            </a:r>
            <a:r>
              <a:rPr lang="en-US" altLang="ja-JP"/>
              <a:t>13</a:t>
            </a:r>
            <a:r>
              <a:rPr lang="ja-JP" altLang="en-US"/>
              <a:t>回 推敲版 </a:t>
            </a:r>
            <a:r>
              <a:rPr lang="en-US" altLang="ja-JP"/>
              <a:t>2026-10-29</a:t>
            </a:r>
          </a:p>
          <a:p>
            <a:r>
              <a:rPr lang="ja-JP" altLang="en-US"/>
              <a:t>説明・活動の設計目安：</a:t>
            </a:r>
            <a:r>
              <a:rPr lang="en-US" altLang="ja-JP"/>
              <a:t>2.5</a:t>
            </a:r>
            <a:r>
              <a:rPr lang="ja-JP" altLang="en-US"/>
              <a:t>分。動画の実測時間ではない。</a:t>
            </a:r>
          </a:p>
          <a:p>
            <a:endParaRPr lang="ja-JP" altLang="en-US"/>
          </a:p>
          <a:p>
            <a:r>
              <a:rPr lang="ja-JP" altLang="en-US"/>
              <a:t>大館樹海ドーム（ニプロハチ公ドーム、秋田県）は</a:t>
            </a:r>
            <a:r>
              <a:rPr lang="en-US" altLang="ja-JP"/>
              <a:t>1997</a:t>
            </a:r>
            <a:r>
              <a:rPr lang="ja-JP" altLang="en-US"/>
              <a:t>年竣工。</a:t>
            </a:r>
            <a:r>
              <a:rPr lang="en-US" altLang="ja-JP"/>
              <a:t>JIA</a:t>
            </a:r>
            <a:r>
              <a:rPr lang="ja-JP" altLang="en-US"/>
              <a:t>の事例資料は長辺</a:t>
            </a:r>
            <a:r>
              <a:rPr lang="en-US" altLang="ja-JP"/>
              <a:t>178 m×</a:t>
            </a:r>
            <a:r>
              <a:rPr lang="ja-JP" altLang="en-US"/>
              <a:t>短辺</a:t>
            </a:r>
            <a:r>
              <a:rPr lang="en-US" altLang="ja-JP"/>
              <a:t>157 m</a:t>
            </a:r>
            <a:r>
              <a:rPr lang="ja-JP" altLang="en-US"/>
              <a:t>、最高高さ</a:t>
            </a:r>
            <a:r>
              <a:rPr lang="en-US" altLang="ja-JP"/>
              <a:t>52 m</a:t>
            </a:r>
            <a:r>
              <a:rPr lang="ja-JP" altLang="en-US"/>
              <a:t>の秋田杉集成材による木造ドームと記載する。設計は伊東豊雄建築設計事務所・竹中工務店。写真では格子状の木質屋根と、中央に柱のない大空間を観察する。</a:t>
            </a:r>
            <a:r>
              <a:rPr lang="en-US" altLang="ja-JP"/>
              <a:t>178 m</a:t>
            </a:r>
            <a:r>
              <a:rPr lang="ja-JP" altLang="en-US"/>
              <a:t>は建物全体の長辺で、一本の集成材の長さではない。</a:t>
            </a:r>
            <a:r>
              <a:rPr lang="en-US" altLang="ja-JP"/>
              <a:t>JIA</a:t>
            </a:r>
            <a:r>
              <a:rPr lang="ja-JP" altLang="en-US"/>
              <a:t>掲載写真は転載しない。写真は掬茶による別撮影の</a:t>
            </a:r>
            <a:r>
              <a:rPr lang="en-US" altLang="ja-JP"/>
              <a:t>CC BY-SA 4.0</a:t>
            </a:r>
            <a:r>
              <a:rPr lang="ja-JP" altLang="en-US"/>
              <a:t>写真を改変せず表示。</a:t>
            </a:r>
          </a:p>
          <a:p>
            <a:endParaRPr lang="ja-JP" altLang="en-US"/>
          </a:p>
          <a:p>
            <a:r>
              <a:rPr lang="ja-JP" altLang="en-US"/>
              <a:t>出典（確認：</a:t>
            </a:r>
            <a:r>
              <a:rPr lang="en-US" altLang="ja-JP"/>
              <a:t>2026-10-29</a:t>
            </a:r>
            <a:r>
              <a:rPr lang="ja-JP" altLang="en-US"/>
              <a:t>）</a:t>
            </a:r>
          </a:p>
          <a:p>
            <a:r>
              <a:rPr lang="ja-JP" altLang="en-US"/>
              <a:t>日本建築家協会：大館樹海ドーム </a:t>
            </a:r>
            <a:r>
              <a:rPr lang="en-US" altLang="ja-JP"/>
              <a:t>JIA25</a:t>
            </a:r>
            <a:r>
              <a:rPr lang="ja-JP" altLang="en-US"/>
              <a:t>年賞 ｜ </a:t>
            </a:r>
            <a:r>
              <a:rPr lang="en-US" altLang="ja-JP"/>
              <a:t>https://www.jia.or.jp/twentyfive_years/6078/</a:t>
            </a:r>
          </a:p>
          <a:p>
            <a:r>
              <a:rPr lang="ja-JP" altLang="en-US"/>
              <a:t>伊東豊雄：自然が見直される建築（設計者講演録） ｜ </a:t>
            </a:r>
            <a:r>
              <a:rPr lang="en-US" altLang="ja-JP"/>
              <a:t>https://www.tozai-as.or.jp/mytech/98/98_ito08.html</a:t>
            </a:r>
          </a:p>
          <a:p>
            <a:r>
              <a:rPr lang="ja-JP" altLang="en-US"/>
              <a:t>写真：掬茶 </a:t>
            </a:r>
            <a:r>
              <a:rPr lang="en-US" altLang="ja-JP"/>
              <a:t>(2018-10-20), Interior of Odate Jukai Dome 20181020a.jpg, CC BY-SA 4.0 </a:t>
            </a:r>
            <a:r>
              <a:rPr lang="ja-JP" altLang="en-US"/>
              <a:t>｜ </a:t>
            </a:r>
            <a:r>
              <a:rPr lang="en-US" altLang="ja-JP"/>
              <a:t>https://commons.wikimedia.org/wiki/File:Interior_of_Odate_Jukai_Dome_20181020a.jpg</a:t>
            </a:r>
          </a:p>
          <a:p>
            <a:r>
              <a:rPr lang="ja-JP" altLang="en-US"/>
              <a:t>写真のライセンス：</a:t>
            </a:r>
            <a:r>
              <a:rPr lang="en-US" altLang="ja-JP"/>
              <a:t>CC BY-SA 4.0</a:t>
            </a:r>
            <a:r>
              <a:rPr lang="ja-JP" altLang="en-US"/>
              <a:t>（各写真は改変せず全体を縮小表示） ｜ </a:t>
            </a:r>
            <a:r>
              <a:rPr lang="en-US" altLang="ja-JP"/>
              <a:t>https://creativecommons.org/licenses/by-sa/4.0/</a:t>
            </a:r>
          </a:p>
          <a:p>
            <a:endParaRPr lang="en-US" altLang="ja-JP"/>
          </a:p>
          <a:p>
            <a:r>
              <a:rPr lang="ja-JP" altLang="en-US"/>
              <a:t>教材用の模式図・仮想計算と、一次資料の建築事例を区別する。動画は未更新。正式課題</a:t>
            </a:r>
            <a:r>
              <a:rPr lang="en-US" altLang="ja-JP"/>
              <a:t>A1〜A4</a:t>
            </a:r>
            <a:r>
              <a:rPr lang="ja-JP" altLang="en-US"/>
              <a:t>と評価基準は変更しない。</a:t>
            </a:r>
          </a:p>
          <a:p>
            <a:endParaRPr lang="ja-JP" altLang="en-US"/>
          </a:p>
          <a:p>
            <a:r>
              <a:rPr lang="ja-JP" altLang="en-US"/>
              <a:t>再構成元：旧第</a:t>
            </a:r>
            <a:r>
              <a:rPr lang="en-US" altLang="ja-JP"/>
              <a:t>13</a:t>
            </a:r>
            <a:r>
              <a:rPr lang="ja-JP" altLang="en-US"/>
              <a:t>回・スライド</a:t>
            </a:r>
            <a:r>
              <a:rPr lang="en-US" altLang="ja-JP"/>
              <a:t>11</a:t>
            </a:r>
            <a:r>
              <a:rPr lang="ja-JP" altLang="en-US"/>
              <a:t>。新第</a:t>
            </a:r>
            <a:r>
              <a:rPr lang="en-US" altLang="ja-JP"/>
              <a:t>14</a:t>
            </a:r>
            <a:r>
              <a:rPr lang="ja-JP" altLang="en-US"/>
              <a:t>回・構造・燃焼。旧構成の参照番号や演習番号は、学習ガイドの対応表も参照。動画は旧構成の参考動画で、再構成</a:t>
            </a:r>
            <a:r>
              <a:rPr lang="en-US" altLang="ja-JP"/>
              <a:t>PDF</a:t>
            </a:r>
            <a:r>
              <a:rPr lang="ja-JP" altLang="en-US"/>
              <a:t>とページ順は一致しない。</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12368759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a:t>第</a:t>
            </a:r>
            <a:r>
              <a:rPr lang="en-US" altLang="ja-JP"/>
              <a:t>13</a:t>
            </a:r>
            <a:r>
              <a:rPr lang="ja-JP" altLang="en-US"/>
              <a:t>回 推敲版 </a:t>
            </a:r>
            <a:r>
              <a:rPr lang="en-US" altLang="ja-JP"/>
              <a:t>2026-10-29</a:t>
            </a:r>
          </a:p>
          <a:p>
            <a:r>
              <a:rPr lang="ja-JP" altLang="en-US"/>
              <a:t>説明・活動の設計目安：</a:t>
            </a:r>
            <a:r>
              <a:rPr lang="en-US" altLang="ja-JP"/>
              <a:t>2.5</a:t>
            </a:r>
            <a:r>
              <a:rPr lang="ja-JP" altLang="en-US"/>
              <a:t>分。動画の実測時間ではない。</a:t>
            </a:r>
          </a:p>
          <a:p>
            <a:endParaRPr lang="ja-JP" altLang="en-US"/>
          </a:p>
          <a:p>
            <a:r>
              <a:rPr lang="ja-JP" altLang="en-US"/>
              <a:t>写真を参考に、集成材を組み合わせた曲面状の屋根から周辺の支持構造、基礎へ荷重が伝わることを模式化する。設計者の講演録ではスギ集成材の利用と雪への配慮が説明されている。ここで描いた二方向の曲線群は格子屋根の考え方を示す教材用の図であり、実建物の部材配置・接合詳細・反力の値を再現したものではない。大断面部材の製造、曲線や格子の構成、現場での接合と支持を組み合わせて大空間をつくる。</a:t>
            </a:r>
          </a:p>
          <a:p>
            <a:endParaRPr lang="ja-JP" altLang="en-US"/>
          </a:p>
          <a:p>
            <a:r>
              <a:rPr lang="ja-JP" altLang="en-US"/>
              <a:t>出典（確認：</a:t>
            </a:r>
            <a:r>
              <a:rPr lang="en-US" altLang="ja-JP"/>
              <a:t>2026-10-29</a:t>
            </a:r>
            <a:r>
              <a:rPr lang="ja-JP" altLang="en-US"/>
              <a:t>）</a:t>
            </a:r>
          </a:p>
          <a:p>
            <a:r>
              <a:rPr lang="ja-JP" altLang="en-US"/>
              <a:t>日本建築家協会：大館樹海ドーム </a:t>
            </a:r>
            <a:r>
              <a:rPr lang="en-US" altLang="ja-JP"/>
              <a:t>JIA25</a:t>
            </a:r>
            <a:r>
              <a:rPr lang="ja-JP" altLang="en-US"/>
              <a:t>年賞 ｜ </a:t>
            </a:r>
            <a:r>
              <a:rPr lang="en-US" altLang="ja-JP"/>
              <a:t>https://www.jia.or.jp/twentyfive_years/6078/</a:t>
            </a:r>
          </a:p>
          <a:p>
            <a:r>
              <a:rPr lang="ja-JP" altLang="en-US"/>
              <a:t>伊東豊雄：自然が見直される建築（設計者講演録） ｜ </a:t>
            </a:r>
            <a:r>
              <a:rPr lang="en-US" altLang="ja-JP"/>
              <a:t>https://www.tozai-as.or.jp/mytech/98/98_ito08.html</a:t>
            </a:r>
          </a:p>
          <a:p>
            <a:r>
              <a:rPr lang="en-US" altLang="ja-JP"/>
              <a:t>USDA Forest Products Laboratory (2021) Wood Handbook, Ch.11, pp.11–18</a:t>
            </a:r>
            <a:r>
              <a:rPr lang="ja-JP" altLang="en-US"/>
              <a:t>～</a:t>
            </a:r>
            <a:r>
              <a:rPr lang="en-US" altLang="ja-JP"/>
              <a:t>11–21 </a:t>
            </a:r>
            <a:r>
              <a:rPr lang="ja-JP" altLang="en-US"/>
              <a:t>｜ </a:t>
            </a:r>
            <a:r>
              <a:rPr lang="en-US" altLang="ja-JP"/>
              <a:t>https://research.fs.usda.gov/treesearch/62258</a:t>
            </a:r>
          </a:p>
          <a:p>
            <a:endParaRPr lang="en-US" altLang="ja-JP"/>
          </a:p>
          <a:p>
            <a:r>
              <a:rPr lang="ja-JP" altLang="en-US"/>
              <a:t>教材用の模式図・仮想計算と、一次資料の建築事例を区別する。動画は未更新。正式課題</a:t>
            </a:r>
            <a:r>
              <a:rPr lang="en-US" altLang="ja-JP"/>
              <a:t>A1〜A4</a:t>
            </a:r>
            <a:r>
              <a:rPr lang="ja-JP" altLang="en-US"/>
              <a:t>と評価基準は変更しない。</a:t>
            </a:r>
          </a:p>
          <a:p>
            <a:endParaRPr lang="ja-JP" altLang="en-US"/>
          </a:p>
          <a:p>
            <a:r>
              <a:rPr lang="ja-JP" altLang="en-US"/>
              <a:t>再構成元：旧第</a:t>
            </a:r>
            <a:r>
              <a:rPr lang="en-US" altLang="ja-JP"/>
              <a:t>13</a:t>
            </a:r>
            <a:r>
              <a:rPr lang="ja-JP" altLang="en-US"/>
              <a:t>回・スライド</a:t>
            </a:r>
            <a:r>
              <a:rPr lang="en-US" altLang="ja-JP"/>
              <a:t>12</a:t>
            </a:r>
            <a:r>
              <a:rPr lang="ja-JP" altLang="en-US"/>
              <a:t>。新第</a:t>
            </a:r>
            <a:r>
              <a:rPr lang="en-US" altLang="ja-JP"/>
              <a:t>14</a:t>
            </a:r>
            <a:r>
              <a:rPr lang="ja-JP" altLang="en-US"/>
              <a:t>回・構造・燃焼。旧構成の参照番号や演習番号は、学習ガイドの対応表も参照。動画は旧構成の参考動画で、再構成</a:t>
            </a:r>
            <a:r>
              <a:rPr lang="en-US" altLang="ja-JP"/>
              <a:t>PDF</a:t>
            </a:r>
            <a:r>
              <a:rPr lang="ja-JP" altLang="en-US"/>
              <a:t>とページ順は一致しない。</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237202913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a:t>第</a:t>
            </a:r>
            <a:r>
              <a:rPr lang="en-US" altLang="ja-JP"/>
              <a:t>13</a:t>
            </a:r>
            <a:r>
              <a:rPr lang="ja-JP" altLang="en-US"/>
              <a:t>回 推敲版 </a:t>
            </a:r>
            <a:r>
              <a:rPr lang="en-US" altLang="ja-JP"/>
              <a:t>2026-10-29</a:t>
            </a:r>
          </a:p>
          <a:p>
            <a:r>
              <a:rPr lang="ja-JP" altLang="en-US"/>
              <a:t>説明・活動の設計目安：</a:t>
            </a:r>
            <a:r>
              <a:rPr lang="en-US" altLang="ja-JP"/>
              <a:t>2.4</a:t>
            </a:r>
            <a:r>
              <a:rPr lang="ja-JP" altLang="en-US"/>
              <a:t>分。動画の実測時間ではない。</a:t>
            </a:r>
          </a:p>
          <a:p>
            <a:endParaRPr lang="ja-JP" altLang="en-US"/>
          </a:p>
          <a:p>
            <a:r>
              <a:rPr lang="en-US"/>
              <a:t>UBC（</a:t>
            </a:r>
            <a:r>
              <a:rPr lang="ja-JP" altLang="en-US"/>
              <a:t>カナダ・バンクーバー）の</a:t>
            </a:r>
            <a:r>
              <a:rPr lang="en-US"/>
              <a:t>Tallwood House</a:t>
            </a:r>
            <a:r>
              <a:rPr lang="ja-JP" altLang="en-US"/>
              <a:t>は</a:t>
            </a:r>
            <a:r>
              <a:rPr lang="en-US" altLang="ja-JP"/>
              <a:t>18</a:t>
            </a:r>
            <a:r>
              <a:rPr lang="ja-JP" altLang="en-US"/>
              <a:t>階の学生寮。</a:t>
            </a:r>
            <a:r>
              <a:rPr lang="en-US"/>
              <a:t>UBC</a:t>
            </a:r>
            <a:r>
              <a:rPr lang="ja-JP" altLang="en-US"/>
              <a:t>公式説明にある短い原文“</a:t>
            </a:r>
            <a:r>
              <a:rPr lang="en-US" altLang="ja-JP"/>
              <a:t>18-</a:t>
            </a:r>
            <a:r>
              <a:rPr lang="en-US"/>
              <a:t>storey mass timber hybrid student residence”</a:t>
            </a:r>
            <a:r>
              <a:rPr lang="ja-JP" altLang="en-US"/>
              <a:t>を引用する。上部</a:t>
            </a:r>
            <a:r>
              <a:rPr lang="en-US" altLang="ja-JP"/>
              <a:t>16</a:t>
            </a:r>
            <a:r>
              <a:rPr lang="ja-JP" altLang="en-US"/>
              <a:t>層（</a:t>
            </a:r>
            <a:r>
              <a:rPr lang="en-US" altLang="ja-JP"/>
              <a:t>3</a:t>
            </a:r>
            <a:r>
              <a:rPr lang="ja-JP" altLang="en-US"/>
              <a:t>～</a:t>
            </a:r>
            <a:r>
              <a:rPr lang="en-US" altLang="ja-JP"/>
              <a:t>18</a:t>
            </a:r>
            <a:r>
              <a:rPr lang="ja-JP" altLang="en-US"/>
              <a:t>階）は</a:t>
            </a:r>
            <a:r>
              <a:rPr lang="en-US"/>
              <a:t>CLT</a:t>
            </a:r>
            <a:r>
              <a:rPr lang="ja-JP" altLang="en-US"/>
              <a:t>床と木質柱による構成で、柱には集成材（</a:t>
            </a:r>
            <a:r>
              <a:rPr lang="en-US"/>
              <a:t>GLT）</a:t>
            </a:r>
            <a:r>
              <a:rPr lang="ja-JP" altLang="en-US"/>
              <a:t>と</a:t>
            </a:r>
            <a:r>
              <a:rPr lang="en-US"/>
              <a:t>PSL</a:t>
            </a:r>
            <a:r>
              <a:rPr lang="ja-JP" altLang="en-US"/>
              <a:t>を用いる。</a:t>
            </a:r>
            <a:r>
              <a:rPr lang="en-US"/>
              <a:t>PSL</a:t>
            </a:r>
            <a:r>
              <a:rPr lang="ja-JP" altLang="en-US"/>
              <a:t>は細長い木片を平行にそろえて接着した構造材。二つの</a:t>
            </a:r>
            <a:r>
              <a:rPr lang="en-US"/>
              <a:t>RC</a:t>
            </a:r>
            <a:r>
              <a:rPr lang="ja-JP" altLang="en-US"/>
              <a:t>コア、下部コンクリート構造、鋼製の接合・屋根も用いる。したがって「</a:t>
            </a:r>
            <a:r>
              <a:rPr lang="en-US" altLang="ja-JP"/>
              <a:t>18</a:t>
            </a:r>
            <a:r>
              <a:rPr lang="ja-JP" altLang="en-US"/>
              <a:t>階すべてを</a:t>
            </a:r>
            <a:r>
              <a:rPr lang="en-US"/>
              <a:t>CLT</a:t>
            </a:r>
            <a:r>
              <a:rPr lang="ja-JP" altLang="en-US"/>
              <a:t>だけで積む」という事例ではない。</a:t>
            </a:r>
          </a:p>
          <a:p>
            <a:endParaRPr lang="ja-JP" altLang="en-US"/>
          </a:p>
          <a:p>
            <a:r>
              <a:rPr lang="ja-JP" altLang="en-US"/>
              <a:t>出典（確認：</a:t>
            </a:r>
            <a:r>
              <a:rPr lang="en-US" altLang="ja-JP"/>
              <a:t>2026-10-29</a:t>
            </a:r>
            <a:r>
              <a:rPr lang="ja-JP" altLang="en-US"/>
              <a:t>）</a:t>
            </a:r>
          </a:p>
          <a:p>
            <a:r>
              <a:rPr lang="en-US"/>
              <a:t>UBC Campus as a Living Lab：Brock Commons Tallwood House ｜ https://livinglabs.ubc.ca/projects/brock-commons-tallwood-house</a:t>
            </a:r>
          </a:p>
          <a:p>
            <a:r>
              <a:rPr lang="en-US"/>
              <a:t>UBC CIRS (2016) Brock Commons storyboards, STRUCTURAL SYSTEM / CONNECTIONS ｜ https://sustain.ubc.ca/sites/default/files/brock_commons_storyboards_0.pdf</a:t>
            </a:r>
          </a:p>
          <a:p>
            <a:endParaRPr lang="en-US"/>
          </a:p>
          <a:p>
            <a:r>
              <a:rPr lang="ja-JP" altLang="en-US"/>
              <a:t>教材用の模式図・仮想計算と、一次資料の建築事例を区別する。動画は未更新。正式課題</a:t>
            </a:r>
            <a:r>
              <a:rPr lang="en-US"/>
              <a:t>A1〜A4</a:t>
            </a:r>
            <a:r>
              <a:rPr lang="ja-JP" altLang="en-US"/>
              <a:t>と評価基準は変更しない。</a:t>
            </a:r>
          </a:p>
          <a:p>
            <a:endParaRPr lang="ja-JP" altLang="en-US"/>
          </a:p>
          <a:p>
            <a:r>
              <a:rPr lang="ja-JP" altLang="en-US"/>
              <a:t>再構成元：旧第</a:t>
            </a:r>
            <a:r>
              <a:rPr lang="en-US" altLang="ja-JP"/>
              <a:t>13</a:t>
            </a:r>
            <a:r>
              <a:rPr lang="ja-JP" altLang="en-US"/>
              <a:t>回・スライド</a:t>
            </a:r>
            <a:r>
              <a:rPr lang="en-US" altLang="ja-JP"/>
              <a:t>23</a:t>
            </a:r>
            <a:r>
              <a:rPr lang="ja-JP" altLang="en-US"/>
              <a:t>。新第</a:t>
            </a:r>
            <a:r>
              <a:rPr lang="en-US" altLang="ja-JP"/>
              <a:t>14</a:t>
            </a:r>
            <a:r>
              <a:rPr lang="ja-JP" altLang="en-US"/>
              <a:t>回・構造・燃焼。旧構成の参照番号や演習番号は、学習ガイドの対応表も参照。動画は旧構成の参考動画で、再構成</a:t>
            </a:r>
            <a:r>
              <a:rPr lang="en-US"/>
              <a:t>PDF</a:t>
            </a:r>
            <a:r>
              <a:rPr lang="ja-JP" altLang="en-US"/>
              <a:t>とページ順は一致しない。</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417724497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a:t>第</a:t>
            </a:r>
            <a:r>
              <a:rPr lang="en-US" altLang="ja-JP"/>
              <a:t>13</a:t>
            </a:r>
            <a:r>
              <a:rPr lang="ja-JP" altLang="en-US"/>
              <a:t>回 推敲版 </a:t>
            </a:r>
            <a:r>
              <a:rPr lang="en-US" altLang="ja-JP"/>
              <a:t>2026-10-29</a:t>
            </a:r>
          </a:p>
          <a:p>
            <a:r>
              <a:rPr lang="ja-JP" altLang="en-US"/>
              <a:t>説明・活動の設計目安：</a:t>
            </a:r>
            <a:r>
              <a:rPr lang="en-US" altLang="ja-JP"/>
              <a:t>2.3</a:t>
            </a:r>
            <a:r>
              <a:rPr lang="ja-JP" altLang="en-US"/>
              <a:t>分。動画の実測時間ではない。</a:t>
            </a:r>
          </a:p>
          <a:p>
            <a:endParaRPr lang="ja-JP" altLang="en-US"/>
          </a:p>
          <a:p>
            <a:r>
              <a:rPr lang="ja-JP" altLang="en-US"/>
              <a:t>床の自重と利用者などの荷重は、</a:t>
            </a:r>
            <a:r>
              <a:rPr lang="en-US" altLang="ja-JP"/>
              <a:t>CLT</a:t>
            </a:r>
            <a:r>
              <a:rPr lang="ja-JP" altLang="en-US"/>
              <a:t>床パネルから木質柱・接合を通り、下部コンクリート構造・基礎へ伝わる。模式図は階数と平面形を省略している。赤い矢印は重力荷重の概念的な伝達方向で、個々の部材の応力値を示さない。柱頭・柱脚の鋼製接合は部材をつなぐ要素で、床パネルの支持と柱間の力の伝達を確保する。図から、床を支えることと水平力に抵抗することを分けて説明させる。</a:t>
            </a:r>
          </a:p>
          <a:p>
            <a:endParaRPr lang="ja-JP" altLang="en-US"/>
          </a:p>
          <a:p>
            <a:r>
              <a:rPr lang="ja-JP" altLang="en-US"/>
              <a:t>出典（確認：</a:t>
            </a:r>
            <a:r>
              <a:rPr lang="en-US" altLang="ja-JP"/>
              <a:t>2026-10-29</a:t>
            </a:r>
            <a:r>
              <a:rPr lang="ja-JP" altLang="en-US"/>
              <a:t>）</a:t>
            </a:r>
          </a:p>
          <a:p>
            <a:r>
              <a:rPr lang="en-US" altLang="ja-JP"/>
              <a:t>UBC Campus as a Living Lab</a:t>
            </a:r>
            <a:r>
              <a:rPr lang="ja-JP" altLang="en-US"/>
              <a:t>：</a:t>
            </a:r>
            <a:r>
              <a:rPr lang="en-US" altLang="ja-JP"/>
              <a:t>Brock Commons Tallwood House </a:t>
            </a:r>
            <a:r>
              <a:rPr lang="ja-JP" altLang="en-US"/>
              <a:t>｜ </a:t>
            </a:r>
            <a:r>
              <a:rPr lang="en-US" altLang="ja-JP"/>
              <a:t>https://livinglabs.ubc.ca/projects/brock-commons-tallwood-house</a:t>
            </a:r>
          </a:p>
          <a:p>
            <a:r>
              <a:rPr lang="en-US" altLang="ja-JP"/>
              <a:t>UBC CIRS (2016) Brock Commons storyboards, STRUCTURAL SYSTEM / CONNECTIONS </a:t>
            </a:r>
            <a:r>
              <a:rPr lang="ja-JP" altLang="en-US"/>
              <a:t>｜ </a:t>
            </a:r>
            <a:r>
              <a:rPr lang="en-US" altLang="ja-JP"/>
              <a:t>https://sustain.ubc.ca/sites/default/files/brock_commons_storyboards_0.pdf</a:t>
            </a:r>
          </a:p>
          <a:p>
            <a:endParaRPr lang="en-US" altLang="ja-JP"/>
          </a:p>
          <a:p>
            <a:r>
              <a:rPr lang="ja-JP" altLang="en-US"/>
              <a:t>教材用の模式図・仮想計算と、一次資料の建築事例を区別する。動画は未更新。正式課題</a:t>
            </a:r>
            <a:r>
              <a:rPr lang="en-US" altLang="ja-JP"/>
              <a:t>A1〜A4</a:t>
            </a:r>
            <a:r>
              <a:rPr lang="ja-JP" altLang="en-US"/>
              <a:t>と評価基準は変更しない。</a:t>
            </a:r>
          </a:p>
          <a:p>
            <a:endParaRPr lang="ja-JP" altLang="en-US"/>
          </a:p>
          <a:p>
            <a:r>
              <a:rPr lang="ja-JP" altLang="en-US"/>
              <a:t>再構成元：旧第</a:t>
            </a:r>
            <a:r>
              <a:rPr lang="en-US" altLang="ja-JP"/>
              <a:t>13</a:t>
            </a:r>
            <a:r>
              <a:rPr lang="ja-JP" altLang="en-US"/>
              <a:t>回・スライド</a:t>
            </a:r>
            <a:r>
              <a:rPr lang="en-US" altLang="ja-JP"/>
              <a:t>24</a:t>
            </a:r>
            <a:r>
              <a:rPr lang="ja-JP" altLang="en-US"/>
              <a:t>。新第</a:t>
            </a:r>
            <a:r>
              <a:rPr lang="en-US" altLang="ja-JP"/>
              <a:t>14</a:t>
            </a:r>
            <a:r>
              <a:rPr lang="ja-JP" altLang="en-US"/>
              <a:t>回・構造・燃焼。旧構成の参照番号や演習番号は、学習ガイドの対応表も参照。動画は旧構成の参考動画で、再構成</a:t>
            </a:r>
            <a:r>
              <a:rPr lang="en-US" altLang="ja-JP"/>
              <a:t>PDF</a:t>
            </a:r>
            <a:r>
              <a:rPr lang="ja-JP" altLang="en-US"/>
              <a:t>とページ順は一致しない。</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19885522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a:t>第</a:t>
            </a:r>
            <a:r>
              <a:rPr lang="en-US" altLang="ja-JP"/>
              <a:t>13</a:t>
            </a:r>
            <a:r>
              <a:rPr lang="ja-JP" altLang="en-US"/>
              <a:t>回 推敲版 </a:t>
            </a:r>
            <a:r>
              <a:rPr lang="en-US" altLang="ja-JP"/>
              <a:t>2026-10-29</a:t>
            </a:r>
          </a:p>
          <a:p>
            <a:r>
              <a:rPr lang="ja-JP" altLang="en-US"/>
              <a:t>説明・活動の設計目安：</a:t>
            </a:r>
            <a:r>
              <a:rPr lang="en-US" altLang="ja-JP"/>
              <a:t>2.5</a:t>
            </a:r>
            <a:r>
              <a:rPr lang="ja-JP" altLang="en-US"/>
              <a:t>分。動画の実測時間ではない。</a:t>
            </a:r>
          </a:p>
          <a:p>
            <a:endParaRPr lang="ja-JP" altLang="en-US"/>
          </a:p>
          <a:p>
            <a:r>
              <a:rPr lang="ja-JP" altLang="en-US"/>
              <a:t>風による水平力を床の面内で集め、床とコアの接合を通して</a:t>
            </a:r>
            <a:r>
              <a:rPr lang="en-US" altLang="ja-JP"/>
              <a:t>RC</a:t>
            </a:r>
            <a:r>
              <a:rPr lang="ja-JP" altLang="en-US"/>
              <a:t>コアへ、さらに基礎へ伝える。床は鉛直荷重を受けるだけでなく水平構面としても働く。</a:t>
            </a:r>
            <a:r>
              <a:rPr lang="en-US" altLang="ja-JP"/>
              <a:t>UBC</a:t>
            </a:r>
            <a:r>
              <a:rPr lang="ja-JP" altLang="en-US"/>
              <a:t>の</a:t>
            </a:r>
            <a:r>
              <a:rPr lang="en-US" altLang="ja-JP"/>
              <a:t>CONNECTIONS</a:t>
            </a:r>
            <a:r>
              <a:rPr lang="ja-JP" altLang="en-US"/>
              <a:t>資料では床パネルのダイアフラムとしての働きとコアへの水平力伝達を明示する。</a:t>
            </a:r>
            <a:r>
              <a:rPr lang="en-US" altLang="ja-JP"/>
              <a:t>CLT</a:t>
            </a:r>
            <a:r>
              <a:rPr lang="ja-JP" altLang="en-US"/>
              <a:t>床とコアの接合がなければ、この伝達経路は成立しない。青の水平矢印と、前ページの赤の鉛直矢印を比較する。ねじ寸法や接合金物の本数はこの図では決めていない。</a:t>
            </a:r>
          </a:p>
          <a:p>
            <a:endParaRPr lang="ja-JP" altLang="en-US"/>
          </a:p>
          <a:p>
            <a:r>
              <a:rPr lang="ja-JP" altLang="en-US"/>
              <a:t>出典（確認：</a:t>
            </a:r>
            <a:r>
              <a:rPr lang="en-US" altLang="ja-JP"/>
              <a:t>2026-10-29</a:t>
            </a:r>
            <a:r>
              <a:rPr lang="ja-JP" altLang="en-US"/>
              <a:t>）</a:t>
            </a:r>
          </a:p>
          <a:p>
            <a:r>
              <a:rPr lang="en-US" altLang="ja-JP"/>
              <a:t>UBC CIRS (2016) Brock Commons storyboards, STRUCTURAL SYSTEM / CONNECTIONS </a:t>
            </a:r>
            <a:r>
              <a:rPr lang="ja-JP" altLang="en-US"/>
              <a:t>｜ </a:t>
            </a:r>
            <a:r>
              <a:rPr lang="en-US" altLang="ja-JP"/>
              <a:t>https://sustain.ubc.ca/sites/default/files/brock_commons_storyboards_0.pdf</a:t>
            </a:r>
          </a:p>
          <a:p>
            <a:r>
              <a:rPr lang="en-US" altLang="ja-JP"/>
              <a:t>UBC Campus as a Living Lab</a:t>
            </a:r>
            <a:r>
              <a:rPr lang="ja-JP" altLang="en-US"/>
              <a:t>：</a:t>
            </a:r>
            <a:r>
              <a:rPr lang="en-US" altLang="ja-JP"/>
              <a:t>Brock Commons Tallwood House </a:t>
            </a:r>
            <a:r>
              <a:rPr lang="ja-JP" altLang="en-US"/>
              <a:t>｜ </a:t>
            </a:r>
            <a:r>
              <a:rPr lang="en-US" altLang="ja-JP"/>
              <a:t>https://livinglabs.ubc.ca/projects/brock-commons-tallwood-house</a:t>
            </a:r>
          </a:p>
          <a:p>
            <a:endParaRPr lang="en-US" altLang="ja-JP"/>
          </a:p>
          <a:p>
            <a:r>
              <a:rPr lang="ja-JP" altLang="en-US"/>
              <a:t>教材用の模式図・仮想計算と、一次資料の建築事例を区別する。動画は未更新。正式課題</a:t>
            </a:r>
            <a:r>
              <a:rPr lang="en-US" altLang="ja-JP"/>
              <a:t>A1〜A4</a:t>
            </a:r>
            <a:r>
              <a:rPr lang="ja-JP" altLang="en-US"/>
              <a:t>と評価基準は変更しない。</a:t>
            </a:r>
          </a:p>
          <a:p>
            <a:endParaRPr lang="ja-JP" altLang="en-US"/>
          </a:p>
          <a:p>
            <a:r>
              <a:rPr lang="ja-JP" altLang="en-US"/>
              <a:t>再構成元：旧第</a:t>
            </a:r>
            <a:r>
              <a:rPr lang="en-US" altLang="ja-JP"/>
              <a:t>13</a:t>
            </a:r>
            <a:r>
              <a:rPr lang="ja-JP" altLang="en-US"/>
              <a:t>回・スライド</a:t>
            </a:r>
            <a:r>
              <a:rPr lang="en-US" altLang="ja-JP"/>
              <a:t>25</a:t>
            </a:r>
            <a:r>
              <a:rPr lang="ja-JP" altLang="en-US"/>
              <a:t>。新第</a:t>
            </a:r>
            <a:r>
              <a:rPr lang="en-US" altLang="ja-JP"/>
              <a:t>14</a:t>
            </a:r>
            <a:r>
              <a:rPr lang="ja-JP" altLang="en-US"/>
              <a:t>回・構造・燃焼。旧構成の参照番号や演習番号は、学習ガイドの対応表も参照。動画は旧構成の参考動画で、再構成</a:t>
            </a:r>
            <a:r>
              <a:rPr lang="en-US" altLang="ja-JP"/>
              <a:t>PDF</a:t>
            </a:r>
            <a:r>
              <a:rPr lang="ja-JP" altLang="en-US"/>
              <a:t>とページ順は一致しない。</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365868785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a:t>第</a:t>
            </a:r>
            <a:r>
              <a:rPr lang="en-US" altLang="ja-JP"/>
              <a:t>13</a:t>
            </a:r>
            <a:r>
              <a:rPr lang="ja-JP" altLang="en-US"/>
              <a:t>回 推敲版 </a:t>
            </a:r>
            <a:r>
              <a:rPr lang="en-US" altLang="ja-JP"/>
              <a:t>2026-10-29</a:t>
            </a:r>
          </a:p>
          <a:p>
            <a:r>
              <a:rPr lang="ja-JP" altLang="en-US"/>
              <a:t>説明・活動の設計目安：</a:t>
            </a:r>
            <a:r>
              <a:rPr lang="en-US" altLang="ja-JP"/>
              <a:t>2.3</a:t>
            </a:r>
            <a:r>
              <a:rPr lang="ja-JP" altLang="en-US"/>
              <a:t>分。動画の実測時間ではない。</a:t>
            </a:r>
          </a:p>
          <a:p>
            <a:endParaRPr lang="ja-JP" altLang="en-US"/>
          </a:p>
          <a:p>
            <a:r>
              <a:rPr lang="en-US" altLang="ja-JP"/>
              <a:t>Sara Cultural Centre</a:t>
            </a:r>
            <a:r>
              <a:rPr lang="ja-JP" altLang="en-US"/>
              <a:t>（スウェーデン・シェレフテオ）は</a:t>
            </a:r>
            <a:r>
              <a:rPr lang="en-US" altLang="ja-JP"/>
              <a:t>2021</a:t>
            </a:r>
            <a:r>
              <a:rPr lang="ja-JP" altLang="en-US"/>
              <a:t>年完成。設計者</a:t>
            </a:r>
            <a:r>
              <a:rPr lang="en-US" altLang="ja-JP"/>
              <a:t>White Arkitekter</a:t>
            </a:r>
            <a:r>
              <a:rPr lang="ja-JP" altLang="en-US"/>
              <a:t>は高さ</a:t>
            </a:r>
            <a:r>
              <a:rPr lang="en-US" altLang="ja-JP"/>
              <a:t>75 m</a:t>
            </a:r>
            <a:r>
              <a:rPr lang="ja-JP" altLang="en-US"/>
              <a:t>、</a:t>
            </a:r>
            <a:r>
              <a:rPr lang="en-US" altLang="ja-JP"/>
              <a:t>20</a:t>
            </a:r>
            <a:r>
              <a:rPr lang="ja-JP" altLang="en-US"/>
              <a:t>階のホテルを含む文化施設として紹介し、</a:t>
            </a:r>
            <a:r>
              <a:rPr lang="en-US" altLang="ja-JP"/>
              <a:t>CLT</a:t>
            </a:r>
            <a:r>
              <a:rPr lang="ja-JP" altLang="en-US"/>
              <a:t>製の立体モジュールを二つの</a:t>
            </a:r>
            <a:r>
              <a:rPr lang="en-US" altLang="ja-JP"/>
              <a:t>CLT</a:t>
            </a:r>
            <a:r>
              <a:rPr lang="ja-JP" altLang="en-US"/>
              <a:t>エレベーターコアの間へ積層する方式を説明する。低層部には集成材の柱・梁も用いる。写真は</a:t>
            </a:r>
            <a:r>
              <a:rPr lang="en-US" altLang="ja-JP"/>
              <a:t>2021</a:t>
            </a:r>
            <a:r>
              <a:rPr lang="ja-JP" altLang="en-US"/>
              <a:t>年</a:t>
            </a:r>
            <a:r>
              <a:rPr lang="en-US" altLang="ja-JP"/>
              <a:t>7</a:t>
            </a:r>
            <a:r>
              <a:rPr lang="ja-JP" altLang="en-US"/>
              <a:t>月の施工中に</a:t>
            </a:r>
            <a:r>
              <a:rPr lang="en-US" altLang="ja-JP"/>
              <a:t>Spisen</a:t>
            </a:r>
            <a:r>
              <a:rPr lang="ja-JP" altLang="en-US"/>
              <a:t>が撮影し</a:t>
            </a:r>
            <a:r>
              <a:rPr lang="en-US" altLang="ja-JP"/>
              <a:t>CC BY-SA 4.0</a:t>
            </a:r>
            <a:r>
              <a:rPr lang="ja-JP" altLang="en-US"/>
              <a:t>で公開したもので、竣工後の撮影と取り違えない。ガラス外装から内部の全構造を判定できるわけではない。</a:t>
            </a:r>
          </a:p>
          <a:p>
            <a:endParaRPr lang="ja-JP" altLang="en-US"/>
          </a:p>
          <a:p>
            <a:r>
              <a:rPr lang="ja-JP" altLang="en-US"/>
              <a:t>出典（確認：</a:t>
            </a:r>
            <a:r>
              <a:rPr lang="en-US" altLang="ja-JP"/>
              <a:t>2026-10-29</a:t>
            </a:r>
            <a:r>
              <a:rPr lang="ja-JP" altLang="en-US"/>
              <a:t>）</a:t>
            </a:r>
          </a:p>
          <a:p>
            <a:r>
              <a:rPr lang="en-US" altLang="ja-JP"/>
              <a:t>White Arkitekter</a:t>
            </a:r>
            <a:r>
              <a:rPr lang="ja-JP" altLang="en-US"/>
              <a:t>：</a:t>
            </a:r>
            <a:r>
              <a:rPr lang="en-US" altLang="ja-JP"/>
              <a:t>Sara Cultural Centre</a:t>
            </a:r>
            <a:r>
              <a:rPr lang="ja-JP" altLang="en-US"/>
              <a:t>（設計者による事例解説） ｜ </a:t>
            </a:r>
            <a:r>
              <a:rPr lang="en-US" altLang="ja-JP"/>
              <a:t>https://whitearkitekter.com/project/sara-cultural-centre/</a:t>
            </a:r>
          </a:p>
          <a:p>
            <a:r>
              <a:rPr lang="en-US" altLang="ja-JP"/>
              <a:t>White Arkitekter (2021) Annual and Sustainability Report, p.28 </a:t>
            </a:r>
            <a:r>
              <a:rPr lang="ja-JP" altLang="en-US"/>
              <a:t>｜ </a:t>
            </a:r>
            <a:r>
              <a:rPr lang="en-US" altLang="ja-JP"/>
              <a:t>https://whitearkitekter.com/wp-content/uploads/2022/05/White-hallbarhetsrapport-2021-ENG-webb-low-pages.pdf</a:t>
            </a:r>
          </a:p>
          <a:p>
            <a:r>
              <a:rPr lang="ja-JP" altLang="en-US"/>
              <a:t>写真：</a:t>
            </a:r>
            <a:r>
              <a:rPr lang="en-US" altLang="ja-JP"/>
              <a:t>Spisen (2021-07-22), Sara Kulturhus juli 2021-2.jpg, CC BY-SA 4.0 </a:t>
            </a:r>
            <a:r>
              <a:rPr lang="ja-JP" altLang="en-US"/>
              <a:t>｜ </a:t>
            </a:r>
            <a:r>
              <a:rPr lang="en-US" altLang="ja-JP"/>
              <a:t>https://commons.wikimedia.org/wiki/File:Sara_Kulturhus_juli_2021-2.jpg</a:t>
            </a:r>
          </a:p>
          <a:p>
            <a:r>
              <a:rPr lang="ja-JP" altLang="en-US"/>
              <a:t>写真のライセンス：</a:t>
            </a:r>
            <a:r>
              <a:rPr lang="en-US" altLang="ja-JP"/>
              <a:t>CC BY-SA 4.0</a:t>
            </a:r>
            <a:r>
              <a:rPr lang="ja-JP" altLang="en-US"/>
              <a:t>（各写真は改変せず全体を縮小表示） ｜ </a:t>
            </a:r>
            <a:r>
              <a:rPr lang="en-US" altLang="ja-JP"/>
              <a:t>https://creativecommons.org/licenses/by-sa/4.0/</a:t>
            </a:r>
          </a:p>
          <a:p>
            <a:endParaRPr lang="en-US" altLang="ja-JP"/>
          </a:p>
          <a:p>
            <a:r>
              <a:rPr lang="ja-JP" altLang="en-US"/>
              <a:t>教材用の模式図・仮想計算と、一次資料の建築事例を区別する。動画は未更新。正式課題</a:t>
            </a:r>
            <a:r>
              <a:rPr lang="en-US" altLang="ja-JP"/>
              <a:t>A1〜A4</a:t>
            </a:r>
            <a:r>
              <a:rPr lang="ja-JP" altLang="en-US"/>
              <a:t>と評価基準は変更しない。</a:t>
            </a:r>
          </a:p>
          <a:p>
            <a:endParaRPr lang="ja-JP" altLang="en-US"/>
          </a:p>
          <a:p>
            <a:r>
              <a:rPr lang="ja-JP" altLang="en-US"/>
              <a:t>再構成元：旧第</a:t>
            </a:r>
            <a:r>
              <a:rPr lang="en-US" altLang="ja-JP"/>
              <a:t>13</a:t>
            </a:r>
            <a:r>
              <a:rPr lang="ja-JP" altLang="en-US"/>
              <a:t>回・スライド</a:t>
            </a:r>
            <a:r>
              <a:rPr lang="en-US" altLang="ja-JP"/>
              <a:t>26</a:t>
            </a:r>
            <a:r>
              <a:rPr lang="ja-JP" altLang="en-US"/>
              <a:t>。新第</a:t>
            </a:r>
            <a:r>
              <a:rPr lang="en-US" altLang="ja-JP"/>
              <a:t>14</a:t>
            </a:r>
            <a:r>
              <a:rPr lang="ja-JP" altLang="en-US"/>
              <a:t>回・構造・燃焼。旧構成の参照番号や演習番号は、学習ガイドの対応表も参照。動画は旧構成の参考動画で、再構成</a:t>
            </a:r>
            <a:r>
              <a:rPr lang="en-US" altLang="ja-JP"/>
              <a:t>PDF</a:t>
            </a:r>
            <a:r>
              <a:rPr lang="ja-JP" altLang="en-US"/>
              <a:t>とページ順は一致しない。</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176872285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a:t>第</a:t>
            </a:r>
            <a:r>
              <a:rPr lang="en-US" altLang="ja-JP"/>
              <a:t>13</a:t>
            </a:r>
            <a:r>
              <a:rPr lang="ja-JP" altLang="en-US"/>
              <a:t>回 推敲版 </a:t>
            </a:r>
            <a:r>
              <a:rPr lang="en-US" altLang="ja-JP"/>
              <a:t>2026-10-29</a:t>
            </a:r>
          </a:p>
          <a:p>
            <a:r>
              <a:rPr lang="ja-JP" altLang="en-US"/>
              <a:t>説明・活動の設計目安：</a:t>
            </a:r>
            <a:r>
              <a:rPr lang="en-US" altLang="ja-JP"/>
              <a:t>2.4</a:t>
            </a:r>
            <a:r>
              <a:rPr lang="ja-JP" altLang="en-US"/>
              <a:t>分。動画の実測時間ではない。</a:t>
            </a:r>
          </a:p>
          <a:p>
            <a:endParaRPr lang="ja-JP" altLang="en-US"/>
          </a:p>
          <a:p>
            <a:r>
              <a:rPr lang="en-US" altLang="ja-JP"/>
              <a:t>CLT</a:t>
            </a:r>
            <a:r>
              <a:rPr lang="ja-JP" altLang="en-US"/>
              <a:t>の床と壁などで構成する三次元モジュールを、工場で製作して現場で組み立てる方式を模式化する。二つの</a:t>
            </a:r>
            <a:r>
              <a:rPr lang="en-US" altLang="ja-JP"/>
              <a:t>CLT</a:t>
            </a:r>
            <a:r>
              <a:rPr lang="ja-JP" altLang="en-US"/>
              <a:t>コアと、モジュール間・コア間の接合、下部構造が全体として働く。</a:t>
            </a:r>
            <a:r>
              <a:rPr lang="en-US" altLang="ja-JP"/>
              <a:t>White</a:t>
            </a:r>
            <a:r>
              <a:rPr lang="ja-JP" altLang="en-US"/>
              <a:t>の</a:t>
            </a:r>
            <a:r>
              <a:rPr lang="en-US" altLang="ja-JP"/>
              <a:t>2021</a:t>
            </a:r>
            <a:r>
              <a:rPr lang="ja-JP" altLang="en-US"/>
              <a:t>年報告書</a:t>
            </a:r>
            <a:r>
              <a:rPr lang="en-US" altLang="ja-JP"/>
              <a:t>p.28</a:t>
            </a:r>
            <a:r>
              <a:rPr lang="ja-JP" altLang="en-US"/>
              <a:t>はコンクリート基礎と強風時の揺れに対処する上部のコンクリート構成にも触れている。したがって、木材の利用率が高いことを、基礎・金物まで含めたすべてが木という意味で説明しない。箱の個数や接合配置は実物を再現していない。</a:t>
            </a:r>
          </a:p>
          <a:p>
            <a:endParaRPr lang="ja-JP" altLang="en-US"/>
          </a:p>
          <a:p>
            <a:r>
              <a:rPr lang="ja-JP" altLang="en-US"/>
              <a:t>出典（確認：</a:t>
            </a:r>
            <a:r>
              <a:rPr lang="en-US" altLang="ja-JP"/>
              <a:t>2026-10-29</a:t>
            </a:r>
            <a:r>
              <a:rPr lang="ja-JP" altLang="en-US"/>
              <a:t>）</a:t>
            </a:r>
          </a:p>
          <a:p>
            <a:r>
              <a:rPr lang="en-US" altLang="ja-JP"/>
              <a:t>White Arkitekter</a:t>
            </a:r>
            <a:r>
              <a:rPr lang="ja-JP" altLang="en-US"/>
              <a:t>：</a:t>
            </a:r>
            <a:r>
              <a:rPr lang="en-US" altLang="ja-JP"/>
              <a:t>Sara Cultural Centre</a:t>
            </a:r>
            <a:r>
              <a:rPr lang="ja-JP" altLang="en-US"/>
              <a:t>（設計者による事例解説） ｜ </a:t>
            </a:r>
            <a:r>
              <a:rPr lang="en-US" altLang="ja-JP"/>
              <a:t>https://whitearkitekter.com/project/sara-cultural-centre/</a:t>
            </a:r>
          </a:p>
          <a:p>
            <a:r>
              <a:rPr lang="en-US" altLang="ja-JP"/>
              <a:t>White Arkitekter (2021) Annual and Sustainability Report, p.28 </a:t>
            </a:r>
            <a:r>
              <a:rPr lang="ja-JP" altLang="en-US"/>
              <a:t>｜ </a:t>
            </a:r>
            <a:r>
              <a:rPr lang="en-US" altLang="ja-JP"/>
              <a:t>https://whitearkitekter.com/wp-content/uploads/2022/05/White-hallbarhetsrapport-2021-ENG-webb-low-pages.pdf</a:t>
            </a:r>
          </a:p>
          <a:p>
            <a:endParaRPr lang="en-US" altLang="ja-JP"/>
          </a:p>
          <a:p>
            <a:r>
              <a:rPr lang="ja-JP" altLang="en-US"/>
              <a:t>教材用の模式図・仮想計算と、一次資料の建築事例を区別する。動画は未更新。正式課題</a:t>
            </a:r>
            <a:r>
              <a:rPr lang="en-US" altLang="ja-JP"/>
              <a:t>A1〜A4</a:t>
            </a:r>
            <a:r>
              <a:rPr lang="ja-JP" altLang="en-US"/>
              <a:t>と評価基準は変更しない。</a:t>
            </a:r>
          </a:p>
          <a:p>
            <a:endParaRPr lang="ja-JP" altLang="en-US"/>
          </a:p>
          <a:p>
            <a:r>
              <a:rPr lang="ja-JP" altLang="en-US"/>
              <a:t>再構成元：旧第</a:t>
            </a:r>
            <a:r>
              <a:rPr lang="en-US" altLang="ja-JP"/>
              <a:t>13</a:t>
            </a:r>
            <a:r>
              <a:rPr lang="ja-JP" altLang="en-US"/>
              <a:t>回・スライド</a:t>
            </a:r>
            <a:r>
              <a:rPr lang="en-US" altLang="ja-JP"/>
              <a:t>27</a:t>
            </a:r>
            <a:r>
              <a:rPr lang="ja-JP" altLang="en-US"/>
              <a:t>。新第</a:t>
            </a:r>
            <a:r>
              <a:rPr lang="en-US" altLang="ja-JP"/>
              <a:t>14</a:t>
            </a:r>
            <a:r>
              <a:rPr lang="ja-JP" altLang="en-US"/>
              <a:t>回・構造・燃焼。旧構成の参照番号や演習番号は、学習ガイドの対応表も参照。動画は旧構成の参考動画で、再構成</a:t>
            </a:r>
            <a:r>
              <a:rPr lang="en-US" altLang="ja-JP"/>
              <a:t>PDF</a:t>
            </a:r>
            <a:r>
              <a:rPr lang="ja-JP" altLang="en-US"/>
              <a:t>とページ順は一致しない。</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230109132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a:t>第</a:t>
            </a:r>
            <a:r>
              <a:rPr lang="en-US" altLang="ja-JP"/>
              <a:t>13</a:t>
            </a:r>
            <a:r>
              <a:rPr lang="ja-JP" altLang="en-US"/>
              <a:t>回 推敲版 </a:t>
            </a:r>
            <a:r>
              <a:rPr lang="en-US" altLang="ja-JP"/>
              <a:t>2026-10-29</a:t>
            </a:r>
          </a:p>
          <a:p>
            <a:r>
              <a:rPr lang="ja-JP" altLang="en-US"/>
              <a:t>説明・活動の設計目安：</a:t>
            </a:r>
            <a:r>
              <a:rPr lang="en-US" altLang="ja-JP"/>
              <a:t>2</a:t>
            </a:r>
            <a:r>
              <a:rPr lang="ja-JP" altLang="en-US"/>
              <a:t>分。動画の実測時間ではない。</a:t>
            </a:r>
          </a:p>
          <a:p>
            <a:endParaRPr lang="ja-JP" altLang="en-US"/>
          </a:p>
          <a:p>
            <a:r>
              <a:rPr lang="en-US"/>
              <a:t>Brock Commons</a:t>
            </a:r>
            <a:r>
              <a:rPr lang="ja-JP" altLang="en-US"/>
              <a:t>は</a:t>
            </a:r>
            <a:r>
              <a:rPr lang="en-US"/>
              <a:t>CLT</a:t>
            </a:r>
            <a:r>
              <a:rPr lang="ja-JP" altLang="en-US"/>
              <a:t>床・木質柱と</a:t>
            </a:r>
            <a:r>
              <a:rPr lang="en-US"/>
              <a:t>RC</a:t>
            </a:r>
            <a:r>
              <a:rPr lang="ja-JP" altLang="en-US"/>
              <a:t>コア、</a:t>
            </a:r>
            <a:r>
              <a:rPr lang="en-US"/>
              <a:t>Sara</a:t>
            </a:r>
            <a:r>
              <a:rPr lang="ja-JP" altLang="en-US"/>
              <a:t>は</a:t>
            </a:r>
            <a:r>
              <a:rPr lang="en-US"/>
              <a:t>CLT</a:t>
            </a:r>
            <a:r>
              <a:rPr lang="ja-JP" altLang="en-US"/>
              <a:t>の三次元モジュールと</a:t>
            </a:r>
            <a:r>
              <a:rPr lang="en-US"/>
              <a:t>CLT</a:t>
            </a:r>
            <a:r>
              <a:rPr lang="ja-JP" altLang="en-US"/>
              <a:t>コアを用いる。どちらも基礎や接合などには他材料も組み合わせる。階数を比べるだけでは、木質材料の働きは分からない。</a:t>
            </a:r>
            <a:r>
              <a:rPr lang="en-US"/>
              <a:t>CLT</a:t>
            </a:r>
            <a:r>
              <a:rPr lang="ja-JP" altLang="en-US"/>
              <a:t>の役割、水平力への抵抗要素、接合、火災・水分・振動への対応を資料から読む。コアとは階段・エレベーターなどをまとめた核の部分で、これらの事例では構造上の役割も担う。</a:t>
            </a:r>
          </a:p>
          <a:p>
            <a:endParaRPr lang="ja-JP" altLang="en-US"/>
          </a:p>
          <a:p>
            <a:r>
              <a:rPr lang="ja-JP" altLang="en-US"/>
              <a:t>出典（確認：</a:t>
            </a:r>
            <a:r>
              <a:rPr lang="en-US" altLang="ja-JP"/>
              <a:t>2026-10-29</a:t>
            </a:r>
            <a:r>
              <a:rPr lang="ja-JP" altLang="en-US"/>
              <a:t>）</a:t>
            </a:r>
          </a:p>
          <a:p>
            <a:r>
              <a:rPr lang="en-US"/>
              <a:t>UBC Campus as a Living Lab：Brock Commons Tallwood House ｜ https://livinglabs.ubc.ca/projects/brock-commons-tallwood-house</a:t>
            </a:r>
          </a:p>
          <a:p>
            <a:r>
              <a:rPr lang="en-US"/>
              <a:t>UBC CIRS (2016) Brock Commons storyboards, STRUCTURAL SYSTEM / CONNECTIONS ｜ https://sustain.ubc.ca/sites/default/files/brock_commons_storyboards_0.pdf</a:t>
            </a:r>
          </a:p>
          <a:p>
            <a:r>
              <a:rPr lang="en-US"/>
              <a:t>White Arkitekter：Sara Cultural Centre（</a:t>
            </a:r>
            <a:r>
              <a:rPr lang="ja-JP" altLang="en-US"/>
              <a:t>設計者による事例解説） ｜ </a:t>
            </a:r>
            <a:r>
              <a:rPr lang="en-US"/>
              <a:t>https://whitearkitekter.com/project/sara-cultural-centre/</a:t>
            </a:r>
          </a:p>
          <a:p>
            <a:r>
              <a:rPr lang="en-US"/>
              <a:t>White Arkitekter (2021) Annual and Sustainability Report, p.28 ｜ https://whitearkitekter.com/wp-content/uploads/2022/05/White-hallbarhetsrapport-2021-ENG-webb-low-pages.pdf</a:t>
            </a:r>
          </a:p>
          <a:p>
            <a:endParaRPr lang="en-US"/>
          </a:p>
          <a:p>
            <a:r>
              <a:rPr lang="ja-JP" altLang="en-US"/>
              <a:t>教材用の模式図・仮想計算と、一次資料の建築事例を区別する。動画は未更新。正式課題</a:t>
            </a:r>
            <a:r>
              <a:rPr lang="en-US"/>
              <a:t>A1〜A4</a:t>
            </a:r>
            <a:r>
              <a:rPr lang="ja-JP" altLang="en-US"/>
              <a:t>と評価基準は変更しない。</a:t>
            </a:r>
          </a:p>
          <a:p>
            <a:endParaRPr lang="ja-JP" altLang="en-US"/>
          </a:p>
          <a:p>
            <a:r>
              <a:rPr lang="ja-JP" altLang="en-US"/>
              <a:t>再構成元：旧第</a:t>
            </a:r>
            <a:r>
              <a:rPr lang="en-US" altLang="ja-JP"/>
              <a:t>13</a:t>
            </a:r>
            <a:r>
              <a:rPr lang="ja-JP" altLang="en-US"/>
              <a:t>回・スライド</a:t>
            </a:r>
            <a:r>
              <a:rPr lang="en-US" altLang="ja-JP"/>
              <a:t>28</a:t>
            </a:r>
            <a:r>
              <a:rPr lang="ja-JP" altLang="en-US"/>
              <a:t>。新第</a:t>
            </a:r>
            <a:r>
              <a:rPr lang="en-US" altLang="ja-JP"/>
              <a:t>14</a:t>
            </a:r>
            <a:r>
              <a:rPr lang="ja-JP" altLang="en-US"/>
              <a:t>回・構造・燃焼。旧構成の参照番号や演習番号は、学習ガイドの対応表も参照。動画は旧構成の参考動画で、再構成</a:t>
            </a:r>
            <a:r>
              <a:rPr lang="en-US"/>
              <a:t>PDF</a:t>
            </a:r>
            <a:r>
              <a:rPr lang="ja-JP" altLang="en-US"/>
              <a:t>とページ順は一致しない。</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347002276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a:t>第</a:t>
            </a:r>
            <a:r>
              <a:rPr lang="en-US" altLang="ja-JP"/>
              <a:t>13</a:t>
            </a:r>
            <a:r>
              <a:rPr lang="ja-JP" altLang="en-US"/>
              <a:t>回 推敲版 </a:t>
            </a:r>
            <a:r>
              <a:rPr lang="en-US" altLang="ja-JP"/>
              <a:t>2026-10-29</a:t>
            </a:r>
          </a:p>
          <a:p>
            <a:r>
              <a:rPr lang="ja-JP" altLang="en-US"/>
              <a:t>説明・活動の設計目安：</a:t>
            </a:r>
            <a:r>
              <a:rPr lang="en-US" altLang="ja-JP"/>
              <a:t>1.4</a:t>
            </a:r>
            <a:r>
              <a:rPr lang="ja-JP" altLang="en-US"/>
              <a:t>分。動画の実測時間ではない。</a:t>
            </a:r>
          </a:p>
          <a:p>
            <a:endParaRPr lang="ja-JP" altLang="en-US"/>
          </a:p>
          <a:p>
            <a:r>
              <a:rPr lang="ja-JP" altLang="en-US"/>
              <a:t>製品の等級・ラミナの構成・接着品質・含水状態を確認し、実測の平均値、製品の表示値、設計に用いる値を区別する。大きい部材や高層建築では施工中の雨や木口の吸水、接合部の乾湿差、長期の変形なども考える。学校での模型実験と、建物に要求される品質保証の違いを説明する。</a:t>
            </a:r>
          </a:p>
          <a:p>
            <a:endParaRPr lang="ja-JP" altLang="en-US"/>
          </a:p>
          <a:p>
            <a:r>
              <a:rPr lang="ja-JP" altLang="en-US"/>
              <a:t>出典（確認：</a:t>
            </a:r>
            <a:r>
              <a:rPr lang="en-US" altLang="ja-JP"/>
              <a:t>2026-10-29</a:t>
            </a:r>
            <a:r>
              <a:rPr lang="ja-JP" altLang="en-US"/>
              <a:t>）</a:t>
            </a:r>
          </a:p>
          <a:p>
            <a:r>
              <a:rPr lang="en-US" altLang="ja-JP"/>
              <a:t>USDA Forest Products Laboratory (2021) Wood Handbook, Ch.11, pp.11–18</a:t>
            </a:r>
            <a:r>
              <a:rPr lang="ja-JP" altLang="en-US"/>
              <a:t>～</a:t>
            </a:r>
            <a:r>
              <a:rPr lang="en-US" altLang="ja-JP"/>
              <a:t>11–21 </a:t>
            </a:r>
            <a:r>
              <a:rPr lang="ja-JP" altLang="en-US"/>
              <a:t>｜ </a:t>
            </a:r>
            <a:r>
              <a:rPr lang="en-US" altLang="ja-JP"/>
              <a:t>https://research.fs.usda.gov/treesearch/62258</a:t>
            </a:r>
          </a:p>
          <a:p>
            <a:r>
              <a:rPr lang="en-US" altLang="ja-JP"/>
              <a:t>USDA Forest Products Laboratory (2021) Wood Handbook, Ch.12, CLT </a:t>
            </a:r>
            <a:r>
              <a:rPr lang="ja-JP" altLang="en-US"/>
              <a:t>｜ </a:t>
            </a:r>
            <a:r>
              <a:rPr lang="en-US" altLang="ja-JP"/>
              <a:t>https://research.fs.usda.gov/treesearch/62260</a:t>
            </a:r>
          </a:p>
          <a:p>
            <a:endParaRPr lang="en-US" altLang="ja-JP"/>
          </a:p>
          <a:p>
            <a:r>
              <a:rPr lang="ja-JP" altLang="en-US"/>
              <a:t>教材用の模式図・仮想計算と、一次資料の建築事例を区別する。動画は未更新。正式課題</a:t>
            </a:r>
            <a:r>
              <a:rPr lang="en-US" altLang="ja-JP"/>
              <a:t>A1〜A4</a:t>
            </a:r>
            <a:r>
              <a:rPr lang="ja-JP" altLang="en-US"/>
              <a:t>と評価基準は変更しない。</a:t>
            </a:r>
          </a:p>
          <a:p>
            <a:endParaRPr lang="ja-JP" altLang="en-US"/>
          </a:p>
          <a:p>
            <a:r>
              <a:rPr lang="ja-JP" altLang="en-US"/>
              <a:t>再構成元：旧第</a:t>
            </a:r>
            <a:r>
              <a:rPr lang="en-US" altLang="ja-JP"/>
              <a:t>13</a:t>
            </a:r>
            <a:r>
              <a:rPr lang="ja-JP" altLang="en-US"/>
              <a:t>回・スライド</a:t>
            </a:r>
            <a:r>
              <a:rPr lang="en-US" altLang="ja-JP"/>
              <a:t>29</a:t>
            </a:r>
            <a:r>
              <a:rPr lang="ja-JP" altLang="en-US"/>
              <a:t>。新第</a:t>
            </a:r>
            <a:r>
              <a:rPr lang="en-US" altLang="ja-JP"/>
              <a:t>14</a:t>
            </a:r>
            <a:r>
              <a:rPr lang="ja-JP" altLang="en-US"/>
              <a:t>回・構造・燃焼。旧構成の参照番号や演習番号は、学習ガイドの対応表も参照。動画は旧構成の参考動画で、再構成</a:t>
            </a:r>
            <a:r>
              <a:rPr lang="en-US" altLang="ja-JP"/>
              <a:t>PDF</a:t>
            </a:r>
            <a:r>
              <a:rPr lang="ja-JP" altLang="en-US"/>
              <a:t>とページ順は一致しない。</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153399032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a:t>第</a:t>
            </a:r>
            <a:r>
              <a:rPr lang="en-US" altLang="ja-JP"/>
              <a:t>13</a:t>
            </a:r>
            <a:r>
              <a:rPr lang="ja-JP" altLang="en-US"/>
              <a:t>回 推敲版 </a:t>
            </a:r>
            <a:r>
              <a:rPr lang="en-US" altLang="ja-JP"/>
              <a:t>2026-10-29</a:t>
            </a:r>
          </a:p>
          <a:p>
            <a:r>
              <a:rPr lang="ja-JP" altLang="en-US"/>
              <a:t>説明・活動の設計目安：</a:t>
            </a:r>
            <a:r>
              <a:rPr lang="en-US" altLang="ja-JP"/>
              <a:t>2</a:t>
            </a:r>
            <a:r>
              <a:rPr lang="ja-JP" altLang="en-US"/>
              <a:t>分。動画の実測時間ではない。</a:t>
            </a:r>
          </a:p>
          <a:p>
            <a:endParaRPr lang="ja-JP" altLang="en-US"/>
          </a:p>
          <a:p>
            <a:r>
              <a:rPr lang="ja-JP" altLang="en-US"/>
              <a:t>高層化は部材の曲げ剛性だけで決まらない。水平変形と振動、接合・転倒への抵抗、耐火性能、遮音、施工時から使用中までの水分管理、点検・補修を組み合わせて考える。</a:t>
            </a:r>
            <a:r>
              <a:rPr lang="en-US"/>
              <a:t>Brock Commons</a:t>
            </a:r>
            <a:r>
              <a:rPr lang="ja-JP" altLang="en-US"/>
              <a:t>は木質部材の石こうボード被覆などを公式資料で説明する。燃える材料かという一点と、要求される時間に構造を維持できるかを分ける。</a:t>
            </a:r>
            <a:r>
              <a:rPr lang="en-US"/>
              <a:t>CLT</a:t>
            </a:r>
            <a:r>
              <a:rPr lang="ja-JP" altLang="en-US"/>
              <a:t>や集成材という名称だけから、その建物の耐火・耐久性能を断定しない。</a:t>
            </a:r>
          </a:p>
          <a:p>
            <a:endParaRPr lang="ja-JP" altLang="en-US"/>
          </a:p>
          <a:p>
            <a:r>
              <a:rPr lang="ja-JP" altLang="en-US"/>
              <a:t>出典（確認：</a:t>
            </a:r>
            <a:r>
              <a:rPr lang="en-US" altLang="ja-JP"/>
              <a:t>2026-10-29</a:t>
            </a:r>
            <a:r>
              <a:rPr lang="ja-JP" altLang="en-US"/>
              <a:t>）</a:t>
            </a:r>
          </a:p>
          <a:p>
            <a:r>
              <a:rPr lang="en-US"/>
              <a:t>UBC Campus as a Living Lab：Brock Commons Tallwood House ｜ https://livinglabs.ubc.ca/projects/brock-commons-tallwood-house</a:t>
            </a:r>
          </a:p>
          <a:p>
            <a:r>
              <a:rPr lang="en-US"/>
              <a:t>UBC CIRS (2016) Brock Commons storyboards, STRUCTURAL SYSTEM / CONNECTIONS ｜ https://sustain.ubc.ca/sites/default/files/brock_commons_storyboards_0.pdf</a:t>
            </a:r>
          </a:p>
          <a:p>
            <a:r>
              <a:rPr lang="en-US"/>
              <a:t>USDA Forest Products Laboratory (2021) Wood Handbook, Ch.12, CLT ｜ https://research.fs.usda.gov/treesearch/62260</a:t>
            </a:r>
          </a:p>
          <a:p>
            <a:endParaRPr lang="en-US"/>
          </a:p>
          <a:p>
            <a:r>
              <a:rPr lang="ja-JP" altLang="en-US"/>
              <a:t>教材用の模式図・仮想計算と、一次資料の建築事例を区別する。動画は未更新。正式課題</a:t>
            </a:r>
            <a:r>
              <a:rPr lang="en-US"/>
              <a:t>A1〜A4</a:t>
            </a:r>
            <a:r>
              <a:rPr lang="ja-JP" altLang="en-US"/>
              <a:t>と評価基準は変更しない。</a:t>
            </a:r>
          </a:p>
          <a:p>
            <a:endParaRPr lang="ja-JP" altLang="en-US"/>
          </a:p>
          <a:p>
            <a:r>
              <a:rPr lang="ja-JP" altLang="en-US"/>
              <a:t>再構成元：旧第</a:t>
            </a:r>
            <a:r>
              <a:rPr lang="en-US" altLang="ja-JP"/>
              <a:t>13</a:t>
            </a:r>
            <a:r>
              <a:rPr lang="ja-JP" altLang="en-US"/>
              <a:t>回・スライド</a:t>
            </a:r>
            <a:r>
              <a:rPr lang="en-US" altLang="ja-JP"/>
              <a:t>30</a:t>
            </a:r>
            <a:r>
              <a:rPr lang="ja-JP" altLang="en-US"/>
              <a:t>。新第</a:t>
            </a:r>
            <a:r>
              <a:rPr lang="en-US" altLang="ja-JP"/>
              <a:t>14</a:t>
            </a:r>
            <a:r>
              <a:rPr lang="ja-JP" altLang="en-US"/>
              <a:t>回・構造・燃焼。旧構成の参照番号や演習番号は、学習ガイドの対応表も参照。動画は旧構成の参考動画で、再構成</a:t>
            </a:r>
            <a:r>
              <a:rPr lang="en-US"/>
              <a:t>PDF</a:t>
            </a:r>
            <a:r>
              <a:rPr lang="ja-JP" altLang="en-US"/>
              <a:t>とページ順は一致しない。</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85506972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ここからは加熱されたときの挙動を見ます。木材が燃えるという性質と、特定の構成の部材が火災時に荷重をどれだけ支えられるかは、別々に評価します。大断面材の炭化層の説明も、木造建物一般の安全性を保証する結論としては使いません。既存の燃焼の図と用語の区別を維持して進めます。参照：USDA Wood Handbook 2021第18章、既存の消防研究センターの自然発火解説。</a:t>
            </a:r>
          </a:p>
          <a:p>
            <a:endParaRPr/>
          </a:p>
          <a:p>
            <a:r>
              <a:t>再構成時の追加説明。90分は授業配分の設計値で、動画の実測時間ではない。正式課題を追加していない。</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175102761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a:t>本教材では、着火を燃焼の開始という広い意味で用いる。引火は炎や火花などの外部火源をきっかけとする着火、発火はそのような点火源なしで始まる着火として区別する。外部からの加熱による発火と、自己発熱が蓄積して起こる自然発火は区別する。自然発火の例は、油を含む布や大量の木材チップ等での発熱・蓄熱。消防研究センター </a:t>
            </a:r>
            <a:r>
              <a:rPr lang="en-US" altLang="ja-JP"/>
              <a:t>https://nrifd.fdma.go.jp/public_info/faq/shizenhakka/index.html </a:t>
            </a:r>
            <a:r>
              <a:rPr lang="ja-JP" altLang="en-US"/>
              <a:t>。用語の範囲は資料ごとに確認し、液体の引火点を木材の一定の着火温度と扱わない。</a:t>
            </a:r>
          </a:p>
          <a:p>
            <a:endParaRPr lang="ja-JP" altLang="en-US"/>
          </a:p>
          <a:p>
            <a:r>
              <a:rPr lang="ja-JP" altLang="en-US"/>
              <a:t>再構成元：旧第</a:t>
            </a:r>
            <a:r>
              <a:rPr lang="en-US" altLang="ja-JP"/>
              <a:t>13</a:t>
            </a:r>
            <a:r>
              <a:rPr lang="ja-JP" altLang="en-US"/>
              <a:t>回・スライド</a:t>
            </a:r>
            <a:r>
              <a:rPr lang="en-US" altLang="ja-JP"/>
              <a:t>31</a:t>
            </a:r>
            <a:r>
              <a:rPr lang="ja-JP" altLang="en-US"/>
              <a:t>。新第</a:t>
            </a:r>
            <a:r>
              <a:rPr lang="en-US" altLang="ja-JP"/>
              <a:t>14</a:t>
            </a:r>
            <a:r>
              <a:rPr lang="ja-JP" altLang="en-US"/>
              <a:t>回・構造・燃焼。旧構成の参照番号や演習番号は、学習ガイドの対応表も参照。動画は旧構成の参考動画で、再構成</a:t>
            </a:r>
            <a:r>
              <a:rPr lang="en-US" altLang="ja-JP"/>
              <a:t>PDF</a:t>
            </a:r>
            <a:r>
              <a:rPr lang="ja-JP" altLang="en-US"/>
              <a:t>とページ順は一致しない。</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352764375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a:t>第</a:t>
            </a:r>
            <a:r>
              <a:rPr lang="en-US" altLang="ja-JP"/>
              <a:t>13</a:t>
            </a:r>
            <a:r>
              <a:rPr lang="ja-JP" altLang="en-US"/>
              <a:t>回 推敲版 </a:t>
            </a:r>
            <a:r>
              <a:rPr lang="en-US" altLang="ja-JP"/>
              <a:t>2026-10-29</a:t>
            </a:r>
          </a:p>
          <a:p>
            <a:r>
              <a:rPr lang="ja-JP" altLang="en-US"/>
              <a:t>説明・活動の設計目安：</a:t>
            </a:r>
            <a:r>
              <a:rPr lang="en-US" altLang="ja-JP"/>
              <a:t>1.7</a:t>
            </a:r>
            <a:r>
              <a:rPr lang="ja-JP" altLang="en-US"/>
              <a:t>分。動画の実測時間ではない。</a:t>
            </a:r>
          </a:p>
          <a:p>
            <a:endParaRPr lang="ja-JP" altLang="en-US"/>
          </a:p>
          <a:p>
            <a:r>
              <a:rPr lang="ja-JP" altLang="en-US"/>
              <a:t>木材を加熱すると乾燥と熱分解が進み、ガス・蒸気成分と炭化した固体などが生じる。可燃性ガスが空気と混ざって燃えると炎を生じる。残った炭化層も酸素と反応して燃えることがあり、炎が目立たない燃焼もある。熱分解・炎を伴う燃焼・炭化は別の現象だが同時に進み得るため、図の矢印を必ず一方向の時間順と読まない。炭は灰と同じではなく、炭素に富む可燃性の固体である。</a:t>
            </a:r>
          </a:p>
          <a:p>
            <a:endParaRPr lang="ja-JP" altLang="en-US"/>
          </a:p>
          <a:p>
            <a:r>
              <a:rPr lang="ja-JP" altLang="en-US"/>
              <a:t>出典（確認：</a:t>
            </a:r>
            <a:r>
              <a:rPr lang="en-US" altLang="ja-JP"/>
              <a:t>2026-10-29</a:t>
            </a:r>
            <a:r>
              <a:rPr lang="ja-JP" altLang="en-US"/>
              <a:t>）</a:t>
            </a:r>
          </a:p>
          <a:p>
            <a:r>
              <a:rPr lang="en-US" altLang="ja-JP"/>
              <a:t>Dietenberger, Hasburgh &amp; Yedinak (2021) Wood Handbook, Ch.18, Fire safety </a:t>
            </a:r>
            <a:r>
              <a:rPr lang="ja-JP" altLang="en-US"/>
              <a:t>｜ </a:t>
            </a:r>
            <a:r>
              <a:rPr lang="en-US" altLang="ja-JP"/>
              <a:t>https://research.fs.usda.gov/treesearch/62268</a:t>
            </a:r>
          </a:p>
          <a:p>
            <a:r>
              <a:rPr lang="en-US" altLang="ja-JP"/>
              <a:t>American Wood Council</a:t>
            </a:r>
            <a:r>
              <a:rPr lang="ja-JP" altLang="en-US"/>
              <a:t>：</a:t>
            </a:r>
            <a:r>
              <a:rPr lang="en-US" altLang="ja-JP"/>
              <a:t>Fire Performance</a:t>
            </a:r>
            <a:r>
              <a:rPr lang="ja-JP" altLang="en-US"/>
              <a:t>（炭化と残存断面） ｜ </a:t>
            </a:r>
            <a:r>
              <a:rPr lang="en-US" altLang="ja-JP"/>
              <a:t>https://awc.org/resources/wood-products/fire-performance/</a:t>
            </a:r>
          </a:p>
          <a:p>
            <a:r>
              <a:rPr lang="en-US" altLang="ja-JP"/>
              <a:t>NEDO</a:t>
            </a:r>
            <a:r>
              <a:rPr lang="ja-JP" altLang="en-US"/>
              <a:t>：再生可能エネルギー技術白書 第</a:t>
            </a:r>
            <a:r>
              <a:rPr lang="en-US" altLang="ja-JP"/>
              <a:t>4</a:t>
            </a:r>
            <a:r>
              <a:rPr lang="ja-JP" altLang="en-US"/>
              <a:t>章、炭化／半炭化 ｜ </a:t>
            </a:r>
            <a:r>
              <a:rPr lang="en-US" altLang="ja-JP"/>
              <a:t>https://www.nedo.go.jp/content/100544819.pdf</a:t>
            </a:r>
          </a:p>
          <a:p>
            <a:endParaRPr lang="en-US" altLang="ja-JP"/>
          </a:p>
          <a:p>
            <a:r>
              <a:rPr lang="ja-JP" altLang="en-US"/>
              <a:t>教材用の模式図・仮想計算と、一次資料の建築事例を区別する。動画は未更新。正式課題</a:t>
            </a:r>
            <a:r>
              <a:rPr lang="en-US" altLang="ja-JP"/>
              <a:t>A1〜A4</a:t>
            </a:r>
            <a:r>
              <a:rPr lang="ja-JP" altLang="en-US"/>
              <a:t>と評価基準は変更しない。</a:t>
            </a:r>
          </a:p>
          <a:p>
            <a:endParaRPr lang="ja-JP" altLang="en-US"/>
          </a:p>
          <a:p>
            <a:r>
              <a:rPr lang="ja-JP" altLang="en-US"/>
              <a:t>再構成元：旧第</a:t>
            </a:r>
            <a:r>
              <a:rPr lang="en-US" altLang="ja-JP"/>
              <a:t>13</a:t>
            </a:r>
            <a:r>
              <a:rPr lang="ja-JP" altLang="en-US"/>
              <a:t>回・スライド</a:t>
            </a:r>
            <a:r>
              <a:rPr lang="en-US" altLang="ja-JP"/>
              <a:t>32</a:t>
            </a:r>
            <a:r>
              <a:rPr lang="ja-JP" altLang="en-US"/>
              <a:t>。新第</a:t>
            </a:r>
            <a:r>
              <a:rPr lang="en-US" altLang="ja-JP"/>
              <a:t>14</a:t>
            </a:r>
            <a:r>
              <a:rPr lang="ja-JP" altLang="en-US"/>
              <a:t>回・構造・燃焼。旧構成の参照番号や演習番号は、学習ガイドの対応表も参照。動画は旧構成の参考動画で、再構成</a:t>
            </a:r>
            <a:r>
              <a:rPr lang="en-US" altLang="ja-JP"/>
              <a:t>PDF</a:t>
            </a:r>
            <a:r>
              <a:rPr lang="ja-JP" altLang="en-US"/>
              <a:t>とページ順は一致しない。</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1542057219"/>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a:t>第</a:t>
            </a:r>
            <a:r>
              <a:rPr lang="en-US" altLang="ja-JP"/>
              <a:t>13</a:t>
            </a:r>
            <a:r>
              <a:rPr lang="ja-JP" altLang="en-US"/>
              <a:t>回 推敲版 </a:t>
            </a:r>
            <a:r>
              <a:rPr lang="en-US" altLang="ja-JP"/>
              <a:t>2026-10-29</a:t>
            </a:r>
          </a:p>
          <a:p>
            <a:r>
              <a:rPr lang="ja-JP" altLang="en-US"/>
              <a:t>説明・活動の設計目安：</a:t>
            </a:r>
            <a:r>
              <a:rPr lang="en-US" altLang="ja-JP"/>
              <a:t>1.8</a:t>
            </a:r>
            <a:r>
              <a:rPr lang="ja-JP" altLang="en-US"/>
              <a:t>分。動画の実測時間ではない。</a:t>
            </a:r>
          </a:p>
          <a:p>
            <a:endParaRPr lang="ja-JP" altLang="en-US"/>
          </a:p>
          <a:p>
            <a:r>
              <a:rPr lang="ja-JP" altLang="en-US"/>
              <a:t>大きな木質部材では、表面の炭化層が内部への熱移動を遅らせる一方、炭化部分は構造上の強度を期待する断面から除く。内部にも加熱による性能低下があり、未炭化部分の全体を常温の健全部として数えない。炭化層の形成は燃えないことを意味せず、被覆、接合部、接着層の高温挙動と脱落なども検討する。表面が着火しやすいかと、荷重を一定時間支えられるかは異なる性能である。図は説明用の断面で、炭化速度や耐火時間を計算するための図ではない。</a:t>
            </a:r>
          </a:p>
          <a:p>
            <a:endParaRPr lang="ja-JP" altLang="en-US"/>
          </a:p>
          <a:p>
            <a:r>
              <a:rPr lang="ja-JP" altLang="en-US"/>
              <a:t>出典（確認：</a:t>
            </a:r>
            <a:r>
              <a:rPr lang="en-US" altLang="ja-JP"/>
              <a:t>2026-10-29</a:t>
            </a:r>
            <a:r>
              <a:rPr lang="ja-JP" altLang="en-US"/>
              <a:t>）</a:t>
            </a:r>
          </a:p>
          <a:p>
            <a:r>
              <a:rPr lang="en-US" altLang="ja-JP"/>
              <a:t>American Wood Council</a:t>
            </a:r>
            <a:r>
              <a:rPr lang="ja-JP" altLang="en-US"/>
              <a:t>：</a:t>
            </a:r>
            <a:r>
              <a:rPr lang="en-US" altLang="ja-JP"/>
              <a:t>Fire Performance</a:t>
            </a:r>
            <a:r>
              <a:rPr lang="ja-JP" altLang="en-US"/>
              <a:t>（炭化と残存断面） ｜ </a:t>
            </a:r>
            <a:r>
              <a:rPr lang="en-US" altLang="ja-JP"/>
              <a:t>https://awc.org/resources/wood-products/fire-performance/</a:t>
            </a:r>
          </a:p>
          <a:p>
            <a:r>
              <a:rPr lang="en-US" altLang="ja-JP"/>
              <a:t>Dietenberger, Hasburgh &amp; Yedinak (2021) Wood Handbook, Ch.18, Fire safety </a:t>
            </a:r>
            <a:r>
              <a:rPr lang="ja-JP" altLang="en-US"/>
              <a:t>｜ </a:t>
            </a:r>
            <a:r>
              <a:rPr lang="en-US" altLang="ja-JP"/>
              <a:t>https://research.fs.usda.gov/treesearch/62268</a:t>
            </a:r>
          </a:p>
          <a:p>
            <a:r>
              <a:rPr lang="en-US" altLang="ja-JP"/>
              <a:t>UBC Campus as a Living Lab</a:t>
            </a:r>
            <a:r>
              <a:rPr lang="ja-JP" altLang="en-US"/>
              <a:t>：</a:t>
            </a:r>
            <a:r>
              <a:rPr lang="en-US" altLang="ja-JP"/>
              <a:t>Brock Commons Tallwood House </a:t>
            </a:r>
            <a:r>
              <a:rPr lang="ja-JP" altLang="en-US"/>
              <a:t>｜ </a:t>
            </a:r>
            <a:r>
              <a:rPr lang="en-US" altLang="ja-JP"/>
              <a:t>https://livinglabs.ubc.ca/projects/brock-commons-tallwood-house</a:t>
            </a:r>
          </a:p>
          <a:p>
            <a:endParaRPr lang="en-US" altLang="ja-JP"/>
          </a:p>
          <a:p>
            <a:r>
              <a:rPr lang="ja-JP" altLang="en-US"/>
              <a:t>教材用の模式図・仮想計算と、一次資料の建築事例を区別する。動画は未更新。正式課題</a:t>
            </a:r>
            <a:r>
              <a:rPr lang="en-US" altLang="ja-JP"/>
              <a:t>A1〜A4</a:t>
            </a:r>
            <a:r>
              <a:rPr lang="ja-JP" altLang="en-US"/>
              <a:t>と評価基準は変更しない。</a:t>
            </a:r>
          </a:p>
          <a:p>
            <a:endParaRPr lang="ja-JP" altLang="en-US"/>
          </a:p>
          <a:p>
            <a:r>
              <a:rPr lang="ja-JP" altLang="en-US"/>
              <a:t>再構成元：旧第</a:t>
            </a:r>
            <a:r>
              <a:rPr lang="en-US" altLang="ja-JP"/>
              <a:t>13</a:t>
            </a:r>
            <a:r>
              <a:rPr lang="ja-JP" altLang="en-US"/>
              <a:t>回・スライド</a:t>
            </a:r>
            <a:r>
              <a:rPr lang="en-US" altLang="ja-JP"/>
              <a:t>33</a:t>
            </a:r>
            <a:r>
              <a:rPr lang="ja-JP" altLang="en-US"/>
              <a:t>。新第</a:t>
            </a:r>
            <a:r>
              <a:rPr lang="en-US" altLang="ja-JP"/>
              <a:t>14</a:t>
            </a:r>
            <a:r>
              <a:rPr lang="ja-JP" altLang="en-US"/>
              <a:t>回・構造・燃焼。旧構成の参照番号や演習番号は、学習ガイドの対応表も参照。動画は旧構成の参考動画で、再構成</a:t>
            </a:r>
            <a:r>
              <a:rPr lang="en-US" altLang="ja-JP"/>
              <a:t>PDF</a:t>
            </a:r>
            <a:r>
              <a:rPr lang="ja-JP" altLang="en-US"/>
              <a:t>とページ順は一致しない。</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4128105604"/>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a:t>第</a:t>
            </a:r>
            <a:r>
              <a:rPr lang="en-US" altLang="ja-JP"/>
              <a:t>13</a:t>
            </a:r>
            <a:r>
              <a:rPr lang="ja-JP" altLang="en-US"/>
              <a:t>回 推敲版 </a:t>
            </a:r>
            <a:r>
              <a:rPr lang="en-US" altLang="ja-JP"/>
              <a:t>2026-10-29</a:t>
            </a:r>
          </a:p>
          <a:p>
            <a:r>
              <a:rPr lang="ja-JP" altLang="en-US"/>
              <a:t>説明・活動の設計目安：</a:t>
            </a:r>
            <a:r>
              <a:rPr lang="en-US" altLang="ja-JP"/>
              <a:t>2</a:t>
            </a:r>
            <a:r>
              <a:rPr lang="ja-JP" altLang="en-US"/>
              <a:t>分。動画の実測時間ではない。</a:t>
            </a:r>
          </a:p>
          <a:p>
            <a:endParaRPr lang="ja-JP" altLang="en-US"/>
          </a:p>
          <a:p>
            <a:r>
              <a:rPr lang="ja-JP" altLang="en-US"/>
              <a:t>内装・化粧／仕上げ材は、初期の燃え広がり、発熱、煙や燃焼ガス、下地との組合せを見る。外装は隣棟・開口部や外部からの炎、通気層等を含む延焼経路を考える。柱・梁・床などの構造材では、火災時の荷重支持、残存断面、被覆と接合の性能を見る。木材を一律に燃えやすい／燃えにくいと順位づけず、厚さ・密度・含水状態・表面処理と使用する位置を指定する。不燃・難燃などの材料区分と、壁・床等の部位の耐火性能は区別し、法令上の認定を本図から判断しない。</a:t>
            </a:r>
          </a:p>
          <a:p>
            <a:endParaRPr lang="ja-JP" altLang="en-US"/>
          </a:p>
          <a:p>
            <a:r>
              <a:rPr lang="ja-JP" altLang="en-US"/>
              <a:t>出典（確認：</a:t>
            </a:r>
            <a:r>
              <a:rPr lang="en-US" altLang="ja-JP"/>
              <a:t>2026-10-29</a:t>
            </a:r>
            <a:r>
              <a:rPr lang="ja-JP" altLang="en-US"/>
              <a:t>）</a:t>
            </a:r>
          </a:p>
          <a:p>
            <a:r>
              <a:rPr lang="en-US" altLang="ja-JP"/>
              <a:t>Dietenberger, Hasburgh &amp; Yedinak (2021) Wood Handbook, Ch.18, Fire safety </a:t>
            </a:r>
            <a:r>
              <a:rPr lang="ja-JP" altLang="en-US"/>
              <a:t>｜ </a:t>
            </a:r>
            <a:r>
              <a:rPr lang="en-US" altLang="ja-JP"/>
              <a:t>https://research.fs.usda.gov/treesearch/62268</a:t>
            </a:r>
          </a:p>
          <a:p>
            <a:r>
              <a:rPr lang="en-US" altLang="ja-JP"/>
              <a:t>American Wood Council</a:t>
            </a:r>
            <a:r>
              <a:rPr lang="ja-JP" altLang="en-US"/>
              <a:t>：</a:t>
            </a:r>
            <a:r>
              <a:rPr lang="en-US" altLang="ja-JP"/>
              <a:t>Fire Performance</a:t>
            </a:r>
            <a:r>
              <a:rPr lang="ja-JP" altLang="en-US"/>
              <a:t>（炭化と残存断面） ｜ </a:t>
            </a:r>
            <a:r>
              <a:rPr lang="en-US" altLang="ja-JP"/>
              <a:t>https://awc.org/resources/wood-products/fire-performance/</a:t>
            </a:r>
          </a:p>
          <a:p>
            <a:endParaRPr lang="en-US" altLang="ja-JP"/>
          </a:p>
          <a:p>
            <a:r>
              <a:rPr lang="ja-JP" altLang="en-US"/>
              <a:t>教材用の模式図・仮想計算と、一次資料の建築事例を区別する。動画は未更新。正式課題</a:t>
            </a:r>
            <a:r>
              <a:rPr lang="en-US" altLang="ja-JP"/>
              <a:t>A1〜A4</a:t>
            </a:r>
            <a:r>
              <a:rPr lang="ja-JP" altLang="en-US"/>
              <a:t>と評価基準は変更しない。</a:t>
            </a:r>
          </a:p>
          <a:p>
            <a:endParaRPr lang="ja-JP" altLang="en-US"/>
          </a:p>
          <a:p>
            <a:r>
              <a:rPr lang="ja-JP" altLang="en-US"/>
              <a:t>再構成元：旧第</a:t>
            </a:r>
            <a:r>
              <a:rPr lang="en-US" altLang="ja-JP"/>
              <a:t>13</a:t>
            </a:r>
            <a:r>
              <a:rPr lang="ja-JP" altLang="en-US"/>
              <a:t>回・スライド</a:t>
            </a:r>
            <a:r>
              <a:rPr lang="en-US" altLang="ja-JP"/>
              <a:t>34</a:t>
            </a:r>
            <a:r>
              <a:rPr lang="ja-JP" altLang="en-US"/>
              <a:t>。新第</a:t>
            </a:r>
            <a:r>
              <a:rPr lang="en-US" altLang="ja-JP"/>
              <a:t>14</a:t>
            </a:r>
            <a:r>
              <a:rPr lang="ja-JP" altLang="en-US"/>
              <a:t>回・構造・燃焼。旧構成の参照番号や演習番号は、学習ガイドの対応表も参照。動画は旧構成の参考動画で、再構成</a:t>
            </a:r>
            <a:r>
              <a:rPr lang="en-US" altLang="ja-JP"/>
              <a:t>PDF</a:t>
            </a:r>
            <a:r>
              <a:rPr lang="ja-JP" altLang="en-US"/>
              <a:t>とページ順は一致しない。</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38318476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a:t>第</a:t>
            </a:r>
            <a:r>
              <a:rPr lang="en-US" altLang="ja-JP"/>
              <a:t>13</a:t>
            </a:r>
            <a:r>
              <a:rPr lang="ja-JP" altLang="en-US"/>
              <a:t>回 推敲版 </a:t>
            </a:r>
            <a:r>
              <a:rPr lang="en-US" altLang="ja-JP"/>
              <a:t>2026-10-29</a:t>
            </a:r>
          </a:p>
          <a:p>
            <a:r>
              <a:rPr lang="ja-JP" altLang="en-US"/>
              <a:t>説明・活動の設計目安：</a:t>
            </a:r>
            <a:r>
              <a:rPr lang="en-US" altLang="ja-JP"/>
              <a:t>1.6</a:t>
            </a:r>
            <a:r>
              <a:rPr lang="ja-JP" altLang="en-US"/>
              <a:t>分。動画の実測時間ではない。</a:t>
            </a:r>
          </a:p>
          <a:p>
            <a:endParaRPr lang="ja-JP" altLang="en-US"/>
          </a:p>
          <a:p>
            <a:r>
              <a:rPr lang="ja-JP" altLang="en-US"/>
              <a:t>薪は木材を燃料として利用するもので、水分の蒸発にも熱が使われる。木炭は木材を酸素供給を制限して熱分解し、炭素に富む固体を得たもの。黒炭と白炭などで製法・性状・着火性は異なる。薪炭材とは薪や木炭の原料などに用いる木材を指す。炎を伴う気相燃焼と、炭の表面での燃焼を結びつける。見える炎が弱くても木炭等の燃焼で</a:t>
            </a:r>
            <a:r>
              <a:rPr lang="en-US" altLang="ja-JP"/>
              <a:t>CO</a:t>
            </a:r>
            <a:r>
              <a:rPr lang="ja-JP" altLang="en-US"/>
              <a:t>が生じるため、煙や炎の見た目だけでは安全を判断できない。授業では資料・映像を用い、室内で木炭燃焼を実演しない。</a:t>
            </a:r>
          </a:p>
          <a:p>
            <a:endParaRPr lang="ja-JP" altLang="en-US"/>
          </a:p>
          <a:p>
            <a:r>
              <a:rPr lang="ja-JP" altLang="en-US"/>
              <a:t>演習後の自己確認・解説</a:t>
            </a:r>
          </a:p>
          <a:p>
            <a:r>
              <a:rPr lang="ja-JP" altLang="en-US"/>
              <a:t>言えない。炭化層は内部への熱移動を遅らせるが、炭化物自体も酸素と反応して燃える。断熱効果・着火性・燃焼継続・構造耐火は別の観点。</a:t>
            </a:r>
          </a:p>
          <a:p>
            <a:endParaRPr lang="ja-JP" altLang="en-US"/>
          </a:p>
          <a:p>
            <a:r>
              <a:rPr lang="ja-JP" altLang="en-US"/>
              <a:t>出典（確認：</a:t>
            </a:r>
            <a:r>
              <a:rPr lang="en-US" altLang="ja-JP"/>
              <a:t>2026-10-29</a:t>
            </a:r>
            <a:r>
              <a:rPr lang="ja-JP" altLang="en-US"/>
              <a:t>）</a:t>
            </a:r>
          </a:p>
          <a:p>
            <a:r>
              <a:rPr lang="en-US" altLang="ja-JP"/>
              <a:t>Dietenberger, Hasburgh &amp; Yedinak (2021) Wood Handbook, Ch.18, Fire safety </a:t>
            </a:r>
            <a:r>
              <a:rPr lang="ja-JP" altLang="en-US"/>
              <a:t>｜ </a:t>
            </a:r>
            <a:r>
              <a:rPr lang="en-US" altLang="ja-JP"/>
              <a:t>https://research.fs.usda.gov/treesearch/62268</a:t>
            </a:r>
          </a:p>
          <a:p>
            <a:r>
              <a:rPr lang="en-US" altLang="ja-JP"/>
              <a:t>NEDO</a:t>
            </a:r>
            <a:r>
              <a:rPr lang="ja-JP" altLang="en-US"/>
              <a:t>：再生可能エネルギー技術白書 第</a:t>
            </a:r>
            <a:r>
              <a:rPr lang="en-US" altLang="ja-JP"/>
              <a:t>4</a:t>
            </a:r>
            <a:r>
              <a:rPr lang="ja-JP" altLang="en-US"/>
              <a:t>章、炭化／半炭化 ｜ </a:t>
            </a:r>
            <a:r>
              <a:rPr lang="en-US" altLang="ja-JP"/>
              <a:t>https://www.nedo.go.jp/content/100544819.pdf</a:t>
            </a:r>
          </a:p>
          <a:p>
            <a:r>
              <a:rPr lang="ja-JP" altLang="en-US"/>
              <a:t>林野庁：木炭の種類（黒炭・白炭の違い） ｜ </a:t>
            </a:r>
            <a:r>
              <a:rPr lang="en-US" altLang="ja-JP"/>
              <a:t>https://www.rinya.maff.go.jp/j/tokuyou/mokutan/syurui.html</a:t>
            </a:r>
          </a:p>
          <a:p>
            <a:r>
              <a:rPr lang="ja-JP" altLang="en-US"/>
              <a:t>国民生活センター：見守り新鮮情報</a:t>
            </a:r>
            <a:r>
              <a:rPr lang="en-US" altLang="ja-JP"/>
              <a:t>383</a:t>
            </a:r>
            <a:r>
              <a:rPr lang="ja-JP" altLang="en-US"/>
              <a:t>号、発電機や炭の</a:t>
            </a:r>
            <a:r>
              <a:rPr lang="en-US" altLang="ja-JP"/>
              <a:t>CO</a:t>
            </a:r>
            <a:r>
              <a:rPr lang="ja-JP" altLang="en-US"/>
              <a:t>（</a:t>
            </a:r>
            <a:r>
              <a:rPr lang="en-US" altLang="ja-JP"/>
              <a:t>2021-01-12</a:t>
            </a:r>
            <a:r>
              <a:rPr lang="ja-JP" altLang="en-US"/>
              <a:t>） ｜ </a:t>
            </a:r>
            <a:r>
              <a:rPr lang="en-US" altLang="ja-JP"/>
              <a:t>https://www.kokusen.go.jp/mimamori/pdf/shinsen_FY2020all.pdf</a:t>
            </a:r>
          </a:p>
          <a:p>
            <a:endParaRPr lang="en-US" altLang="ja-JP"/>
          </a:p>
          <a:p>
            <a:r>
              <a:rPr lang="ja-JP" altLang="en-US"/>
              <a:t>教材用の模式図・仮想計算と、一次資料の建築事例を区別する。動画は未更新。正式課題</a:t>
            </a:r>
            <a:r>
              <a:rPr lang="en-US" altLang="ja-JP"/>
              <a:t>A1〜A4</a:t>
            </a:r>
            <a:r>
              <a:rPr lang="ja-JP" altLang="en-US"/>
              <a:t>と評価基準は変更しない。</a:t>
            </a:r>
          </a:p>
          <a:p>
            <a:endParaRPr lang="ja-JP" altLang="en-US"/>
          </a:p>
          <a:p>
            <a:r>
              <a:rPr lang="ja-JP" altLang="en-US"/>
              <a:t>再構成元：旧第</a:t>
            </a:r>
            <a:r>
              <a:rPr lang="en-US" altLang="ja-JP"/>
              <a:t>13</a:t>
            </a:r>
            <a:r>
              <a:rPr lang="ja-JP" altLang="en-US"/>
              <a:t>回・スライド</a:t>
            </a:r>
            <a:r>
              <a:rPr lang="en-US" altLang="ja-JP"/>
              <a:t>35</a:t>
            </a:r>
            <a:r>
              <a:rPr lang="ja-JP" altLang="en-US"/>
              <a:t>。新第</a:t>
            </a:r>
            <a:r>
              <a:rPr lang="en-US" altLang="ja-JP"/>
              <a:t>14</a:t>
            </a:r>
            <a:r>
              <a:rPr lang="ja-JP" altLang="en-US"/>
              <a:t>回・構造・燃焼。旧構成の参照番号や演習番号は、学習ガイドの対応表も参照。動画は旧構成の参考動画で、再構成</a:t>
            </a:r>
            <a:r>
              <a:rPr lang="en-US" altLang="ja-JP"/>
              <a:t>PDF</a:t>
            </a:r>
            <a:r>
              <a:rPr lang="ja-JP" altLang="en-US"/>
              <a:t>とページ順は一致しない。</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403812071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部材や建物の使用期間を考えることは、修理と技能の継承を扱った第12回にもつながります。今回は森林の資源量と製品中の炭素を、数式と単位を使って整理します。炭素が材に残ることと、工程での排出量や他材料への代替効果を、それぞれ独立に確認します。</a:t>
            </a:r>
          </a:p>
          <a:p>
            <a:endParaRPr/>
          </a:p>
          <a:p>
            <a:r>
              <a:t>再構成時の追加説明。90分は授業配分の設計値で、動画の実測時間ではない。正式課題を追加していない。</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2419681334"/>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a:t>第</a:t>
            </a:r>
            <a:r>
              <a:rPr lang="en-US" altLang="ja-JP"/>
              <a:t>14</a:t>
            </a:r>
            <a:r>
              <a:rPr lang="ja-JP" altLang="en-US"/>
              <a:t>回 改訂 </a:t>
            </a:r>
            <a:r>
              <a:rPr lang="en-US" altLang="ja-JP"/>
              <a:t>2026-10-29</a:t>
            </a:r>
          </a:p>
          <a:p>
            <a:r>
              <a:rPr lang="ja-JP" altLang="en-US"/>
              <a:t>説明・活動の設計目安 </a:t>
            </a:r>
            <a:r>
              <a:rPr lang="en-US" altLang="ja-JP"/>
              <a:t>3</a:t>
            </a:r>
            <a:r>
              <a:rPr lang="ja-JP" altLang="en-US"/>
              <a:t>分（動画の実測時間ではない）</a:t>
            </a:r>
          </a:p>
          <a:p>
            <a:endParaRPr lang="ja-JP" altLang="en-US"/>
          </a:p>
          <a:p>
            <a:r>
              <a:rPr lang="ja-JP" altLang="en-US"/>
              <a:t>再生可能は資源が再生する性質、持続可能は利用の仕方を含む評価として区別する。植林だけでなく天然更新もある。森林の種類や土地条件に合う管理が必要で、すべての森林で同じ施業をすればよいという意味ではない。</a:t>
            </a:r>
          </a:p>
          <a:p>
            <a:endParaRPr lang="ja-JP" altLang="en-US"/>
          </a:p>
          <a:p>
            <a:r>
              <a:rPr lang="ja-JP" altLang="en-US"/>
              <a:t>出典（確認 </a:t>
            </a:r>
            <a:r>
              <a:rPr lang="en-US" altLang="ja-JP"/>
              <a:t>2026-10-29</a:t>
            </a:r>
            <a:r>
              <a:rPr lang="ja-JP" altLang="en-US"/>
              <a:t>）</a:t>
            </a:r>
          </a:p>
          <a:p>
            <a:r>
              <a:rPr lang="ja-JP" altLang="en-US"/>
              <a:t>林野庁：持続可能な社会と森林</a:t>
            </a:r>
          </a:p>
          <a:p>
            <a:r>
              <a:rPr lang="en-US" altLang="ja-JP"/>
              <a:t>https://www.rinya.maff.go.jp/j/sin_riyou/sustainability.html</a:t>
            </a:r>
          </a:p>
          <a:p>
            <a:endParaRPr lang="en-US" altLang="ja-JP"/>
          </a:p>
          <a:p>
            <a:r>
              <a:rPr lang="ja-JP" altLang="en-US"/>
              <a:t>正式課題</a:t>
            </a:r>
            <a:r>
              <a:rPr lang="en-US" altLang="ja-JP"/>
              <a:t>A1〜A4</a:t>
            </a:r>
            <a:r>
              <a:rPr lang="ja-JP" altLang="en-US"/>
              <a:t>の設問・配点は変更しない。追加問題は授業内・自主学修用。新しいページ順の動画・音声・字幕は未制作。</a:t>
            </a:r>
          </a:p>
          <a:p>
            <a:endParaRPr lang="ja-JP" altLang="en-US"/>
          </a:p>
          <a:p>
            <a:r>
              <a:rPr lang="ja-JP" altLang="en-US"/>
              <a:t>再構成元：旧第</a:t>
            </a:r>
            <a:r>
              <a:rPr lang="en-US" altLang="ja-JP"/>
              <a:t>14</a:t>
            </a:r>
            <a:r>
              <a:rPr lang="ja-JP" altLang="en-US"/>
              <a:t>回・スライド</a:t>
            </a:r>
            <a:r>
              <a:rPr lang="en-US" altLang="ja-JP"/>
              <a:t>3</a:t>
            </a:r>
            <a:r>
              <a:rPr lang="ja-JP" altLang="en-US"/>
              <a:t>。新第</a:t>
            </a:r>
            <a:r>
              <a:rPr lang="en-US" altLang="ja-JP"/>
              <a:t>14</a:t>
            </a:r>
            <a:r>
              <a:rPr lang="ja-JP" altLang="en-US"/>
              <a:t>回・資源・環境。旧構成の参照番号や演習番号は、学習ガイドの対応表も参照。動画は旧構成の参考動画で、再構成</a:t>
            </a:r>
            <a:r>
              <a:rPr lang="en-US" altLang="ja-JP"/>
              <a:t>PDF</a:t>
            </a:r>
            <a:r>
              <a:rPr lang="ja-JP" altLang="en-US"/>
              <a:t>とページ順は一致しない。</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1985890873"/>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a:t>第</a:t>
            </a:r>
            <a:r>
              <a:rPr lang="en-US" altLang="ja-JP"/>
              <a:t>14</a:t>
            </a:r>
            <a:r>
              <a:rPr lang="ja-JP" altLang="en-US"/>
              <a:t>回 改訂 </a:t>
            </a:r>
            <a:r>
              <a:rPr lang="en-US" altLang="ja-JP"/>
              <a:t>2026-10-29</a:t>
            </a:r>
          </a:p>
          <a:p>
            <a:r>
              <a:rPr lang="ja-JP" altLang="en-US"/>
              <a:t>説明・活動の設計目安 </a:t>
            </a:r>
            <a:r>
              <a:rPr lang="en-US" altLang="ja-JP"/>
              <a:t>3</a:t>
            </a:r>
            <a:r>
              <a:rPr lang="ja-JP" altLang="en-US"/>
              <a:t>分（動画の実測時間ではない）</a:t>
            </a:r>
          </a:p>
          <a:p>
            <a:endParaRPr lang="ja-JP" altLang="en-US"/>
          </a:p>
          <a:p>
            <a:r>
              <a:rPr lang="ja-JP" altLang="en-US"/>
              <a:t>植える・育てる・収穫する・製品にする・長く使う経路を示す。木材は製品から樹木へそのまま戻らない。炭素・養分の循環と、材料の再使用・再資源化は異なる。図の戻り矢印は森林更新へのつながりで、時間と労働と費用が必要。</a:t>
            </a:r>
          </a:p>
          <a:p>
            <a:endParaRPr lang="ja-JP" altLang="en-US"/>
          </a:p>
          <a:p>
            <a:r>
              <a:rPr lang="ja-JP" altLang="en-US"/>
              <a:t>出典（確認 </a:t>
            </a:r>
            <a:r>
              <a:rPr lang="en-US" altLang="ja-JP"/>
              <a:t>2026-10-29</a:t>
            </a:r>
            <a:r>
              <a:rPr lang="ja-JP" altLang="en-US"/>
              <a:t>）</a:t>
            </a:r>
          </a:p>
          <a:p>
            <a:r>
              <a:rPr lang="ja-JP" altLang="en-US"/>
              <a:t>林野庁：持続可能な社会と森林</a:t>
            </a:r>
          </a:p>
          <a:p>
            <a:r>
              <a:rPr lang="en-US" altLang="ja-JP"/>
              <a:t>https://www.rinya.maff.go.jp/j/sin_riyou/sustainability.html</a:t>
            </a:r>
          </a:p>
          <a:p>
            <a:endParaRPr lang="en-US" altLang="ja-JP"/>
          </a:p>
          <a:p>
            <a:r>
              <a:rPr lang="ja-JP" altLang="en-US"/>
              <a:t>正式課題</a:t>
            </a:r>
            <a:r>
              <a:rPr lang="en-US" altLang="ja-JP"/>
              <a:t>A1〜A4</a:t>
            </a:r>
            <a:r>
              <a:rPr lang="ja-JP" altLang="en-US"/>
              <a:t>の設問・配点は変更しない。追加問題は授業内・自主学修用。新しいページ順の動画・音声・字幕は未制作。</a:t>
            </a:r>
          </a:p>
          <a:p>
            <a:endParaRPr lang="ja-JP" altLang="en-US"/>
          </a:p>
          <a:p>
            <a:r>
              <a:rPr lang="ja-JP" altLang="en-US"/>
              <a:t>再構成元：旧第</a:t>
            </a:r>
            <a:r>
              <a:rPr lang="en-US" altLang="ja-JP"/>
              <a:t>14</a:t>
            </a:r>
            <a:r>
              <a:rPr lang="ja-JP" altLang="en-US"/>
              <a:t>回・スライド</a:t>
            </a:r>
            <a:r>
              <a:rPr lang="en-US" altLang="ja-JP"/>
              <a:t>4</a:t>
            </a:r>
            <a:r>
              <a:rPr lang="ja-JP" altLang="en-US"/>
              <a:t>。新第</a:t>
            </a:r>
            <a:r>
              <a:rPr lang="en-US" altLang="ja-JP"/>
              <a:t>14</a:t>
            </a:r>
            <a:r>
              <a:rPr lang="ja-JP" altLang="en-US"/>
              <a:t>回・資源・環境。旧構成の参照番号や演習番号は、学習ガイドの対応表も参照。動画は旧構成の参考動画で、再構成</a:t>
            </a:r>
            <a:r>
              <a:rPr lang="en-US" altLang="ja-JP"/>
              <a:t>PDF</a:t>
            </a:r>
            <a:r>
              <a:rPr lang="ja-JP" altLang="en-US"/>
              <a:t>とページ順は一致しない。</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1208122865"/>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a:t>第</a:t>
            </a:r>
            <a:r>
              <a:rPr lang="en-US" altLang="ja-JP"/>
              <a:t>14</a:t>
            </a:r>
            <a:r>
              <a:rPr lang="ja-JP" altLang="en-US"/>
              <a:t>回 改訂 </a:t>
            </a:r>
            <a:r>
              <a:rPr lang="en-US" altLang="ja-JP"/>
              <a:t>2026-10-29</a:t>
            </a:r>
          </a:p>
          <a:p>
            <a:r>
              <a:rPr lang="ja-JP" altLang="en-US"/>
              <a:t>説明・活動の設計目安 </a:t>
            </a:r>
            <a:r>
              <a:rPr lang="en-US" altLang="ja-JP"/>
              <a:t>3</a:t>
            </a:r>
            <a:r>
              <a:rPr lang="ja-JP" altLang="en-US"/>
              <a:t>分（動画の実測時間ではない）</a:t>
            </a:r>
          </a:p>
          <a:p>
            <a:endParaRPr lang="ja-JP" altLang="en-US"/>
          </a:p>
          <a:p>
            <a:r>
              <a:rPr lang="ja-JP" altLang="en-US"/>
              <a:t>蓄積を立っている木の幹の体積とした簡単な年収支モデル。全て同じ区域・期間・体積基準で数える。成長量に新しく対象になる木も含めると仮定する。枯死で立木から外れた炭素が即座に全量</a:t>
            </a:r>
            <a:r>
              <a:rPr lang="en-US" altLang="ja-JP"/>
              <a:t>CO2</a:t>
            </a:r>
            <a:r>
              <a:rPr lang="ja-JP" altLang="en-US"/>
              <a:t>になるわけではない。土壌や枯死木の炭素はこの収支の外である。</a:t>
            </a:r>
          </a:p>
          <a:p>
            <a:endParaRPr lang="ja-JP" altLang="en-US"/>
          </a:p>
          <a:p>
            <a:r>
              <a:rPr lang="ja-JP" altLang="en-US"/>
              <a:t>出典（確認 </a:t>
            </a:r>
            <a:r>
              <a:rPr lang="en-US" altLang="ja-JP"/>
              <a:t>2026-10-29</a:t>
            </a:r>
            <a:r>
              <a:rPr lang="ja-JP" altLang="en-US"/>
              <a:t>）</a:t>
            </a:r>
          </a:p>
          <a:p>
            <a:endParaRPr lang="ja-JP" altLang="en-US"/>
          </a:p>
          <a:p>
            <a:endParaRPr lang="ja-JP" altLang="en-US"/>
          </a:p>
          <a:p>
            <a:r>
              <a:rPr lang="ja-JP" altLang="en-US"/>
              <a:t>正式課題</a:t>
            </a:r>
            <a:r>
              <a:rPr lang="en-US" altLang="ja-JP"/>
              <a:t>A1〜A4</a:t>
            </a:r>
            <a:r>
              <a:rPr lang="ja-JP" altLang="en-US"/>
              <a:t>の設問・配点は変更しない。追加問題は授業内・自主学修用。新しいページ順の動画・音声・字幕は未制作。</a:t>
            </a:r>
          </a:p>
          <a:p>
            <a:endParaRPr lang="ja-JP" altLang="en-US"/>
          </a:p>
          <a:p>
            <a:r>
              <a:rPr lang="ja-JP" altLang="en-US"/>
              <a:t>再構成元：旧第</a:t>
            </a:r>
            <a:r>
              <a:rPr lang="en-US" altLang="ja-JP"/>
              <a:t>14</a:t>
            </a:r>
            <a:r>
              <a:rPr lang="ja-JP" altLang="en-US"/>
              <a:t>回・スライド</a:t>
            </a:r>
            <a:r>
              <a:rPr lang="en-US" altLang="ja-JP"/>
              <a:t>6</a:t>
            </a:r>
            <a:r>
              <a:rPr lang="ja-JP" altLang="en-US"/>
              <a:t>。新第</a:t>
            </a:r>
            <a:r>
              <a:rPr lang="en-US" altLang="ja-JP"/>
              <a:t>14</a:t>
            </a:r>
            <a:r>
              <a:rPr lang="ja-JP" altLang="en-US"/>
              <a:t>回・資源・環境。旧構成の参照番号や演習番号は、学習ガイドの対応表も参照。動画は旧構成の参考動画で、再構成</a:t>
            </a:r>
            <a:r>
              <a:rPr lang="en-US" altLang="ja-JP"/>
              <a:t>PDF</a:t>
            </a:r>
            <a:r>
              <a:rPr lang="ja-JP" altLang="en-US"/>
              <a:t>とページ順は一致しない。</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1911027115"/>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a:t>第</a:t>
            </a:r>
            <a:r>
              <a:rPr lang="en-US" altLang="ja-JP"/>
              <a:t>14</a:t>
            </a:r>
            <a:r>
              <a:rPr lang="ja-JP" altLang="en-US"/>
              <a:t>回 改訂 </a:t>
            </a:r>
            <a:r>
              <a:rPr lang="en-US" altLang="ja-JP"/>
              <a:t>2026-10-29</a:t>
            </a:r>
          </a:p>
          <a:p>
            <a:r>
              <a:rPr lang="ja-JP" altLang="en-US"/>
              <a:t>説明・活動の設計目安 </a:t>
            </a:r>
            <a:r>
              <a:rPr lang="en-US" altLang="ja-JP"/>
              <a:t>4</a:t>
            </a:r>
            <a:r>
              <a:rPr lang="ja-JP" altLang="en-US"/>
              <a:t>分（動画の実測時間ではない）</a:t>
            </a:r>
          </a:p>
          <a:p>
            <a:endParaRPr lang="ja-JP" altLang="en-US"/>
          </a:p>
          <a:p>
            <a:r>
              <a:rPr lang="en-US" altLang="ja-JP"/>
              <a:t>2</a:t>
            </a:r>
            <a:r>
              <a:rPr lang="ja-JP" altLang="en-US"/>
              <a:t>分ほど自分で計算し、残りは断定できない理由を一つ書く。仮想森林であり日本の統計値ではない。オンデマンド時は一時停止を促し、長い無音を埋め込まない。</a:t>
            </a:r>
          </a:p>
          <a:p>
            <a:endParaRPr lang="ja-JP" altLang="en-US"/>
          </a:p>
          <a:p>
            <a:r>
              <a:rPr lang="ja-JP" altLang="en-US"/>
              <a:t>演習の解説・自己確認</a:t>
            </a:r>
          </a:p>
          <a:p>
            <a:r>
              <a:rPr lang="ja-JP" altLang="en-US"/>
              <a:t>①</a:t>
            </a:r>
            <a:r>
              <a:rPr lang="en-US" altLang="ja-JP"/>
              <a:t>1000+50−40−10=1000 m³</a:t>
            </a:r>
            <a:r>
              <a:rPr lang="ja-JP" altLang="en-US"/>
              <a:t>。②</a:t>
            </a:r>
            <a:r>
              <a:rPr lang="en-US" altLang="ja-JP"/>
              <a:t>1000+50−60−10=980 m³</a:t>
            </a:r>
            <a:r>
              <a:rPr lang="ja-JP" altLang="en-US"/>
              <a:t>。③立木体積が維持されても、生物多様性、樹種・齢構成、土壌、更新費用などは未確認。</a:t>
            </a:r>
          </a:p>
          <a:p>
            <a:endParaRPr lang="ja-JP" altLang="en-US"/>
          </a:p>
          <a:p>
            <a:r>
              <a:rPr lang="ja-JP" altLang="en-US"/>
              <a:t>出典（確認 </a:t>
            </a:r>
            <a:r>
              <a:rPr lang="en-US" altLang="ja-JP"/>
              <a:t>2026-10-29</a:t>
            </a:r>
            <a:r>
              <a:rPr lang="ja-JP" altLang="en-US"/>
              <a:t>）</a:t>
            </a:r>
          </a:p>
          <a:p>
            <a:endParaRPr lang="ja-JP" altLang="en-US"/>
          </a:p>
          <a:p>
            <a:endParaRPr lang="ja-JP" altLang="en-US"/>
          </a:p>
          <a:p>
            <a:r>
              <a:rPr lang="ja-JP" altLang="en-US"/>
              <a:t>正式課題</a:t>
            </a:r>
            <a:r>
              <a:rPr lang="en-US" altLang="ja-JP"/>
              <a:t>A1〜A4</a:t>
            </a:r>
            <a:r>
              <a:rPr lang="ja-JP" altLang="en-US"/>
              <a:t>の設問・配点は変更しない。追加問題は授業内・自主学修用。新しいページ順の動画・音声・字幕は未制作。</a:t>
            </a:r>
          </a:p>
          <a:p>
            <a:endParaRPr lang="ja-JP" altLang="en-US"/>
          </a:p>
          <a:p>
            <a:r>
              <a:rPr lang="ja-JP" altLang="en-US"/>
              <a:t>再構成元：旧第</a:t>
            </a:r>
            <a:r>
              <a:rPr lang="en-US" altLang="ja-JP"/>
              <a:t>14</a:t>
            </a:r>
            <a:r>
              <a:rPr lang="ja-JP" altLang="en-US"/>
              <a:t>回・スライド</a:t>
            </a:r>
            <a:r>
              <a:rPr lang="en-US" altLang="ja-JP"/>
              <a:t>7</a:t>
            </a:r>
            <a:r>
              <a:rPr lang="ja-JP" altLang="en-US"/>
              <a:t>。新第</a:t>
            </a:r>
            <a:r>
              <a:rPr lang="en-US" altLang="ja-JP"/>
              <a:t>14</a:t>
            </a:r>
            <a:r>
              <a:rPr lang="ja-JP" altLang="en-US"/>
              <a:t>回・資源・環境。旧構成の参照番号や演習番号は、学習ガイドの対応表も参照。動画は旧構成の参考動画で、再構成</a:t>
            </a:r>
            <a:r>
              <a:rPr lang="en-US" altLang="ja-JP"/>
              <a:t>PDF</a:t>
            </a:r>
            <a:r>
              <a:rPr lang="ja-JP" altLang="en-US"/>
              <a:t>とページ順は一致しない。</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4212656528"/>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a:t>第</a:t>
            </a:r>
            <a:r>
              <a:rPr lang="en-US" altLang="ja-JP"/>
              <a:t>14</a:t>
            </a:r>
            <a:r>
              <a:rPr lang="ja-JP" altLang="en-US"/>
              <a:t>回 改訂 </a:t>
            </a:r>
            <a:r>
              <a:rPr lang="en-US" altLang="ja-JP"/>
              <a:t>2026-10-29</a:t>
            </a:r>
          </a:p>
          <a:p>
            <a:r>
              <a:rPr lang="ja-JP" altLang="en-US"/>
              <a:t>説明・活動の設計目安 </a:t>
            </a:r>
            <a:r>
              <a:rPr lang="en-US" altLang="ja-JP"/>
              <a:t>2</a:t>
            </a:r>
            <a:r>
              <a:rPr lang="ja-JP" altLang="en-US"/>
              <a:t>分（動画の実測時間ではない）</a:t>
            </a:r>
          </a:p>
          <a:p>
            <a:endParaRPr lang="ja-JP" altLang="en-US"/>
          </a:p>
          <a:p>
            <a:r>
              <a:rPr lang="ja-JP" altLang="en-US"/>
              <a:t>計算は資源量を考える入口になる。式で表した範囲と、式に入れていない範囲を区別する習慣をつくる。枯死と大気への炭素放出を同一視しない。</a:t>
            </a:r>
          </a:p>
          <a:p>
            <a:endParaRPr lang="ja-JP" altLang="en-US"/>
          </a:p>
          <a:p>
            <a:r>
              <a:rPr lang="ja-JP" altLang="en-US"/>
              <a:t>出典（確認 </a:t>
            </a:r>
            <a:r>
              <a:rPr lang="en-US" altLang="ja-JP"/>
              <a:t>2026-10-29</a:t>
            </a:r>
            <a:r>
              <a:rPr lang="ja-JP" altLang="en-US"/>
              <a:t>）</a:t>
            </a:r>
          </a:p>
          <a:p>
            <a:endParaRPr lang="ja-JP" altLang="en-US"/>
          </a:p>
          <a:p>
            <a:endParaRPr lang="ja-JP" altLang="en-US"/>
          </a:p>
          <a:p>
            <a:r>
              <a:rPr lang="ja-JP" altLang="en-US"/>
              <a:t>正式課題</a:t>
            </a:r>
            <a:r>
              <a:rPr lang="en-US" altLang="ja-JP"/>
              <a:t>A1〜A4</a:t>
            </a:r>
            <a:r>
              <a:rPr lang="ja-JP" altLang="en-US"/>
              <a:t>の設問・配点は変更しない。追加問題は授業内・自主学修用。新しいページ順の動画・音声・字幕は未制作。</a:t>
            </a:r>
          </a:p>
          <a:p>
            <a:endParaRPr lang="ja-JP" altLang="en-US"/>
          </a:p>
          <a:p>
            <a:r>
              <a:rPr lang="ja-JP" altLang="en-US"/>
              <a:t>再構成元：旧第</a:t>
            </a:r>
            <a:r>
              <a:rPr lang="en-US" altLang="ja-JP"/>
              <a:t>14</a:t>
            </a:r>
            <a:r>
              <a:rPr lang="ja-JP" altLang="en-US"/>
              <a:t>回・スライド</a:t>
            </a:r>
            <a:r>
              <a:rPr lang="en-US" altLang="ja-JP"/>
              <a:t>8</a:t>
            </a:r>
            <a:r>
              <a:rPr lang="ja-JP" altLang="en-US"/>
              <a:t>。新第</a:t>
            </a:r>
            <a:r>
              <a:rPr lang="en-US" altLang="ja-JP"/>
              <a:t>14</a:t>
            </a:r>
            <a:r>
              <a:rPr lang="ja-JP" altLang="en-US"/>
              <a:t>回・資源・環境。旧構成の参照番号や演習番号は、学習ガイドの対応表も参照。動画は旧構成の参考動画で、再構成</a:t>
            </a:r>
            <a:r>
              <a:rPr lang="en-US" altLang="ja-JP"/>
              <a:t>PDF</a:t>
            </a:r>
            <a:r>
              <a:rPr lang="ja-JP" altLang="en-US"/>
              <a:t>とページ順は一致しない。</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2213893445"/>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a:t>第</a:t>
            </a:r>
            <a:r>
              <a:rPr lang="en-US" altLang="ja-JP"/>
              <a:t>14</a:t>
            </a:r>
            <a:r>
              <a:rPr lang="ja-JP" altLang="en-US"/>
              <a:t>回 改訂 </a:t>
            </a:r>
            <a:r>
              <a:rPr lang="en-US" altLang="ja-JP"/>
              <a:t>2026-10-29</a:t>
            </a:r>
          </a:p>
          <a:p>
            <a:r>
              <a:rPr lang="ja-JP" altLang="en-US"/>
              <a:t>説明・活動の設計目安 </a:t>
            </a:r>
            <a:r>
              <a:rPr lang="en-US" altLang="ja-JP"/>
              <a:t>3</a:t>
            </a:r>
            <a:r>
              <a:rPr lang="ja-JP" altLang="en-US"/>
              <a:t>分（動画の実測時間ではない）</a:t>
            </a:r>
          </a:p>
          <a:p>
            <a:endParaRPr lang="ja-JP" altLang="en-US"/>
          </a:p>
          <a:p>
            <a:r>
              <a:rPr lang="ja-JP" altLang="en-US"/>
              <a:t>樹木の成長で大気中</a:t>
            </a:r>
            <a:r>
              <a:rPr lang="en-US" altLang="ja-JP"/>
              <a:t>CO2</a:t>
            </a:r>
            <a:r>
              <a:rPr lang="ja-JP" altLang="en-US"/>
              <a:t>の炭素が有機物になる。収穫した木材にも炭素が残り、製品の使用中は貯蔵される。使用後の分解・燃焼で大気へ戻る経路がある。矢印の太さは量を表さない。生産や輸送の排出は別に評価する。</a:t>
            </a:r>
          </a:p>
          <a:p>
            <a:endParaRPr lang="ja-JP" altLang="en-US"/>
          </a:p>
          <a:p>
            <a:r>
              <a:rPr lang="ja-JP" altLang="en-US"/>
              <a:t>出典（確認 </a:t>
            </a:r>
            <a:r>
              <a:rPr lang="en-US" altLang="ja-JP"/>
              <a:t>2026-10-29</a:t>
            </a:r>
            <a:r>
              <a:rPr lang="ja-JP" altLang="en-US"/>
              <a:t>）</a:t>
            </a:r>
          </a:p>
          <a:p>
            <a:r>
              <a:rPr lang="en-US" altLang="ja-JP"/>
              <a:t>IPCC AR6 WGIII</a:t>
            </a:r>
            <a:r>
              <a:rPr lang="ja-JP" altLang="en-US"/>
              <a:t>（</a:t>
            </a:r>
            <a:r>
              <a:rPr lang="en-US" altLang="ja-JP"/>
              <a:t>2022</a:t>
            </a:r>
            <a:r>
              <a:rPr lang="ja-JP" altLang="en-US"/>
              <a:t>）第</a:t>
            </a:r>
            <a:r>
              <a:rPr lang="en-US" altLang="ja-JP"/>
              <a:t>7</a:t>
            </a:r>
            <a:r>
              <a:rPr lang="ja-JP" altLang="en-US"/>
              <a:t>章 </a:t>
            </a:r>
            <a:r>
              <a:rPr lang="en-US" altLang="ja-JP"/>
              <a:t>7.4.5.3 Harvested wood products</a:t>
            </a:r>
          </a:p>
          <a:p>
            <a:r>
              <a:rPr lang="en-US" altLang="ja-JP"/>
              <a:t>https://www.ipcc.ch/report/ar6/wg3/chapter/chapter-7/</a:t>
            </a:r>
          </a:p>
          <a:p>
            <a:r>
              <a:rPr lang="ja-JP" altLang="en-US"/>
              <a:t>林野庁：建築物に利用した木材に係る炭素貯蔵量の表示に関するガイドライン</a:t>
            </a:r>
          </a:p>
          <a:p>
            <a:r>
              <a:rPr lang="en-US" altLang="ja-JP"/>
              <a:t>https://www.rinya.maff.go.jp/j/mokusan/mieruka.html</a:t>
            </a:r>
          </a:p>
          <a:p>
            <a:endParaRPr lang="en-US" altLang="ja-JP"/>
          </a:p>
          <a:p>
            <a:r>
              <a:rPr lang="ja-JP" altLang="en-US"/>
              <a:t>正式課題</a:t>
            </a:r>
            <a:r>
              <a:rPr lang="en-US" altLang="ja-JP"/>
              <a:t>A1〜A4</a:t>
            </a:r>
            <a:r>
              <a:rPr lang="ja-JP" altLang="en-US"/>
              <a:t>の設問・配点は変更しない。追加問題は授業内・自主学修用。新しいページ順の動画・音声・字幕は未制作。</a:t>
            </a:r>
          </a:p>
          <a:p>
            <a:endParaRPr lang="ja-JP" altLang="en-US"/>
          </a:p>
          <a:p>
            <a:r>
              <a:rPr lang="ja-JP" altLang="en-US"/>
              <a:t>再構成元：旧第</a:t>
            </a:r>
            <a:r>
              <a:rPr lang="en-US" altLang="ja-JP"/>
              <a:t>14</a:t>
            </a:r>
            <a:r>
              <a:rPr lang="ja-JP" altLang="en-US"/>
              <a:t>回・スライド</a:t>
            </a:r>
            <a:r>
              <a:rPr lang="en-US" altLang="ja-JP"/>
              <a:t>10</a:t>
            </a:r>
            <a:r>
              <a:rPr lang="ja-JP" altLang="en-US"/>
              <a:t>。新第</a:t>
            </a:r>
            <a:r>
              <a:rPr lang="en-US" altLang="ja-JP"/>
              <a:t>14</a:t>
            </a:r>
            <a:r>
              <a:rPr lang="ja-JP" altLang="en-US"/>
              <a:t>回・資源・環境。旧構成の参照番号や演習番号は、学習ガイドの対応表も参照。動画は旧構成の参考動画で、再構成</a:t>
            </a:r>
            <a:r>
              <a:rPr lang="en-US" altLang="ja-JP"/>
              <a:t>PDF</a:t>
            </a:r>
            <a:r>
              <a:rPr lang="ja-JP" altLang="en-US"/>
              <a:t>とページ順は一致しない。</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1529486250"/>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a:t>第</a:t>
            </a:r>
            <a:r>
              <a:rPr lang="en-US" altLang="ja-JP"/>
              <a:t>14</a:t>
            </a:r>
            <a:r>
              <a:rPr lang="ja-JP" altLang="en-US"/>
              <a:t>回 改訂 </a:t>
            </a:r>
            <a:r>
              <a:rPr lang="en-US" altLang="ja-JP"/>
              <a:t>2026-10-29</a:t>
            </a:r>
          </a:p>
          <a:p>
            <a:r>
              <a:rPr lang="ja-JP" altLang="en-US"/>
              <a:t>説明・活動の設計目安 </a:t>
            </a:r>
            <a:r>
              <a:rPr lang="en-US" altLang="ja-JP"/>
              <a:t>3</a:t>
            </a:r>
            <a:r>
              <a:rPr lang="ja-JP" altLang="en-US"/>
              <a:t>分（動画の実測時間ではない）</a:t>
            </a:r>
          </a:p>
          <a:p>
            <a:endParaRPr lang="ja-JP" altLang="en-US"/>
          </a:p>
          <a:p>
            <a:r>
              <a:rPr lang="ja-JP" altLang="en-US"/>
              <a:t>全乾木材の炭素質量割合</a:t>
            </a:r>
            <a:r>
              <a:rPr lang="en-US" altLang="ja-JP"/>
              <a:t>c</a:t>
            </a:r>
            <a:r>
              <a:rPr lang="ja-JP" altLang="en-US"/>
              <a:t>を</a:t>
            </a:r>
            <a:r>
              <a:rPr lang="en-US" altLang="ja-JP"/>
              <a:t>0.50</a:t>
            </a:r>
            <a:r>
              <a:rPr lang="ja-JP" altLang="en-US"/>
              <a:t>と置く説明モデル。樹種等で値は異なる。炭素の原子量</a:t>
            </a:r>
            <a:r>
              <a:rPr lang="en-US" altLang="ja-JP"/>
              <a:t>12</a:t>
            </a:r>
            <a:r>
              <a:rPr lang="ja-JP" altLang="en-US"/>
              <a:t>、</a:t>
            </a:r>
            <a:r>
              <a:rPr lang="en-US" altLang="ja-JP"/>
              <a:t>CO2</a:t>
            </a:r>
            <a:r>
              <a:rPr lang="ja-JP" altLang="en-US"/>
              <a:t>の分子量</a:t>
            </a:r>
            <a:r>
              <a:rPr lang="en-US" altLang="ja-JP"/>
              <a:t>44</a:t>
            </a:r>
            <a:r>
              <a:rPr lang="ja-JP" altLang="en-US"/>
              <a:t>から</a:t>
            </a:r>
            <a:r>
              <a:rPr lang="en-US" altLang="ja-JP"/>
              <a:t>44/12</a:t>
            </a:r>
            <a:r>
              <a:rPr lang="ja-JP" altLang="en-US"/>
              <a:t>を掛ける。これは木材に貯蔵された炭素を</a:t>
            </a:r>
            <a:r>
              <a:rPr lang="en-US" altLang="ja-JP"/>
              <a:t>CO2</a:t>
            </a:r>
            <a:r>
              <a:rPr lang="ja-JP" altLang="en-US"/>
              <a:t>質量に換算した量で、製造工程の排出量を差し引いた削減量ではない。公式ガイドラインは体積と密度の基準も指定するので、実務には原典を読む。</a:t>
            </a:r>
          </a:p>
          <a:p>
            <a:endParaRPr lang="ja-JP" altLang="en-US"/>
          </a:p>
          <a:p>
            <a:r>
              <a:rPr lang="ja-JP" altLang="en-US"/>
              <a:t>出典（確認 </a:t>
            </a:r>
            <a:r>
              <a:rPr lang="en-US" altLang="ja-JP"/>
              <a:t>2026-10-29</a:t>
            </a:r>
            <a:r>
              <a:rPr lang="ja-JP" altLang="en-US"/>
              <a:t>）</a:t>
            </a:r>
          </a:p>
          <a:p>
            <a:r>
              <a:rPr lang="ja-JP" altLang="en-US"/>
              <a:t>林野庁：建築物に利用した木材に係る炭素貯蔵量の表示に関するガイドライン</a:t>
            </a:r>
          </a:p>
          <a:p>
            <a:r>
              <a:rPr lang="en-US" altLang="ja-JP"/>
              <a:t>https://www.rinya.maff.go.jp/j/mokusan/mieruka.html</a:t>
            </a:r>
          </a:p>
          <a:p>
            <a:endParaRPr lang="en-US" altLang="ja-JP"/>
          </a:p>
          <a:p>
            <a:r>
              <a:rPr lang="ja-JP" altLang="en-US"/>
              <a:t>正式課題</a:t>
            </a:r>
            <a:r>
              <a:rPr lang="en-US" altLang="ja-JP"/>
              <a:t>A1〜A4</a:t>
            </a:r>
            <a:r>
              <a:rPr lang="ja-JP" altLang="en-US"/>
              <a:t>の設問・配点は変更しない。追加問題は授業内・自主学修用。新しいページ順の動画・音声・字幕は未制作。</a:t>
            </a:r>
          </a:p>
          <a:p>
            <a:endParaRPr lang="ja-JP" altLang="en-US"/>
          </a:p>
          <a:p>
            <a:r>
              <a:rPr lang="ja-JP" altLang="en-US"/>
              <a:t>再構成元：旧第</a:t>
            </a:r>
            <a:r>
              <a:rPr lang="en-US" altLang="ja-JP"/>
              <a:t>14</a:t>
            </a:r>
            <a:r>
              <a:rPr lang="ja-JP" altLang="en-US"/>
              <a:t>回・スライド</a:t>
            </a:r>
            <a:r>
              <a:rPr lang="en-US" altLang="ja-JP"/>
              <a:t>11</a:t>
            </a:r>
            <a:r>
              <a:rPr lang="ja-JP" altLang="en-US"/>
              <a:t>。新第</a:t>
            </a:r>
            <a:r>
              <a:rPr lang="en-US" altLang="ja-JP"/>
              <a:t>14</a:t>
            </a:r>
            <a:r>
              <a:rPr lang="ja-JP" altLang="en-US"/>
              <a:t>回・資源・環境。旧構成の参照番号や演習番号は、学習ガイドの対応表も参照。動画は旧構成の参考動画で、再構成</a:t>
            </a:r>
            <a:r>
              <a:rPr lang="en-US" altLang="ja-JP"/>
              <a:t>PDF</a:t>
            </a:r>
            <a:r>
              <a:rPr lang="ja-JP" altLang="en-US"/>
              <a:t>とページ順は一致しない。</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254981803"/>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a:t>第</a:t>
            </a:r>
            <a:r>
              <a:rPr lang="en-US" altLang="ja-JP"/>
              <a:t>14</a:t>
            </a:r>
            <a:r>
              <a:rPr lang="ja-JP" altLang="en-US"/>
              <a:t>回 改訂 </a:t>
            </a:r>
            <a:r>
              <a:rPr lang="en-US" altLang="ja-JP"/>
              <a:t>2026-10-29</a:t>
            </a:r>
          </a:p>
          <a:p>
            <a:r>
              <a:rPr lang="ja-JP" altLang="en-US"/>
              <a:t>説明・活動の設計目安 </a:t>
            </a:r>
            <a:r>
              <a:rPr lang="en-US" altLang="ja-JP"/>
              <a:t>5</a:t>
            </a:r>
            <a:r>
              <a:rPr lang="ja-JP" altLang="en-US"/>
              <a:t>分（動画の実測時間ではない）</a:t>
            </a:r>
          </a:p>
          <a:p>
            <a:endParaRPr lang="ja-JP" altLang="en-US"/>
          </a:p>
          <a:p>
            <a:r>
              <a:rPr lang="ja-JP" altLang="en-US"/>
              <a:t>式に代入する前に全体</a:t>
            </a:r>
            <a:r>
              <a:rPr lang="en-US" altLang="ja-JP"/>
              <a:t>600 kg</a:t>
            </a:r>
            <a:r>
              <a:rPr lang="ja-JP" altLang="en-US"/>
              <a:t>は全乾木材と水の合計であると描く。</a:t>
            </a:r>
            <a:r>
              <a:rPr lang="en-US" altLang="ja-JP"/>
              <a:t>20%</a:t>
            </a:r>
            <a:r>
              <a:rPr lang="ja-JP" altLang="en-US"/>
              <a:t>の分母は</a:t>
            </a:r>
            <a:r>
              <a:rPr lang="en-US" altLang="ja-JP"/>
              <a:t>600 kg</a:t>
            </a:r>
            <a:r>
              <a:rPr lang="ja-JP" altLang="en-US"/>
              <a:t>ではない。第</a:t>
            </a:r>
            <a:r>
              <a:rPr lang="en-US" altLang="ja-JP"/>
              <a:t>8</a:t>
            </a:r>
            <a:r>
              <a:rPr lang="ja-JP" altLang="en-US"/>
              <a:t>回の含水率を新しい用途に転移する問題。</a:t>
            </a:r>
          </a:p>
          <a:p>
            <a:endParaRPr lang="ja-JP" altLang="en-US"/>
          </a:p>
          <a:p>
            <a:r>
              <a:rPr lang="ja-JP" altLang="en-US"/>
              <a:t>演習の解説・自己確認</a:t>
            </a:r>
          </a:p>
          <a:p>
            <a:r>
              <a:rPr lang="en-US" altLang="ja-JP"/>
              <a:t>M₀=600/1.20=500 kg</a:t>
            </a:r>
            <a:r>
              <a:rPr lang="ja-JP" altLang="en-US"/>
              <a:t>。水</a:t>
            </a:r>
            <a:r>
              <a:rPr lang="en-US" altLang="ja-JP"/>
              <a:t>100 kg</a:t>
            </a:r>
            <a:r>
              <a:rPr lang="ja-JP" altLang="en-US"/>
              <a:t>。炭素</a:t>
            </a:r>
            <a:r>
              <a:rPr lang="en-US" altLang="ja-JP"/>
              <a:t>=500×0.50=250 kg-C</a:t>
            </a:r>
            <a:r>
              <a:rPr lang="ja-JP" altLang="en-US"/>
              <a:t>。</a:t>
            </a:r>
            <a:r>
              <a:rPr lang="en-US" altLang="ja-JP"/>
              <a:t>CO2</a:t>
            </a:r>
            <a:r>
              <a:rPr lang="ja-JP" altLang="en-US"/>
              <a:t>換算</a:t>
            </a:r>
            <a:r>
              <a:rPr lang="en-US" altLang="ja-JP"/>
              <a:t>=250×44/12=916.7 kg-CO2</a:t>
            </a:r>
            <a:r>
              <a:rPr lang="ja-JP" altLang="en-US"/>
              <a:t>。</a:t>
            </a:r>
            <a:r>
              <a:rPr lang="en-US" altLang="ja-JP"/>
              <a:t>600×0.50</a:t>
            </a:r>
            <a:r>
              <a:rPr lang="ja-JP" altLang="en-US"/>
              <a:t>を用いると水まで木材と扱う誤り。</a:t>
            </a:r>
          </a:p>
          <a:p>
            <a:endParaRPr lang="ja-JP" altLang="en-US"/>
          </a:p>
          <a:p>
            <a:r>
              <a:rPr lang="ja-JP" altLang="en-US"/>
              <a:t>出典（確認 </a:t>
            </a:r>
            <a:r>
              <a:rPr lang="en-US" altLang="ja-JP"/>
              <a:t>2026-10-29</a:t>
            </a:r>
            <a:r>
              <a:rPr lang="ja-JP" altLang="en-US"/>
              <a:t>）</a:t>
            </a:r>
          </a:p>
          <a:p>
            <a:r>
              <a:rPr lang="ja-JP" altLang="en-US"/>
              <a:t>林野庁：建築物に利用した木材に係る炭素貯蔵量の表示に関するガイドライン</a:t>
            </a:r>
          </a:p>
          <a:p>
            <a:r>
              <a:rPr lang="en-US" altLang="ja-JP"/>
              <a:t>https://www.rinya.maff.go.jp/j/mokusan/mieruka.html</a:t>
            </a:r>
          </a:p>
          <a:p>
            <a:endParaRPr lang="en-US" altLang="ja-JP"/>
          </a:p>
          <a:p>
            <a:r>
              <a:rPr lang="ja-JP" altLang="en-US"/>
              <a:t>正式課題</a:t>
            </a:r>
            <a:r>
              <a:rPr lang="en-US" altLang="ja-JP"/>
              <a:t>A1〜A4</a:t>
            </a:r>
            <a:r>
              <a:rPr lang="ja-JP" altLang="en-US"/>
              <a:t>の設問・配点は変更しない。追加問題は授業内・自主学修用。新しいページ順の動画・音声・字幕は未制作。</a:t>
            </a:r>
          </a:p>
          <a:p>
            <a:endParaRPr lang="ja-JP" altLang="en-US"/>
          </a:p>
          <a:p>
            <a:r>
              <a:rPr lang="ja-JP" altLang="en-US"/>
              <a:t>再構成元：旧第</a:t>
            </a:r>
            <a:r>
              <a:rPr lang="en-US" altLang="ja-JP"/>
              <a:t>14</a:t>
            </a:r>
            <a:r>
              <a:rPr lang="ja-JP" altLang="en-US"/>
              <a:t>回・スライド</a:t>
            </a:r>
            <a:r>
              <a:rPr lang="en-US" altLang="ja-JP"/>
              <a:t>12</a:t>
            </a:r>
            <a:r>
              <a:rPr lang="ja-JP" altLang="en-US"/>
              <a:t>。新第</a:t>
            </a:r>
            <a:r>
              <a:rPr lang="en-US" altLang="ja-JP"/>
              <a:t>14</a:t>
            </a:r>
            <a:r>
              <a:rPr lang="ja-JP" altLang="en-US"/>
              <a:t>回・資源・環境。旧構成の参照番号や演習番号は、学習ガイドの対応表も参照。動画は旧構成の参考動画で、再構成</a:t>
            </a:r>
            <a:r>
              <a:rPr lang="en-US" altLang="ja-JP"/>
              <a:t>PDF</a:t>
            </a:r>
            <a:r>
              <a:rPr lang="ja-JP" altLang="en-US"/>
              <a:t>とページ順は一致しない。</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3313948653"/>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a:t>第</a:t>
            </a:r>
            <a:r>
              <a:rPr lang="en-US" altLang="ja-JP"/>
              <a:t>14</a:t>
            </a:r>
            <a:r>
              <a:rPr lang="ja-JP" altLang="en-US"/>
              <a:t>回 改訂 </a:t>
            </a:r>
            <a:r>
              <a:rPr lang="en-US" altLang="ja-JP"/>
              <a:t>2026-10-29</a:t>
            </a:r>
          </a:p>
          <a:p>
            <a:r>
              <a:rPr lang="ja-JP" altLang="en-US"/>
              <a:t>説明・活動の設計目安 </a:t>
            </a:r>
            <a:r>
              <a:rPr lang="en-US" altLang="ja-JP"/>
              <a:t>2</a:t>
            </a:r>
            <a:r>
              <a:rPr lang="ja-JP" altLang="en-US"/>
              <a:t>分（動画の実測時間ではない）</a:t>
            </a:r>
          </a:p>
          <a:p>
            <a:endParaRPr lang="ja-JP" altLang="en-US"/>
          </a:p>
          <a:p>
            <a:r>
              <a:rPr lang="en-US" altLang="ja-JP"/>
              <a:t>500 kg</a:t>
            </a:r>
            <a:r>
              <a:rPr lang="ja-JP" altLang="en-US"/>
              <a:t>の全乾木材から求めた</a:t>
            </a:r>
            <a:r>
              <a:rPr lang="en-US" altLang="ja-JP"/>
              <a:t>250 kg-C</a:t>
            </a:r>
            <a:r>
              <a:rPr lang="ja-JP" altLang="en-US"/>
              <a:t>が、</a:t>
            </a:r>
            <a:r>
              <a:rPr lang="en-US" altLang="ja-JP"/>
              <a:t>916.7 kg-CO2</a:t>
            </a:r>
            <a:r>
              <a:rPr lang="ja-JP" altLang="en-US"/>
              <a:t>に対応する。換算すると数値が大きくなるのは酸素の質量も含むからで、木材全体の質量が増えるのではない。水分が増えただけでは貯蔵炭素は増えない。</a:t>
            </a:r>
          </a:p>
          <a:p>
            <a:endParaRPr lang="ja-JP" altLang="en-US"/>
          </a:p>
          <a:p>
            <a:r>
              <a:rPr lang="ja-JP" altLang="en-US"/>
              <a:t>出典（確認 </a:t>
            </a:r>
            <a:r>
              <a:rPr lang="en-US" altLang="ja-JP"/>
              <a:t>2026-10-29</a:t>
            </a:r>
            <a:r>
              <a:rPr lang="ja-JP" altLang="en-US"/>
              <a:t>）</a:t>
            </a:r>
          </a:p>
          <a:p>
            <a:r>
              <a:rPr lang="ja-JP" altLang="en-US"/>
              <a:t>林野庁：建築物に利用した木材に係る炭素貯蔵量の表示に関するガイドライン</a:t>
            </a:r>
          </a:p>
          <a:p>
            <a:r>
              <a:rPr lang="en-US" altLang="ja-JP"/>
              <a:t>https://www.rinya.maff.go.jp/j/mokusan/mieruka.html</a:t>
            </a:r>
          </a:p>
          <a:p>
            <a:endParaRPr lang="en-US" altLang="ja-JP"/>
          </a:p>
          <a:p>
            <a:r>
              <a:rPr lang="ja-JP" altLang="en-US"/>
              <a:t>正式課題</a:t>
            </a:r>
            <a:r>
              <a:rPr lang="en-US" altLang="ja-JP"/>
              <a:t>A1〜A4</a:t>
            </a:r>
            <a:r>
              <a:rPr lang="ja-JP" altLang="en-US"/>
              <a:t>の設問・配点は変更しない。追加問題は授業内・自主学修用。新しいページ順の動画・音声・字幕は未制作。</a:t>
            </a:r>
          </a:p>
          <a:p>
            <a:endParaRPr lang="ja-JP" altLang="en-US"/>
          </a:p>
          <a:p>
            <a:r>
              <a:rPr lang="ja-JP" altLang="en-US"/>
              <a:t>再構成元：旧第</a:t>
            </a:r>
            <a:r>
              <a:rPr lang="en-US" altLang="ja-JP"/>
              <a:t>14</a:t>
            </a:r>
            <a:r>
              <a:rPr lang="ja-JP" altLang="en-US"/>
              <a:t>回・スライド</a:t>
            </a:r>
            <a:r>
              <a:rPr lang="en-US" altLang="ja-JP"/>
              <a:t>13</a:t>
            </a:r>
            <a:r>
              <a:rPr lang="ja-JP" altLang="en-US"/>
              <a:t>。新第</a:t>
            </a:r>
            <a:r>
              <a:rPr lang="en-US" altLang="ja-JP"/>
              <a:t>14</a:t>
            </a:r>
            <a:r>
              <a:rPr lang="ja-JP" altLang="en-US"/>
              <a:t>回・資源・環境。旧構成の参照番号や演習番号は、学習ガイドの対応表も参照。動画は旧構成の参考動画で、再構成</a:t>
            </a:r>
            <a:r>
              <a:rPr lang="en-US" altLang="ja-JP"/>
              <a:t>PDF</a:t>
            </a:r>
            <a:r>
              <a:rPr lang="ja-JP" altLang="en-US"/>
              <a:t>とページ順は一致しない。</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1279815666"/>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a:t>第</a:t>
            </a:r>
            <a:r>
              <a:rPr lang="en-US" altLang="ja-JP"/>
              <a:t>14</a:t>
            </a:r>
            <a:r>
              <a:rPr lang="ja-JP" altLang="en-US"/>
              <a:t>回 改訂 </a:t>
            </a:r>
            <a:r>
              <a:rPr lang="en-US" altLang="ja-JP"/>
              <a:t>2026-10-29</a:t>
            </a:r>
          </a:p>
          <a:p>
            <a:r>
              <a:rPr lang="ja-JP" altLang="en-US"/>
              <a:t>説明・活動の設計目安 </a:t>
            </a:r>
            <a:r>
              <a:rPr lang="en-US" altLang="ja-JP"/>
              <a:t>3</a:t>
            </a:r>
            <a:r>
              <a:rPr lang="ja-JP" altLang="en-US"/>
              <a:t>分（動画の実測時間ではない）</a:t>
            </a:r>
          </a:p>
          <a:p>
            <a:endParaRPr lang="ja-JP" altLang="en-US"/>
          </a:p>
          <a:p>
            <a:r>
              <a:rPr lang="ja-JP" altLang="en-US"/>
              <a:t>貯蔵量をそのまま削減量と呼ばない。代替材の製造工程や木材の加工、森林の炭素変化、製品の寿命などで比較結果が変わる。数値にはどの境界・期間を含むかを書く。</a:t>
            </a:r>
          </a:p>
          <a:p>
            <a:endParaRPr lang="ja-JP" altLang="en-US"/>
          </a:p>
          <a:p>
            <a:r>
              <a:rPr lang="ja-JP" altLang="en-US"/>
              <a:t>出典（確認 </a:t>
            </a:r>
            <a:r>
              <a:rPr lang="en-US" altLang="ja-JP"/>
              <a:t>2026-10-29</a:t>
            </a:r>
            <a:r>
              <a:rPr lang="ja-JP" altLang="en-US"/>
              <a:t>）</a:t>
            </a:r>
          </a:p>
          <a:p>
            <a:r>
              <a:rPr lang="en-US" altLang="ja-JP"/>
              <a:t>IPCC AR6 WGIII</a:t>
            </a:r>
            <a:r>
              <a:rPr lang="ja-JP" altLang="en-US"/>
              <a:t>（</a:t>
            </a:r>
            <a:r>
              <a:rPr lang="en-US" altLang="ja-JP"/>
              <a:t>2022</a:t>
            </a:r>
            <a:r>
              <a:rPr lang="ja-JP" altLang="en-US"/>
              <a:t>）第</a:t>
            </a:r>
            <a:r>
              <a:rPr lang="en-US" altLang="ja-JP"/>
              <a:t>7</a:t>
            </a:r>
            <a:r>
              <a:rPr lang="ja-JP" altLang="en-US"/>
              <a:t>章 </a:t>
            </a:r>
            <a:r>
              <a:rPr lang="en-US" altLang="ja-JP"/>
              <a:t>7.4.5.3 Harvested wood products</a:t>
            </a:r>
          </a:p>
          <a:p>
            <a:r>
              <a:rPr lang="en-US" altLang="ja-JP"/>
              <a:t>https://www.ipcc.ch/report/ar6/wg3/chapter/chapter-7/</a:t>
            </a:r>
          </a:p>
          <a:p>
            <a:endParaRPr lang="en-US" altLang="ja-JP"/>
          </a:p>
          <a:p>
            <a:r>
              <a:rPr lang="ja-JP" altLang="en-US"/>
              <a:t>正式課題</a:t>
            </a:r>
            <a:r>
              <a:rPr lang="en-US" altLang="ja-JP"/>
              <a:t>A1〜A4</a:t>
            </a:r>
            <a:r>
              <a:rPr lang="ja-JP" altLang="en-US"/>
              <a:t>の設問・配点は変更しない。追加問題は授業内・自主学修用。新しいページ順の動画・音声・字幕は未制作。</a:t>
            </a:r>
          </a:p>
          <a:p>
            <a:endParaRPr lang="ja-JP" altLang="en-US"/>
          </a:p>
          <a:p>
            <a:r>
              <a:rPr lang="ja-JP" altLang="en-US"/>
              <a:t>再構成元：旧第</a:t>
            </a:r>
            <a:r>
              <a:rPr lang="en-US" altLang="ja-JP"/>
              <a:t>14</a:t>
            </a:r>
            <a:r>
              <a:rPr lang="ja-JP" altLang="en-US"/>
              <a:t>回・スライド</a:t>
            </a:r>
            <a:r>
              <a:rPr lang="en-US" altLang="ja-JP"/>
              <a:t>14</a:t>
            </a:r>
            <a:r>
              <a:rPr lang="ja-JP" altLang="en-US"/>
              <a:t>。新第</a:t>
            </a:r>
            <a:r>
              <a:rPr lang="en-US" altLang="ja-JP"/>
              <a:t>14</a:t>
            </a:r>
            <a:r>
              <a:rPr lang="ja-JP" altLang="en-US"/>
              <a:t>回・資源・環境。旧構成の参照番号や演習番号は、学習ガイドの対応表も参照。動画は旧構成の参考動画で、再構成</a:t>
            </a:r>
            <a:r>
              <a:rPr lang="en-US" altLang="ja-JP"/>
              <a:t>PDF</a:t>
            </a:r>
            <a:r>
              <a:rPr lang="ja-JP" altLang="en-US"/>
              <a:t>とページ順は一致しない。</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840348558"/>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a:t>第</a:t>
            </a:r>
            <a:r>
              <a:rPr lang="en-US" altLang="ja-JP"/>
              <a:t>14</a:t>
            </a:r>
            <a:r>
              <a:rPr lang="ja-JP" altLang="en-US"/>
              <a:t>回 改訂 </a:t>
            </a:r>
            <a:r>
              <a:rPr lang="en-US" altLang="ja-JP"/>
              <a:t>2026-10-29</a:t>
            </a:r>
          </a:p>
          <a:p>
            <a:r>
              <a:rPr lang="ja-JP" altLang="en-US"/>
              <a:t>説明・活動の設計目安 </a:t>
            </a:r>
            <a:r>
              <a:rPr lang="en-US" altLang="ja-JP"/>
              <a:t>2</a:t>
            </a:r>
            <a:r>
              <a:rPr lang="ja-JP" altLang="en-US"/>
              <a:t>分（動画の実測時間ではない）</a:t>
            </a:r>
          </a:p>
          <a:p>
            <a:endParaRPr lang="ja-JP" altLang="en-US"/>
          </a:p>
          <a:p>
            <a:r>
              <a:rPr lang="ja-JP" altLang="en-US"/>
              <a:t>同じ炭素量の単一製品を</a:t>
            </a:r>
            <a:r>
              <a:rPr lang="en-US" altLang="ja-JP"/>
              <a:t>10</a:t>
            </a:r>
            <a:r>
              <a:rPr lang="ja-JP" altLang="en-US"/>
              <a:t>年または</a:t>
            </a:r>
            <a:r>
              <a:rPr lang="en-US" altLang="ja-JP"/>
              <a:t>30</a:t>
            </a:r>
            <a:r>
              <a:rPr lang="ja-JP" altLang="en-US"/>
              <a:t>年で燃焼する説明図。新しい製品や再成長は図に入れていない。燃焼で放出しないという意味ではなく、製品中に残る期間が変わる。再成長の吸収には時間がかかり、瞬間的に相殺すると説明しない。</a:t>
            </a:r>
          </a:p>
          <a:p>
            <a:endParaRPr lang="ja-JP" altLang="en-US"/>
          </a:p>
          <a:p>
            <a:r>
              <a:rPr lang="ja-JP" altLang="en-US"/>
              <a:t>出典（確認 </a:t>
            </a:r>
            <a:r>
              <a:rPr lang="en-US" altLang="ja-JP"/>
              <a:t>2026-10-29</a:t>
            </a:r>
            <a:r>
              <a:rPr lang="ja-JP" altLang="en-US"/>
              <a:t>）</a:t>
            </a:r>
          </a:p>
          <a:p>
            <a:r>
              <a:rPr lang="en-US" altLang="ja-JP"/>
              <a:t>IPCC AR6 WGIII</a:t>
            </a:r>
            <a:r>
              <a:rPr lang="ja-JP" altLang="en-US"/>
              <a:t>（</a:t>
            </a:r>
            <a:r>
              <a:rPr lang="en-US" altLang="ja-JP"/>
              <a:t>2022</a:t>
            </a:r>
            <a:r>
              <a:rPr lang="ja-JP" altLang="en-US"/>
              <a:t>）第</a:t>
            </a:r>
            <a:r>
              <a:rPr lang="en-US" altLang="ja-JP"/>
              <a:t>7</a:t>
            </a:r>
            <a:r>
              <a:rPr lang="ja-JP" altLang="en-US"/>
              <a:t>章 </a:t>
            </a:r>
            <a:r>
              <a:rPr lang="en-US" altLang="ja-JP"/>
              <a:t>7.4.5.3 Harvested wood products</a:t>
            </a:r>
          </a:p>
          <a:p>
            <a:r>
              <a:rPr lang="en-US" altLang="ja-JP"/>
              <a:t>https://www.ipcc.ch/report/ar6/wg3/chapter/chapter-7/</a:t>
            </a:r>
          </a:p>
          <a:p>
            <a:endParaRPr lang="en-US" altLang="ja-JP"/>
          </a:p>
          <a:p>
            <a:r>
              <a:rPr lang="ja-JP" altLang="en-US"/>
              <a:t>正式課題</a:t>
            </a:r>
            <a:r>
              <a:rPr lang="en-US" altLang="ja-JP"/>
              <a:t>A1〜A4</a:t>
            </a:r>
            <a:r>
              <a:rPr lang="ja-JP" altLang="en-US"/>
              <a:t>の設問・配点は変更しない。追加問題は授業内・自主学修用。新しいページ順の動画・音声・字幕は未制作。</a:t>
            </a:r>
          </a:p>
          <a:p>
            <a:endParaRPr lang="ja-JP" altLang="en-US"/>
          </a:p>
          <a:p>
            <a:r>
              <a:rPr lang="ja-JP" altLang="en-US"/>
              <a:t>再構成元：旧第</a:t>
            </a:r>
            <a:r>
              <a:rPr lang="en-US" altLang="ja-JP"/>
              <a:t>14</a:t>
            </a:r>
            <a:r>
              <a:rPr lang="ja-JP" altLang="en-US"/>
              <a:t>回・スライド</a:t>
            </a:r>
            <a:r>
              <a:rPr lang="en-US" altLang="ja-JP"/>
              <a:t>15</a:t>
            </a:r>
            <a:r>
              <a:rPr lang="ja-JP" altLang="en-US"/>
              <a:t>。新第</a:t>
            </a:r>
            <a:r>
              <a:rPr lang="en-US" altLang="ja-JP"/>
              <a:t>14</a:t>
            </a:r>
            <a:r>
              <a:rPr lang="ja-JP" altLang="en-US"/>
              <a:t>回・資源・環境。旧構成の参照番号や演習番号は、学習ガイドの対応表も参照。動画は旧構成の参考動画で、再構成</a:t>
            </a:r>
            <a:r>
              <a:rPr lang="en-US" altLang="ja-JP"/>
              <a:t>PDF</a:t>
            </a:r>
            <a:r>
              <a:rPr lang="ja-JP" altLang="en-US"/>
              <a:t>とページ順は一致しない。</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3734417456"/>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a:t>第</a:t>
            </a:r>
            <a:r>
              <a:rPr lang="en-US" altLang="ja-JP"/>
              <a:t>14</a:t>
            </a:r>
            <a:r>
              <a:rPr lang="ja-JP" altLang="en-US"/>
              <a:t>回 改訂 </a:t>
            </a:r>
            <a:r>
              <a:rPr lang="en-US" altLang="ja-JP"/>
              <a:t>2026-10-29</a:t>
            </a:r>
          </a:p>
          <a:p>
            <a:r>
              <a:rPr lang="ja-JP" altLang="en-US"/>
              <a:t>説明・活動の設計目安 </a:t>
            </a:r>
            <a:r>
              <a:rPr lang="en-US" altLang="ja-JP"/>
              <a:t>3</a:t>
            </a:r>
            <a:r>
              <a:rPr lang="ja-JP" altLang="en-US"/>
              <a:t>分（動画の実測時間ではない）</a:t>
            </a:r>
          </a:p>
          <a:p>
            <a:endParaRPr lang="ja-JP" altLang="en-US"/>
          </a:p>
          <a:p>
            <a:r>
              <a:rPr lang="en-US" altLang="ja-JP"/>
              <a:t>LCA</a:t>
            </a:r>
            <a:r>
              <a:rPr lang="ja-JP" altLang="en-US"/>
              <a:t>はライフサイクルアセスメント。機能単位・期間・システム境界を定めて原料調達から使用後まで見る。温室効果ガス以外の影響もある。次の演習は工程排出の一部を合計する仮想例で、完全な</a:t>
            </a:r>
            <a:r>
              <a:rPr lang="en-US" altLang="ja-JP"/>
              <a:t>LCA</a:t>
            </a:r>
            <a:r>
              <a:rPr lang="ja-JP" altLang="en-US"/>
              <a:t>でも実製品の環境宣言でもない。</a:t>
            </a:r>
          </a:p>
          <a:p>
            <a:endParaRPr lang="ja-JP" altLang="en-US"/>
          </a:p>
          <a:p>
            <a:r>
              <a:rPr lang="ja-JP" altLang="en-US"/>
              <a:t>出典（確認 </a:t>
            </a:r>
            <a:r>
              <a:rPr lang="en-US" altLang="ja-JP"/>
              <a:t>2026-10-29</a:t>
            </a:r>
            <a:r>
              <a:rPr lang="ja-JP" altLang="en-US"/>
              <a:t>）</a:t>
            </a:r>
          </a:p>
          <a:p>
            <a:r>
              <a:rPr lang="en-US" altLang="ja-JP"/>
              <a:t>IPCC AR6 WGIII</a:t>
            </a:r>
            <a:r>
              <a:rPr lang="ja-JP" altLang="en-US"/>
              <a:t>（</a:t>
            </a:r>
            <a:r>
              <a:rPr lang="en-US" altLang="ja-JP"/>
              <a:t>2022</a:t>
            </a:r>
            <a:r>
              <a:rPr lang="ja-JP" altLang="en-US"/>
              <a:t>）第</a:t>
            </a:r>
            <a:r>
              <a:rPr lang="en-US" altLang="ja-JP"/>
              <a:t>7</a:t>
            </a:r>
            <a:r>
              <a:rPr lang="ja-JP" altLang="en-US"/>
              <a:t>章 </a:t>
            </a:r>
            <a:r>
              <a:rPr lang="en-US" altLang="ja-JP"/>
              <a:t>7.4.5.3 Harvested wood products</a:t>
            </a:r>
          </a:p>
          <a:p>
            <a:r>
              <a:rPr lang="en-US" altLang="ja-JP"/>
              <a:t>https://www.ipcc.ch/report/ar6/wg3/chapter/chapter-7/</a:t>
            </a:r>
          </a:p>
          <a:p>
            <a:r>
              <a:rPr lang="ja-JP" altLang="en-US"/>
              <a:t>林野庁：持続可能な社会と森林</a:t>
            </a:r>
          </a:p>
          <a:p>
            <a:r>
              <a:rPr lang="en-US" altLang="ja-JP"/>
              <a:t>https://www.rinya.maff.go.jp/j/sin_riyou/sustainability.html</a:t>
            </a:r>
          </a:p>
          <a:p>
            <a:endParaRPr lang="en-US" altLang="ja-JP"/>
          </a:p>
          <a:p>
            <a:r>
              <a:rPr lang="ja-JP" altLang="en-US"/>
              <a:t>正式課題</a:t>
            </a:r>
            <a:r>
              <a:rPr lang="en-US" altLang="ja-JP"/>
              <a:t>A1〜A4</a:t>
            </a:r>
            <a:r>
              <a:rPr lang="ja-JP" altLang="en-US"/>
              <a:t>の設問・配点は変更しない。追加問題は授業内・自主学修用。新しいページ順の動画・音声・字幕は未制作。</a:t>
            </a:r>
          </a:p>
          <a:p>
            <a:endParaRPr lang="ja-JP" altLang="en-US"/>
          </a:p>
          <a:p>
            <a:r>
              <a:rPr lang="ja-JP" altLang="en-US"/>
              <a:t>再構成元：旧第</a:t>
            </a:r>
            <a:r>
              <a:rPr lang="en-US" altLang="ja-JP"/>
              <a:t>14</a:t>
            </a:r>
            <a:r>
              <a:rPr lang="ja-JP" altLang="en-US"/>
              <a:t>回・スライド</a:t>
            </a:r>
            <a:r>
              <a:rPr lang="en-US" altLang="ja-JP"/>
              <a:t>16</a:t>
            </a:r>
            <a:r>
              <a:rPr lang="ja-JP" altLang="en-US"/>
              <a:t>。新第</a:t>
            </a:r>
            <a:r>
              <a:rPr lang="en-US" altLang="ja-JP"/>
              <a:t>14</a:t>
            </a:r>
            <a:r>
              <a:rPr lang="ja-JP" altLang="en-US"/>
              <a:t>回・資源・環境。旧構成の参照番号や演習番号は、学習ガイドの対応表も参照。動画は旧構成の参考動画で、再構成</a:t>
            </a:r>
            <a:r>
              <a:rPr lang="en-US" altLang="ja-JP"/>
              <a:t>PDF</a:t>
            </a:r>
            <a:r>
              <a:rPr lang="ja-JP" altLang="en-US"/>
              <a:t>とページ順は一致しない。</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514516385"/>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a:t>第</a:t>
            </a:r>
            <a:r>
              <a:rPr lang="en-US" altLang="ja-JP"/>
              <a:t>14</a:t>
            </a:r>
            <a:r>
              <a:rPr lang="ja-JP" altLang="en-US"/>
              <a:t>回 改訂 </a:t>
            </a:r>
            <a:r>
              <a:rPr lang="en-US" altLang="ja-JP"/>
              <a:t>2026-10-29</a:t>
            </a:r>
          </a:p>
          <a:p>
            <a:r>
              <a:rPr lang="ja-JP" altLang="en-US"/>
              <a:t>説明・活動の設計目安 </a:t>
            </a:r>
            <a:r>
              <a:rPr lang="en-US" altLang="ja-JP"/>
              <a:t>3</a:t>
            </a:r>
            <a:r>
              <a:rPr lang="ja-JP" altLang="en-US"/>
              <a:t>分（動画の実測時間ではない）</a:t>
            </a:r>
          </a:p>
          <a:p>
            <a:endParaRPr lang="ja-JP" altLang="en-US"/>
          </a:p>
          <a:p>
            <a:r>
              <a:rPr lang="ja-JP" altLang="en-US"/>
              <a:t>機能・安全性が同等と仮定した棚</a:t>
            </a:r>
            <a:r>
              <a:rPr lang="en-US" altLang="ja-JP"/>
              <a:t>1</a:t>
            </a:r>
            <a:r>
              <a:rPr lang="ja-JP" altLang="en-US"/>
              <a:t>台分の</a:t>
            </a:r>
            <a:r>
              <a:rPr lang="en-US" altLang="ja-JP"/>
              <a:t>30</a:t>
            </a:r>
            <a:r>
              <a:rPr lang="ja-JP" altLang="en-US"/>
              <a:t>年間。</a:t>
            </a:r>
            <a:r>
              <a:rPr lang="en-US" altLang="ja-JP"/>
              <a:t>A</a:t>
            </a:r>
            <a:r>
              <a:rPr lang="ja-JP" altLang="en-US"/>
              <a:t>は寿命</a:t>
            </a:r>
            <a:r>
              <a:rPr lang="en-US" altLang="ja-JP"/>
              <a:t>10</a:t>
            </a:r>
            <a:r>
              <a:rPr lang="ja-JP" altLang="en-US"/>
              <a:t>年で</a:t>
            </a:r>
            <a:r>
              <a:rPr lang="en-US" altLang="ja-JP"/>
              <a:t>0</a:t>
            </a:r>
            <a:r>
              <a:rPr lang="ja-JP" altLang="en-US"/>
              <a:t>・</a:t>
            </a:r>
            <a:r>
              <a:rPr lang="en-US" altLang="ja-JP"/>
              <a:t>10</a:t>
            </a:r>
            <a:r>
              <a:rPr lang="ja-JP" altLang="en-US"/>
              <a:t>・</a:t>
            </a:r>
            <a:r>
              <a:rPr lang="en-US" altLang="ja-JP"/>
              <a:t>20</a:t>
            </a:r>
            <a:r>
              <a:rPr lang="ja-JP" altLang="en-US"/>
              <a:t>年に</a:t>
            </a:r>
            <a:r>
              <a:rPr lang="en-US" altLang="ja-JP"/>
              <a:t>3</a:t>
            </a:r>
            <a:r>
              <a:rPr lang="ja-JP" altLang="en-US"/>
              <a:t>台製造。</a:t>
            </a:r>
            <a:r>
              <a:rPr lang="en-US" altLang="ja-JP"/>
              <a:t>B</a:t>
            </a:r>
            <a:r>
              <a:rPr lang="ja-JP" altLang="en-US"/>
              <a:t>は</a:t>
            </a:r>
            <a:r>
              <a:rPr lang="en-US" altLang="ja-JP"/>
              <a:t>30</a:t>
            </a:r>
            <a:r>
              <a:rPr lang="ja-JP" altLang="en-US"/>
              <a:t>年使用し</a:t>
            </a:r>
            <a:r>
              <a:rPr lang="en-US" altLang="ja-JP"/>
              <a:t>10</a:t>
            </a:r>
            <a:r>
              <a:rPr lang="ja-JP" altLang="en-US"/>
              <a:t>・</a:t>
            </a:r>
            <a:r>
              <a:rPr lang="en-US" altLang="ja-JP"/>
              <a:t>20</a:t>
            </a:r>
            <a:r>
              <a:rPr lang="ja-JP" altLang="en-US"/>
              <a:t>年に手入れ。期間末に最後の棚も処理する。数値は全て説明用の仮想値。輸送は製造欄に含む。この演習では生物由来炭素の吸収・貯蔵・放出、森林変化は計上しない。</a:t>
            </a:r>
          </a:p>
          <a:p>
            <a:endParaRPr lang="ja-JP" altLang="en-US"/>
          </a:p>
          <a:p>
            <a:r>
              <a:rPr lang="ja-JP" altLang="en-US"/>
              <a:t>出典（確認 </a:t>
            </a:r>
            <a:r>
              <a:rPr lang="en-US" altLang="ja-JP"/>
              <a:t>2026-10-29</a:t>
            </a:r>
            <a:r>
              <a:rPr lang="ja-JP" altLang="en-US"/>
              <a:t>）</a:t>
            </a:r>
          </a:p>
          <a:p>
            <a:endParaRPr lang="ja-JP" altLang="en-US"/>
          </a:p>
          <a:p>
            <a:endParaRPr lang="ja-JP" altLang="en-US"/>
          </a:p>
          <a:p>
            <a:r>
              <a:rPr lang="ja-JP" altLang="en-US"/>
              <a:t>正式課題</a:t>
            </a:r>
            <a:r>
              <a:rPr lang="en-US" altLang="ja-JP"/>
              <a:t>A1〜A4</a:t>
            </a:r>
            <a:r>
              <a:rPr lang="ja-JP" altLang="en-US"/>
              <a:t>の設問・配点は変更しない。追加問題は授業内・自主学修用。新しいページ順の動画・音声・字幕は未制作。</a:t>
            </a:r>
          </a:p>
          <a:p>
            <a:endParaRPr lang="ja-JP" altLang="en-US"/>
          </a:p>
          <a:p>
            <a:r>
              <a:rPr lang="ja-JP" altLang="en-US"/>
              <a:t>再構成元：旧第</a:t>
            </a:r>
            <a:r>
              <a:rPr lang="en-US" altLang="ja-JP"/>
              <a:t>14</a:t>
            </a:r>
            <a:r>
              <a:rPr lang="ja-JP" altLang="en-US"/>
              <a:t>回・スライド</a:t>
            </a:r>
            <a:r>
              <a:rPr lang="en-US" altLang="ja-JP"/>
              <a:t>17</a:t>
            </a:r>
            <a:r>
              <a:rPr lang="ja-JP" altLang="en-US"/>
              <a:t>。新第</a:t>
            </a:r>
            <a:r>
              <a:rPr lang="en-US" altLang="ja-JP"/>
              <a:t>14</a:t>
            </a:r>
            <a:r>
              <a:rPr lang="ja-JP" altLang="en-US"/>
              <a:t>回・資源・環境。旧構成の参照番号や演習番号は、学習ガイドの対応表も参照。動画は旧構成の参考動画で、再構成</a:t>
            </a:r>
            <a:r>
              <a:rPr lang="en-US" altLang="ja-JP"/>
              <a:t>PDF</a:t>
            </a:r>
            <a:r>
              <a:rPr lang="ja-JP" altLang="en-US"/>
              <a:t>とページ順は一致しない。</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127566018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a:t>第</a:t>
            </a:r>
            <a:r>
              <a:rPr lang="en-US" altLang="ja-JP"/>
              <a:t>14</a:t>
            </a:r>
            <a:r>
              <a:rPr lang="ja-JP" altLang="en-US"/>
              <a:t>回 改訂 </a:t>
            </a:r>
            <a:r>
              <a:rPr lang="en-US" altLang="ja-JP"/>
              <a:t>2026-10-29</a:t>
            </a:r>
          </a:p>
          <a:p>
            <a:r>
              <a:rPr lang="ja-JP" altLang="en-US"/>
              <a:t>説明・活動の設計目安 </a:t>
            </a:r>
            <a:r>
              <a:rPr lang="en-US" altLang="ja-JP"/>
              <a:t>4</a:t>
            </a:r>
            <a:r>
              <a:rPr lang="ja-JP" altLang="en-US"/>
              <a:t>分（動画の実測時間ではない）</a:t>
            </a:r>
          </a:p>
          <a:p>
            <a:endParaRPr lang="ja-JP" altLang="en-US"/>
          </a:p>
          <a:p>
            <a:r>
              <a:rPr lang="ja-JP" altLang="en-US"/>
              <a:t>タイムラインの</a:t>
            </a:r>
            <a:r>
              <a:rPr lang="en-US" altLang="ja-JP"/>
              <a:t>0</a:t>
            </a:r>
            <a:r>
              <a:rPr lang="ja-JP" altLang="en-US"/>
              <a:t>・</a:t>
            </a:r>
            <a:r>
              <a:rPr lang="en-US" altLang="ja-JP"/>
              <a:t>10</a:t>
            </a:r>
            <a:r>
              <a:rPr lang="ja-JP" altLang="en-US"/>
              <a:t>・</a:t>
            </a:r>
            <a:r>
              <a:rPr lang="en-US" altLang="ja-JP"/>
              <a:t>20</a:t>
            </a:r>
            <a:r>
              <a:rPr lang="ja-JP" altLang="en-US"/>
              <a:t>・</a:t>
            </a:r>
            <a:r>
              <a:rPr lang="en-US" altLang="ja-JP"/>
              <a:t>30</a:t>
            </a:r>
            <a:r>
              <a:rPr lang="ja-JP" altLang="en-US"/>
              <a:t>年に注目する。</a:t>
            </a:r>
            <a:r>
              <a:rPr lang="en-US" altLang="ja-JP"/>
              <a:t>A</a:t>
            </a:r>
            <a:r>
              <a:rPr lang="ja-JP" altLang="en-US"/>
              <a:t>を</a:t>
            </a:r>
            <a:r>
              <a:rPr lang="en-US" altLang="ja-JP"/>
              <a:t>4</a:t>
            </a:r>
            <a:r>
              <a:rPr lang="ja-JP" altLang="en-US"/>
              <a:t>台としない。</a:t>
            </a:r>
            <a:r>
              <a:rPr lang="en-US" altLang="ja-JP"/>
              <a:t>30</a:t>
            </a:r>
            <a:r>
              <a:rPr lang="ja-JP" altLang="en-US"/>
              <a:t>年間の利用終了時に</a:t>
            </a:r>
            <a:r>
              <a:rPr lang="en-US" altLang="ja-JP"/>
              <a:t>4</a:t>
            </a:r>
            <a:r>
              <a:rPr lang="ja-JP" altLang="en-US"/>
              <a:t>台目を購入しない。各方式の合計を求め、寿命の仮定が変わると結論が変わるか説明する。</a:t>
            </a:r>
          </a:p>
          <a:p>
            <a:endParaRPr lang="ja-JP" altLang="en-US"/>
          </a:p>
          <a:p>
            <a:r>
              <a:rPr lang="ja-JP" altLang="en-US"/>
              <a:t>演習の解説・自己確認</a:t>
            </a:r>
          </a:p>
          <a:p>
            <a:r>
              <a:rPr lang="en-US" altLang="ja-JP"/>
              <a:t>A=5×3+1×3=18 kg-CO2e</a:t>
            </a:r>
            <a:r>
              <a:rPr lang="ja-JP" altLang="en-US"/>
              <a:t>。</a:t>
            </a:r>
            <a:r>
              <a:rPr lang="en-US" altLang="ja-JP"/>
              <a:t>B=9+1×2+1=12 kg-CO2e</a:t>
            </a:r>
            <a:r>
              <a:rPr lang="ja-JP" altLang="en-US"/>
              <a:t>。</a:t>
            </a:r>
            <a:r>
              <a:rPr lang="en-US" altLang="ja-JP"/>
              <a:t>B</a:t>
            </a:r>
            <a:r>
              <a:rPr lang="ja-JP" altLang="en-US"/>
              <a:t>の方が</a:t>
            </a:r>
            <a:r>
              <a:rPr lang="en-US" altLang="ja-JP"/>
              <a:t>6 kg</a:t>
            </a:r>
            <a:r>
              <a:rPr lang="ja-JP" altLang="en-US"/>
              <a:t>少ないのはこの仮定した範囲内。</a:t>
            </a:r>
            <a:r>
              <a:rPr lang="en-US" altLang="ja-JP"/>
              <a:t>B</a:t>
            </a:r>
            <a:r>
              <a:rPr lang="ja-JP" altLang="en-US"/>
              <a:t>の寿命が</a:t>
            </a:r>
            <a:r>
              <a:rPr lang="en-US" altLang="ja-JP"/>
              <a:t>10</a:t>
            </a:r>
            <a:r>
              <a:rPr lang="ja-JP" altLang="en-US"/>
              <a:t>年なら</a:t>
            </a:r>
            <a:r>
              <a:rPr lang="en-US" altLang="ja-JP"/>
              <a:t>3</a:t>
            </a:r>
            <a:r>
              <a:rPr lang="ja-JP" altLang="en-US"/>
              <a:t>台の製造だけで</a:t>
            </a:r>
            <a:r>
              <a:rPr lang="en-US" altLang="ja-JP"/>
              <a:t>27 kg</a:t>
            </a:r>
            <a:r>
              <a:rPr lang="ja-JP" altLang="en-US"/>
              <a:t>となり、当初の優劣を保証しない。</a:t>
            </a:r>
          </a:p>
          <a:p>
            <a:endParaRPr lang="ja-JP" altLang="en-US"/>
          </a:p>
          <a:p>
            <a:r>
              <a:rPr lang="ja-JP" altLang="en-US"/>
              <a:t>出典（確認 </a:t>
            </a:r>
            <a:r>
              <a:rPr lang="en-US" altLang="ja-JP"/>
              <a:t>2026-10-29</a:t>
            </a:r>
            <a:r>
              <a:rPr lang="ja-JP" altLang="en-US"/>
              <a:t>）</a:t>
            </a:r>
          </a:p>
          <a:p>
            <a:endParaRPr lang="ja-JP" altLang="en-US"/>
          </a:p>
          <a:p>
            <a:endParaRPr lang="ja-JP" altLang="en-US"/>
          </a:p>
          <a:p>
            <a:r>
              <a:rPr lang="ja-JP" altLang="en-US"/>
              <a:t>正式課題</a:t>
            </a:r>
            <a:r>
              <a:rPr lang="en-US" altLang="ja-JP"/>
              <a:t>A1〜A4</a:t>
            </a:r>
            <a:r>
              <a:rPr lang="ja-JP" altLang="en-US"/>
              <a:t>の設問・配点は変更しない。追加問題は授業内・自主学修用。新しいページ順の動画・音声・字幕は未制作。</a:t>
            </a:r>
          </a:p>
          <a:p>
            <a:endParaRPr lang="ja-JP" altLang="en-US"/>
          </a:p>
          <a:p>
            <a:r>
              <a:rPr lang="ja-JP" altLang="en-US"/>
              <a:t>再構成元：旧第</a:t>
            </a:r>
            <a:r>
              <a:rPr lang="en-US" altLang="ja-JP"/>
              <a:t>14</a:t>
            </a:r>
            <a:r>
              <a:rPr lang="ja-JP" altLang="en-US"/>
              <a:t>回・スライド</a:t>
            </a:r>
            <a:r>
              <a:rPr lang="en-US" altLang="ja-JP"/>
              <a:t>18</a:t>
            </a:r>
            <a:r>
              <a:rPr lang="ja-JP" altLang="en-US"/>
              <a:t>。新第</a:t>
            </a:r>
            <a:r>
              <a:rPr lang="en-US" altLang="ja-JP"/>
              <a:t>14</a:t>
            </a:r>
            <a:r>
              <a:rPr lang="ja-JP" altLang="en-US"/>
              <a:t>回・資源・環境。旧構成の参照番号や演習番号は、学習ガイドの対応表も参照。動画は旧構成の参考動画で、再構成</a:t>
            </a:r>
            <a:r>
              <a:rPr lang="en-US" altLang="ja-JP"/>
              <a:t>PDF</a:t>
            </a:r>
            <a:r>
              <a:rPr lang="ja-JP" altLang="en-US"/>
              <a:t>とページ順は一致しない。</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811540664"/>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a:t>第</a:t>
            </a:r>
            <a:r>
              <a:rPr lang="en-US" altLang="ja-JP"/>
              <a:t>14</a:t>
            </a:r>
            <a:r>
              <a:rPr lang="ja-JP" altLang="en-US"/>
              <a:t>回 改訂 </a:t>
            </a:r>
            <a:r>
              <a:rPr lang="en-US" altLang="ja-JP"/>
              <a:t>2026-10-29</a:t>
            </a:r>
          </a:p>
          <a:p>
            <a:r>
              <a:rPr lang="ja-JP" altLang="en-US"/>
              <a:t>説明・活動の設計目安 </a:t>
            </a:r>
            <a:r>
              <a:rPr lang="en-US" altLang="ja-JP"/>
              <a:t>2</a:t>
            </a:r>
            <a:r>
              <a:rPr lang="ja-JP" altLang="en-US"/>
              <a:t>分（動画の実測時間ではない）</a:t>
            </a:r>
          </a:p>
          <a:p>
            <a:endParaRPr lang="ja-JP" altLang="en-US"/>
          </a:p>
          <a:p>
            <a:r>
              <a:rPr lang="ja-JP" altLang="en-US"/>
              <a:t>初期の製造排出が大きくても交換回数が減ると合計が小さくなり得るという仕組みを理解する。木材と他材料の実測優劣を主張する演習ではない。</a:t>
            </a:r>
            <a:r>
              <a:rPr lang="en-US" altLang="ja-JP"/>
              <a:t>CO2e</a:t>
            </a:r>
            <a:r>
              <a:rPr lang="ja-JP" altLang="en-US"/>
              <a:t>は</a:t>
            </a:r>
            <a:r>
              <a:rPr lang="en-US" altLang="ja-JP"/>
              <a:t>CO2</a:t>
            </a:r>
            <a:r>
              <a:rPr lang="ja-JP" altLang="en-US"/>
              <a:t>以外の温室効果ガスも換算した表記で、前の貯蔵炭素の</a:t>
            </a:r>
            <a:r>
              <a:rPr lang="en-US" altLang="ja-JP"/>
              <a:t>CO2</a:t>
            </a:r>
            <a:r>
              <a:rPr lang="ja-JP" altLang="en-US"/>
              <a:t>換算と区別する。</a:t>
            </a:r>
          </a:p>
          <a:p>
            <a:endParaRPr lang="ja-JP" altLang="en-US"/>
          </a:p>
          <a:p>
            <a:r>
              <a:rPr lang="ja-JP" altLang="en-US"/>
              <a:t>出典（確認 </a:t>
            </a:r>
            <a:r>
              <a:rPr lang="en-US" altLang="ja-JP"/>
              <a:t>2026-10-29</a:t>
            </a:r>
            <a:r>
              <a:rPr lang="ja-JP" altLang="en-US"/>
              <a:t>）</a:t>
            </a:r>
          </a:p>
          <a:p>
            <a:endParaRPr lang="ja-JP" altLang="en-US"/>
          </a:p>
          <a:p>
            <a:endParaRPr lang="ja-JP" altLang="en-US"/>
          </a:p>
          <a:p>
            <a:r>
              <a:rPr lang="ja-JP" altLang="en-US"/>
              <a:t>正式課題</a:t>
            </a:r>
            <a:r>
              <a:rPr lang="en-US" altLang="ja-JP"/>
              <a:t>A1〜A4</a:t>
            </a:r>
            <a:r>
              <a:rPr lang="ja-JP" altLang="en-US"/>
              <a:t>の設問・配点は変更しない。追加問題は授業内・自主学修用。新しいページ順の動画・音声・字幕は未制作。</a:t>
            </a:r>
          </a:p>
          <a:p>
            <a:endParaRPr lang="ja-JP" altLang="en-US"/>
          </a:p>
          <a:p>
            <a:r>
              <a:rPr lang="ja-JP" altLang="en-US"/>
              <a:t>再構成元：旧第</a:t>
            </a:r>
            <a:r>
              <a:rPr lang="en-US" altLang="ja-JP"/>
              <a:t>14</a:t>
            </a:r>
            <a:r>
              <a:rPr lang="ja-JP" altLang="en-US"/>
              <a:t>回・スライド</a:t>
            </a:r>
            <a:r>
              <a:rPr lang="en-US" altLang="ja-JP"/>
              <a:t>19</a:t>
            </a:r>
            <a:r>
              <a:rPr lang="ja-JP" altLang="en-US"/>
              <a:t>。新第</a:t>
            </a:r>
            <a:r>
              <a:rPr lang="en-US" altLang="ja-JP"/>
              <a:t>14</a:t>
            </a:r>
            <a:r>
              <a:rPr lang="ja-JP" altLang="en-US"/>
              <a:t>回・資源・環境。旧構成の参照番号や演習番号は、学習ガイドの対応表も参照。動画は旧構成の参考動画で、再構成</a:t>
            </a:r>
            <a:r>
              <a:rPr lang="en-US" altLang="ja-JP"/>
              <a:t>PDF</a:t>
            </a:r>
            <a:r>
              <a:rPr lang="ja-JP" altLang="en-US"/>
              <a:t>とページ順は一致しない。</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2109547188"/>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a:t>第</a:t>
            </a:r>
            <a:r>
              <a:rPr lang="en-US" altLang="ja-JP"/>
              <a:t>14</a:t>
            </a:r>
            <a:r>
              <a:rPr lang="ja-JP" altLang="en-US"/>
              <a:t>回 改訂 </a:t>
            </a:r>
            <a:r>
              <a:rPr lang="en-US" altLang="ja-JP"/>
              <a:t>2026-10-29</a:t>
            </a:r>
          </a:p>
          <a:p>
            <a:r>
              <a:rPr lang="ja-JP" altLang="en-US"/>
              <a:t>説明・活動の設計目安 </a:t>
            </a:r>
            <a:r>
              <a:rPr lang="en-US" altLang="ja-JP"/>
              <a:t>3</a:t>
            </a:r>
            <a:r>
              <a:rPr lang="ja-JP" altLang="en-US"/>
              <a:t>分（動画の実測時間ではない）</a:t>
            </a:r>
          </a:p>
          <a:p>
            <a:endParaRPr lang="ja-JP" altLang="en-US"/>
          </a:p>
          <a:p>
            <a:r>
              <a:rPr lang="ja-JP" altLang="en-US"/>
              <a:t>同じ製品を再使用、部材を外して再利用、チップ等へ再資源化、燃料利用など複数の経路がある。上から順に必ず実行できるという階段ではない。接着剤・塗料・保存処理・異物・寸法・性能履歴が用途を制約する。分別・運搬・処理にも負荷がある。</a:t>
            </a:r>
          </a:p>
          <a:p>
            <a:endParaRPr lang="ja-JP" altLang="en-US"/>
          </a:p>
          <a:p>
            <a:r>
              <a:rPr lang="ja-JP" altLang="en-US"/>
              <a:t>出典（確認 </a:t>
            </a:r>
            <a:r>
              <a:rPr lang="en-US" altLang="ja-JP"/>
              <a:t>2026-10-29</a:t>
            </a:r>
            <a:r>
              <a:rPr lang="ja-JP" altLang="en-US"/>
              <a:t>）</a:t>
            </a:r>
          </a:p>
          <a:p>
            <a:r>
              <a:rPr lang="ja-JP" altLang="en-US"/>
              <a:t>林野庁：持続可能な社会と森林</a:t>
            </a:r>
          </a:p>
          <a:p>
            <a:r>
              <a:rPr lang="en-US" altLang="ja-JP"/>
              <a:t>https://www.rinya.maff.go.jp/j/sin_riyou/sustainability.html</a:t>
            </a:r>
          </a:p>
          <a:p>
            <a:endParaRPr lang="en-US" altLang="ja-JP"/>
          </a:p>
          <a:p>
            <a:r>
              <a:rPr lang="ja-JP" altLang="en-US"/>
              <a:t>正式課題</a:t>
            </a:r>
            <a:r>
              <a:rPr lang="en-US" altLang="ja-JP"/>
              <a:t>A1〜A4</a:t>
            </a:r>
            <a:r>
              <a:rPr lang="ja-JP" altLang="en-US"/>
              <a:t>の設問・配点は変更しない。追加問題は授業内・自主学修用。新しいページ順の動画・音声・字幕は未制作。</a:t>
            </a:r>
          </a:p>
          <a:p>
            <a:endParaRPr lang="ja-JP" altLang="en-US"/>
          </a:p>
          <a:p>
            <a:r>
              <a:rPr lang="ja-JP" altLang="en-US"/>
              <a:t>再構成元：旧第</a:t>
            </a:r>
            <a:r>
              <a:rPr lang="en-US" altLang="ja-JP"/>
              <a:t>14</a:t>
            </a:r>
            <a:r>
              <a:rPr lang="ja-JP" altLang="en-US"/>
              <a:t>回・スライド</a:t>
            </a:r>
            <a:r>
              <a:rPr lang="en-US" altLang="ja-JP"/>
              <a:t>20</a:t>
            </a:r>
            <a:r>
              <a:rPr lang="ja-JP" altLang="en-US"/>
              <a:t>。新第</a:t>
            </a:r>
            <a:r>
              <a:rPr lang="en-US" altLang="ja-JP"/>
              <a:t>14</a:t>
            </a:r>
            <a:r>
              <a:rPr lang="ja-JP" altLang="en-US"/>
              <a:t>回・資源・環境。旧構成の参照番号や演習番号は、学習ガイドの対応表も参照。動画は旧構成の参考動画で、再構成</a:t>
            </a:r>
            <a:r>
              <a:rPr lang="en-US" altLang="ja-JP"/>
              <a:t>PDF</a:t>
            </a:r>
            <a:r>
              <a:rPr lang="ja-JP" altLang="en-US"/>
              <a:t>とページ順は一致しない。</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985345466"/>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a:t>第</a:t>
            </a:r>
            <a:r>
              <a:rPr lang="en-US" altLang="ja-JP"/>
              <a:t>14</a:t>
            </a:r>
            <a:r>
              <a:rPr lang="ja-JP" altLang="en-US"/>
              <a:t>回 改訂 </a:t>
            </a:r>
            <a:r>
              <a:rPr lang="en-US" altLang="ja-JP"/>
              <a:t>2026-10-29</a:t>
            </a:r>
          </a:p>
          <a:p>
            <a:r>
              <a:rPr lang="ja-JP" altLang="en-US"/>
              <a:t>説明・活動の設計目安 </a:t>
            </a:r>
            <a:r>
              <a:rPr lang="en-US" altLang="ja-JP"/>
              <a:t>3</a:t>
            </a:r>
            <a:r>
              <a:rPr lang="ja-JP" altLang="en-US"/>
              <a:t>分（動画の実測時間ではない）</a:t>
            </a:r>
          </a:p>
          <a:p>
            <a:endParaRPr lang="ja-JP" altLang="en-US"/>
          </a:p>
          <a:p>
            <a:r>
              <a:rPr lang="ja-JP" altLang="en-US"/>
              <a:t>加工前後を同じ全乾質量基準で比較。製品</a:t>
            </a:r>
            <a:r>
              <a:rPr lang="en-US" altLang="ja-JP"/>
              <a:t>60 kg</a:t>
            </a:r>
            <a:r>
              <a:rPr lang="ja-JP" altLang="en-US"/>
              <a:t>、再資源化するチップ</a:t>
            </a:r>
            <a:r>
              <a:rPr lang="en-US" altLang="ja-JP"/>
              <a:t>25 kg</a:t>
            </a:r>
            <a:r>
              <a:rPr lang="ja-JP" altLang="en-US"/>
              <a:t>、燃料にする端材・粉</a:t>
            </a:r>
            <a:r>
              <a:rPr lang="en-US" altLang="ja-JP"/>
              <a:t>15 kg</a:t>
            </a:r>
            <a:r>
              <a:rPr lang="ja-JP" altLang="en-US"/>
              <a:t>と仮定。</a:t>
            </a:r>
            <a:r>
              <a:rPr lang="en-US" altLang="ja-JP"/>
              <a:t>100%</a:t>
            </a:r>
            <a:r>
              <a:rPr lang="ja-JP" altLang="en-US"/>
              <a:t>が製品として歩留まりになるわけではない。材料利用率とエネルギー利用率を混ぜない。</a:t>
            </a:r>
          </a:p>
          <a:p>
            <a:endParaRPr lang="ja-JP" altLang="en-US"/>
          </a:p>
          <a:p>
            <a:r>
              <a:rPr lang="ja-JP" altLang="en-US"/>
              <a:t>演習の解説・自己確認</a:t>
            </a:r>
          </a:p>
          <a:p>
            <a:r>
              <a:rPr lang="ja-JP" altLang="en-US"/>
              <a:t>製品歩留まり</a:t>
            </a:r>
            <a:r>
              <a:rPr lang="en-US" altLang="ja-JP"/>
              <a:t>60%</a:t>
            </a:r>
            <a:r>
              <a:rPr lang="ja-JP" altLang="en-US"/>
              <a:t>。製品と再資源化用チップを合わせた材料利用率</a:t>
            </a:r>
            <a:r>
              <a:rPr lang="en-US" altLang="ja-JP"/>
              <a:t>85%</a:t>
            </a:r>
            <a:r>
              <a:rPr lang="ja-JP" altLang="en-US"/>
              <a:t>。燃料向け</a:t>
            </a:r>
            <a:r>
              <a:rPr lang="en-US" altLang="ja-JP"/>
              <a:t>15%</a:t>
            </a:r>
            <a:r>
              <a:rPr lang="ja-JP" altLang="en-US"/>
              <a:t>。この割振りは回収できた量のモデルで、再資源化工程で新たな損失が出ることもある。</a:t>
            </a:r>
          </a:p>
          <a:p>
            <a:endParaRPr lang="ja-JP" altLang="en-US"/>
          </a:p>
          <a:p>
            <a:r>
              <a:rPr lang="ja-JP" altLang="en-US"/>
              <a:t>出典（確認 </a:t>
            </a:r>
            <a:r>
              <a:rPr lang="en-US" altLang="ja-JP"/>
              <a:t>2026-10-29</a:t>
            </a:r>
            <a:r>
              <a:rPr lang="ja-JP" altLang="en-US"/>
              <a:t>）</a:t>
            </a:r>
          </a:p>
          <a:p>
            <a:endParaRPr lang="ja-JP" altLang="en-US"/>
          </a:p>
          <a:p>
            <a:endParaRPr lang="ja-JP" altLang="en-US"/>
          </a:p>
          <a:p>
            <a:r>
              <a:rPr lang="ja-JP" altLang="en-US"/>
              <a:t>正式課題</a:t>
            </a:r>
            <a:r>
              <a:rPr lang="en-US" altLang="ja-JP"/>
              <a:t>A1〜A4</a:t>
            </a:r>
            <a:r>
              <a:rPr lang="ja-JP" altLang="en-US"/>
              <a:t>の設問・配点は変更しない。追加問題は授業内・自主学修用。新しいページ順の動画・音声・字幕は未制作。</a:t>
            </a:r>
          </a:p>
          <a:p>
            <a:endParaRPr lang="ja-JP" altLang="en-US"/>
          </a:p>
          <a:p>
            <a:r>
              <a:rPr lang="ja-JP" altLang="en-US"/>
              <a:t>再構成元：旧第</a:t>
            </a:r>
            <a:r>
              <a:rPr lang="en-US" altLang="ja-JP"/>
              <a:t>14</a:t>
            </a:r>
            <a:r>
              <a:rPr lang="ja-JP" altLang="en-US"/>
              <a:t>回・スライド</a:t>
            </a:r>
            <a:r>
              <a:rPr lang="en-US" altLang="ja-JP"/>
              <a:t>21</a:t>
            </a:r>
            <a:r>
              <a:rPr lang="ja-JP" altLang="en-US"/>
              <a:t>。新第</a:t>
            </a:r>
            <a:r>
              <a:rPr lang="en-US" altLang="ja-JP"/>
              <a:t>14</a:t>
            </a:r>
            <a:r>
              <a:rPr lang="ja-JP" altLang="en-US"/>
              <a:t>回・資源・環境。旧構成の参照番号や演習番号は、学習ガイドの対応表も参照。動画は旧構成の参考動画で、再構成</a:t>
            </a:r>
            <a:r>
              <a:rPr lang="en-US" altLang="ja-JP"/>
              <a:t>PDF</a:t>
            </a:r>
            <a:r>
              <a:rPr lang="ja-JP" altLang="en-US"/>
              <a:t>とページ順は一致しない。</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358397997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a:t>第</a:t>
            </a:r>
            <a:r>
              <a:rPr lang="en-US" altLang="ja-JP"/>
              <a:t>14</a:t>
            </a:r>
            <a:r>
              <a:rPr lang="ja-JP" altLang="en-US"/>
              <a:t>回 改訂 </a:t>
            </a:r>
            <a:r>
              <a:rPr lang="en-US" altLang="ja-JP"/>
              <a:t>2026-10-29</a:t>
            </a:r>
          </a:p>
          <a:p>
            <a:r>
              <a:rPr lang="ja-JP" altLang="en-US"/>
              <a:t>説明・活動の設計目安 </a:t>
            </a:r>
            <a:r>
              <a:rPr lang="en-US" altLang="ja-JP"/>
              <a:t>3</a:t>
            </a:r>
            <a:r>
              <a:rPr lang="ja-JP" altLang="en-US"/>
              <a:t>分（動画の実測時間ではない）</a:t>
            </a:r>
          </a:p>
          <a:p>
            <a:endParaRPr lang="ja-JP" altLang="en-US"/>
          </a:p>
          <a:p>
            <a:r>
              <a:rPr lang="ja-JP" altLang="en-US"/>
              <a:t>手入れしやすい形、濡れにくい設置、交換できる部材、接合部へのアクセスを考える。ねじ接合が常に接着より優れるという順位ではない。接合の剛性・強度や安全性、耐水性を満たす必要がある。第</a:t>
            </a:r>
            <a:r>
              <a:rPr lang="en-US" altLang="ja-JP"/>
              <a:t>10</a:t>
            </a:r>
            <a:r>
              <a:rPr lang="ja-JP" altLang="en-US"/>
              <a:t>・</a:t>
            </a:r>
            <a:r>
              <a:rPr lang="en-US" altLang="ja-JP"/>
              <a:t>11</a:t>
            </a:r>
            <a:r>
              <a:rPr lang="ja-JP" altLang="en-US"/>
              <a:t>回の防腐・接着・塗装を長期利用へ結び直す。</a:t>
            </a:r>
          </a:p>
          <a:p>
            <a:endParaRPr lang="ja-JP" altLang="en-US"/>
          </a:p>
          <a:p>
            <a:r>
              <a:rPr lang="ja-JP" altLang="en-US"/>
              <a:t>出典（確認 </a:t>
            </a:r>
            <a:r>
              <a:rPr lang="en-US" altLang="ja-JP"/>
              <a:t>2026-10-29</a:t>
            </a:r>
            <a:r>
              <a:rPr lang="ja-JP" altLang="en-US"/>
              <a:t>）</a:t>
            </a:r>
          </a:p>
          <a:p>
            <a:r>
              <a:rPr lang="en-US" altLang="ja-JP"/>
              <a:t>USDA Wood Handbook</a:t>
            </a:r>
            <a:r>
              <a:rPr lang="ja-JP" altLang="en-US"/>
              <a:t>（</a:t>
            </a:r>
            <a:r>
              <a:rPr lang="en-US" altLang="ja-JP"/>
              <a:t>2021</a:t>
            </a:r>
            <a:r>
              <a:rPr lang="ja-JP" altLang="en-US"/>
              <a:t>）第</a:t>
            </a:r>
            <a:r>
              <a:rPr lang="en-US" altLang="ja-JP"/>
              <a:t>8</a:t>
            </a:r>
            <a:r>
              <a:rPr lang="ja-JP" altLang="en-US"/>
              <a:t>章 </a:t>
            </a:r>
            <a:r>
              <a:rPr lang="en-US" altLang="ja-JP"/>
              <a:t>Fastenings</a:t>
            </a:r>
          </a:p>
          <a:p>
            <a:r>
              <a:rPr lang="en-US" altLang="ja-JP"/>
              <a:t>https://research.fs.usda.gov/treesearch/62253</a:t>
            </a:r>
          </a:p>
          <a:p>
            <a:endParaRPr lang="en-US" altLang="ja-JP"/>
          </a:p>
          <a:p>
            <a:r>
              <a:rPr lang="ja-JP" altLang="en-US"/>
              <a:t>正式課題</a:t>
            </a:r>
            <a:r>
              <a:rPr lang="en-US" altLang="ja-JP"/>
              <a:t>A1〜A4</a:t>
            </a:r>
            <a:r>
              <a:rPr lang="ja-JP" altLang="en-US"/>
              <a:t>の設問・配点は変更しない。追加問題は授業内・自主学修用。新しいページ順の動画・音声・字幕は未制作。</a:t>
            </a:r>
          </a:p>
          <a:p>
            <a:endParaRPr lang="ja-JP" altLang="en-US"/>
          </a:p>
          <a:p>
            <a:r>
              <a:rPr lang="ja-JP" altLang="en-US"/>
              <a:t>再構成元：旧第</a:t>
            </a:r>
            <a:r>
              <a:rPr lang="en-US" altLang="ja-JP"/>
              <a:t>14</a:t>
            </a:r>
            <a:r>
              <a:rPr lang="ja-JP" altLang="en-US"/>
              <a:t>回・スライド</a:t>
            </a:r>
            <a:r>
              <a:rPr lang="en-US" altLang="ja-JP"/>
              <a:t>22</a:t>
            </a:r>
            <a:r>
              <a:rPr lang="ja-JP" altLang="en-US"/>
              <a:t>。新第</a:t>
            </a:r>
            <a:r>
              <a:rPr lang="en-US" altLang="ja-JP"/>
              <a:t>14</a:t>
            </a:r>
            <a:r>
              <a:rPr lang="ja-JP" altLang="en-US"/>
              <a:t>回・資源・環境。旧構成の参照番号や演習番号は、学習ガイドの対応表も参照。動画は旧構成の参考動画で、再構成</a:t>
            </a:r>
            <a:r>
              <a:rPr lang="en-US" altLang="ja-JP"/>
              <a:t>PDF</a:t>
            </a:r>
            <a:r>
              <a:rPr lang="ja-JP" altLang="en-US"/>
              <a:t>とページ順は一致しない。</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177654253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a:t>第</a:t>
            </a:r>
            <a:r>
              <a:rPr lang="en-US" altLang="ja-JP"/>
              <a:t>14</a:t>
            </a:r>
            <a:r>
              <a:rPr lang="ja-JP" altLang="en-US"/>
              <a:t>回 改訂 </a:t>
            </a:r>
            <a:r>
              <a:rPr lang="en-US" altLang="ja-JP"/>
              <a:t>2026-10-29</a:t>
            </a:r>
          </a:p>
          <a:p>
            <a:r>
              <a:rPr lang="ja-JP" altLang="en-US"/>
              <a:t>説明・活動の設計目安 </a:t>
            </a:r>
            <a:r>
              <a:rPr lang="en-US" altLang="ja-JP"/>
              <a:t>2</a:t>
            </a:r>
            <a:r>
              <a:rPr lang="ja-JP" altLang="en-US"/>
              <a:t>分（動画の実測時間ではない）</a:t>
            </a:r>
          </a:p>
          <a:p>
            <a:endParaRPr lang="ja-JP" altLang="en-US"/>
          </a:p>
          <a:p>
            <a:r>
              <a:rPr lang="en-US" altLang="ja-JP"/>
              <a:t>FSC</a:t>
            </a:r>
            <a:r>
              <a:rPr lang="ja-JP" altLang="en-US"/>
              <a:t>の森林管理認証と</a:t>
            </a:r>
            <a:r>
              <a:rPr lang="en-US" altLang="ja-JP"/>
              <a:t>CoC</a:t>
            </a:r>
            <a:r>
              <a:rPr lang="ja-JP" altLang="en-US"/>
              <a:t>は役割が違う。認証マークだけで、その製品の全生涯</a:t>
            </a:r>
            <a:r>
              <a:rPr lang="en-US" altLang="ja-JP"/>
              <a:t>CO2</a:t>
            </a:r>
            <a:r>
              <a:rPr lang="ja-JP" altLang="en-US"/>
              <a:t>がゼロだと判断しない。産地だけから環境負荷の順位を決めない。法律の適合性については最新の原典に基づく別の確認が必要で、ここでは特定製品の適法性を判定しない。</a:t>
            </a:r>
          </a:p>
          <a:p>
            <a:endParaRPr lang="ja-JP" altLang="en-US"/>
          </a:p>
          <a:p>
            <a:r>
              <a:rPr lang="ja-JP" altLang="en-US"/>
              <a:t>出典（確認 </a:t>
            </a:r>
            <a:r>
              <a:rPr lang="en-US" altLang="ja-JP"/>
              <a:t>2026-10-29</a:t>
            </a:r>
            <a:r>
              <a:rPr lang="ja-JP" altLang="en-US"/>
              <a:t>）</a:t>
            </a:r>
          </a:p>
          <a:p>
            <a:r>
              <a:rPr lang="en-US" altLang="ja-JP"/>
              <a:t>FSC</a:t>
            </a:r>
            <a:r>
              <a:rPr lang="ja-JP" altLang="en-US"/>
              <a:t>：</a:t>
            </a:r>
            <a:r>
              <a:rPr lang="en-US" altLang="ja-JP"/>
              <a:t>Standards</a:t>
            </a:r>
            <a:r>
              <a:rPr lang="ja-JP" altLang="en-US"/>
              <a:t>（森林管理・加工流通過程）</a:t>
            </a:r>
          </a:p>
          <a:p>
            <a:r>
              <a:rPr lang="en-US" altLang="ja-JP"/>
              <a:t>https://fsc.org/en/standards</a:t>
            </a:r>
          </a:p>
          <a:p>
            <a:endParaRPr lang="en-US" altLang="ja-JP"/>
          </a:p>
          <a:p>
            <a:r>
              <a:rPr lang="ja-JP" altLang="en-US"/>
              <a:t>正式課題</a:t>
            </a:r>
            <a:r>
              <a:rPr lang="en-US" altLang="ja-JP"/>
              <a:t>A1〜A4</a:t>
            </a:r>
            <a:r>
              <a:rPr lang="ja-JP" altLang="en-US"/>
              <a:t>の設問・配点は変更しない。追加問題は授業内・自主学修用。新しいページ順の動画・音声・字幕は未制作。</a:t>
            </a:r>
          </a:p>
          <a:p>
            <a:endParaRPr lang="ja-JP" altLang="en-US"/>
          </a:p>
          <a:p>
            <a:r>
              <a:rPr lang="ja-JP" altLang="en-US"/>
              <a:t>再構成元：旧第</a:t>
            </a:r>
            <a:r>
              <a:rPr lang="en-US" altLang="ja-JP"/>
              <a:t>14</a:t>
            </a:r>
            <a:r>
              <a:rPr lang="ja-JP" altLang="en-US"/>
              <a:t>回・スライド</a:t>
            </a:r>
            <a:r>
              <a:rPr lang="en-US" altLang="ja-JP"/>
              <a:t>23</a:t>
            </a:r>
            <a:r>
              <a:rPr lang="ja-JP" altLang="en-US"/>
              <a:t>。新第</a:t>
            </a:r>
            <a:r>
              <a:rPr lang="en-US" altLang="ja-JP"/>
              <a:t>14</a:t>
            </a:r>
            <a:r>
              <a:rPr lang="ja-JP" altLang="en-US"/>
              <a:t>回・資源・環境。旧構成の参照番号や演習番号は、学習ガイドの対応表も参照。動画は旧構成の参考動画で、再構成</a:t>
            </a:r>
            <a:r>
              <a:rPr lang="en-US" altLang="ja-JP"/>
              <a:t>PDF</a:t>
            </a:r>
            <a:r>
              <a:rPr lang="ja-JP" altLang="en-US"/>
              <a:t>とページ順は一致しない。</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2285234372"/>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木造と他の構造を比較する計画を立てます。同じ用途や床面積、使用期間をそろえたうえで、構造と接合、火災時に評価する部位、製造・輸送・補修・交換・使用後の工程を挙げます。必要な性能値や数量がないため、ここでは木造の方が常に優れていると結論しません。比較の条件を具体的に列挙することが課題です。</a:t>
            </a:r>
          </a:p>
          <a:p>
            <a:endParaRPr/>
          </a:p>
          <a:p>
            <a:r>
              <a:t>再構成時の追加説明。90分は授業配分の設計値で、動画の実測時間ではない。正式課題を追加していない。</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4142021465"/>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解答は一つの総合点を付けるのではなく、評価対象ごとに整理します。例えばCLTを用いたという情報だけで、建物のコアや接合まで全て同じ材料だとは言えません。部材中の炭素量だけを、排出削減量と呼ぶこともできません。資料から確かめた事実、計算のための仮定、まだ不明な条件を分けて記載します。</a:t>
            </a:r>
          </a:p>
          <a:p>
            <a:endParaRPr/>
          </a:p>
          <a:p>
            <a:r>
              <a:t>再構成時の追加説明。90分は授業配分の設計値で、動画の実測時間ではない。正式課題を追加していない。</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3246909672"/>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第14回のまとめです。部材の構成と荷重方向、接合や水分、加熱の条件を確認しました。資源と環境を説明するときも、量と期間と評価範囲を明らかにします。第15回では、これまでの知識を、材料選択や比較活動の設計へまとめます。正式課題A4の扱いは従来どおりTeamsで確認します。</a:t>
            </a:r>
          </a:p>
          <a:p>
            <a:endParaRPr/>
          </a:p>
          <a:p>
            <a:r>
              <a:t>再構成時の追加説明。90分は授業配分の設計値で、動画の実測時間ではない。正式課題を追加していない。</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70046958"/>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a:t>第</a:t>
            </a:r>
            <a:r>
              <a:rPr lang="en-US" altLang="ja-JP"/>
              <a:t>13</a:t>
            </a:r>
            <a:r>
              <a:rPr lang="ja-JP" altLang="en-US"/>
              <a:t>回 推敲版 </a:t>
            </a:r>
            <a:r>
              <a:rPr lang="en-US" altLang="ja-JP"/>
              <a:t>2026-10-29</a:t>
            </a:r>
          </a:p>
          <a:p>
            <a:r>
              <a:rPr lang="ja-JP" altLang="en-US"/>
              <a:t>説明・活動の設計目安：</a:t>
            </a:r>
            <a:r>
              <a:rPr lang="en-US" altLang="ja-JP"/>
              <a:t>0.5</a:t>
            </a:r>
            <a:r>
              <a:rPr lang="ja-JP" altLang="en-US"/>
              <a:t>分。動画の実測時間ではない。</a:t>
            </a:r>
          </a:p>
          <a:p>
            <a:endParaRPr lang="ja-JP" altLang="en-US"/>
          </a:p>
          <a:p>
            <a:r>
              <a:rPr lang="ja-JP" altLang="en-US"/>
              <a:t>一次資料は材料原理、建築事例、写真の権利表示を分けて読む。</a:t>
            </a:r>
            <a:r>
              <a:rPr lang="en-US"/>
              <a:t>USDA Wood Handbook</a:t>
            </a:r>
            <a:r>
              <a:rPr lang="ja-JP" altLang="en-US"/>
              <a:t>は製造と構成、</a:t>
            </a:r>
            <a:r>
              <a:rPr lang="en-US"/>
              <a:t>JIA・</a:t>
            </a:r>
            <a:r>
              <a:rPr lang="ja-JP" altLang="en-US"/>
              <a:t>設計者講演録は大館の事例、</a:t>
            </a:r>
            <a:r>
              <a:rPr lang="en-US"/>
              <a:t>UBC</a:t>
            </a:r>
            <a:r>
              <a:rPr lang="ja-JP" altLang="en-US"/>
              <a:t>公式資料は</a:t>
            </a:r>
            <a:r>
              <a:rPr lang="en-US"/>
              <a:t>Brock</a:t>
            </a:r>
            <a:r>
              <a:rPr lang="ja-JP" altLang="en-US"/>
              <a:t>の部位別材料と荷重伝達、</a:t>
            </a:r>
            <a:r>
              <a:rPr lang="en-US"/>
              <a:t>White</a:t>
            </a:r>
            <a:r>
              <a:rPr lang="ja-JP" altLang="en-US"/>
              <a:t>は</a:t>
            </a:r>
            <a:r>
              <a:rPr lang="en-US"/>
              <a:t>Sara</a:t>
            </a:r>
            <a:r>
              <a:rPr lang="ja-JP" altLang="en-US"/>
              <a:t>の構法を確認するために用いる。写真は</a:t>
            </a:r>
            <a:r>
              <a:rPr lang="en-US"/>
              <a:t>Wikimedia Commons</a:t>
            </a:r>
            <a:r>
              <a:rPr lang="ja-JP" altLang="en-US"/>
              <a:t>の個別ファイルの撮影者・日付・ライセンスを確認し、スライドと解説資料に記載した。引用した事実と教材用に作成した模式図・仮想計算を区別する。</a:t>
            </a:r>
          </a:p>
          <a:p>
            <a:endParaRPr lang="ja-JP" altLang="en-US"/>
          </a:p>
          <a:p>
            <a:r>
              <a:rPr lang="ja-JP" altLang="en-US"/>
              <a:t>出典（確認：</a:t>
            </a:r>
            <a:r>
              <a:rPr lang="en-US" altLang="ja-JP"/>
              <a:t>2026-10-29</a:t>
            </a:r>
            <a:r>
              <a:rPr lang="ja-JP" altLang="en-US"/>
              <a:t>）</a:t>
            </a:r>
          </a:p>
          <a:p>
            <a:r>
              <a:rPr lang="en-US"/>
              <a:t>USDA Forest Products Laboratory (2021) Wood Handbook, Ch.11, pp.11–18～11–21 ｜ https://research.fs.usda.gov/treesearch/62258</a:t>
            </a:r>
          </a:p>
          <a:p>
            <a:r>
              <a:rPr lang="en-US"/>
              <a:t>USDA Forest Products Laboratory (2021) Wood Handbook, Ch.12, CLT ｜ https://research.fs.usda.gov/treesearch/62260</a:t>
            </a:r>
          </a:p>
          <a:p>
            <a:r>
              <a:rPr lang="ja-JP" altLang="en-US"/>
              <a:t>日本建築家協会：大館樹海ドーム </a:t>
            </a:r>
            <a:r>
              <a:rPr lang="en-US"/>
              <a:t>JIA25</a:t>
            </a:r>
            <a:r>
              <a:rPr lang="ja-JP" altLang="en-US"/>
              <a:t>年賞 ｜ </a:t>
            </a:r>
            <a:r>
              <a:rPr lang="en-US"/>
              <a:t>https://www.jia.or.jp/twentyfive_years/6078/</a:t>
            </a:r>
          </a:p>
          <a:p>
            <a:r>
              <a:rPr lang="ja-JP" altLang="en-US"/>
              <a:t>伊東豊雄：自然が見直される建築（設計者講演録） ｜ </a:t>
            </a:r>
            <a:r>
              <a:rPr lang="en-US"/>
              <a:t>https://www.tozai-as.or.jp/mytech/98/98_ito08.html</a:t>
            </a:r>
          </a:p>
          <a:p>
            <a:r>
              <a:rPr lang="en-US"/>
              <a:t>UBC Campus as a Living Lab：Brock Commons Tallwood House ｜ https://livinglabs.ubc.ca/projects/brock-commons-tallwood-house</a:t>
            </a:r>
          </a:p>
          <a:p>
            <a:r>
              <a:rPr lang="en-US"/>
              <a:t>UBC CIRS (2016) Brock Commons storyboards, STRUCTURAL SYSTEM / CONNECTIONS ｜ https://sustain.ubc.ca/sites/default/files/brock_commons_storyboards_0.pdf</a:t>
            </a:r>
          </a:p>
          <a:p>
            <a:r>
              <a:rPr lang="en-US"/>
              <a:t>White Arkitekter：Sara Cultural Centre（</a:t>
            </a:r>
            <a:r>
              <a:rPr lang="ja-JP" altLang="en-US"/>
              <a:t>設計者による事例解説） ｜ </a:t>
            </a:r>
            <a:r>
              <a:rPr lang="en-US"/>
              <a:t>https://whitearkitekter.com/project/sara-cultural-centre/</a:t>
            </a:r>
          </a:p>
          <a:p>
            <a:r>
              <a:rPr lang="en-US"/>
              <a:t>White Arkitekter (2021) Annual and Sustainability Report, p.28 ｜ https://whitearkitekter.com/wp-content/uploads/2022/05/White-hallbarhetsrapport-2021-ENG-webb-low-pages.pdf</a:t>
            </a:r>
          </a:p>
          <a:p>
            <a:r>
              <a:rPr lang="ja-JP" altLang="en-US"/>
              <a:t>写真：掬茶 </a:t>
            </a:r>
            <a:r>
              <a:rPr lang="en-US" altLang="ja-JP"/>
              <a:t>(2018-10-20), </a:t>
            </a:r>
            <a:r>
              <a:rPr lang="en-US"/>
              <a:t>Interior of Odate Jukai Dome 20181020a.jpg, CC BY-SA 4.0 ｜ https://commons.wikimedia.org/wiki/File:Interior_of_Odate_Jukai_Dome_20181020a.jpg</a:t>
            </a:r>
          </a:p>
          <a:p>
            <a:r>
              <a:rPr lang="ja-JP" altLang="en-US"/>
              <a:t>写真：</a:t>
            </a:r>
            <a:r>
              <a:rPr lang="en-US"/>
              <a:t>Spisen (2021-07-22), Sara Kulturhus juli 2021-2.jpg, CC BY-SA 4.0 ｜ https://commons.wikimedia.org/wiki/File:Sara_Kulturhus_juli_2021-2.jpg</a:t>
            </a:r>
          </a:p>
          <a:p>
            <a:r>
              <a:rPr lang="ja-JP" altLang="en-US"/>
              <a:t>写真のライセンス：</a:t>
            </a:r>
            <a:r>
              <a:rPr lang="en-US"/>
              <a:t>CC BY-SA 4.0（</a:t>
            </a:r>
            <a:r>
              <a:rPr lang="ja-JP" altLang="en-US"/>
              <a:t>各写真は改変せず全体を縮小表示） ｜ </a:t>
            </a:r>
            <a:r>
              <a:rPr lang="en-US"/>
              <a:t>https://creativecommons.org/licenses/by-sa/4.0/</a:t>
            </a:r>
          </a:p>
          <a:p>
            <a:r>
              <a:rPr lang="ja-JP" altLang="en-US"/>
              <a:t>文部科学省：中学校学習指導要領解説 技術・家庭編 </a:t>
            </a:r>
            <a:r>
              <a:rPr lang="en-US"/>
              <a:t>A(1) ｜ https://www.mext.go.jp/component/a_menu/education/micro_detail/__icsFiles/afieldfile/2019/03/18/1387018_009.pdf</a:t>
            </a:r>
          </a:p>
          <a:p>
            <a:endParaRPr lang="en-US"/>
          </a:p>
          <a:p>
            <a:r>
              <a:rPr lang="ja-JP" altLang="en-US"/>
              <a:t>教材用の模式図・仮想計算と、一次資料の建築事例を区別する。動画は未更新。正式課題</a:t>
            </a:r>
            <a:r>
              <a:rPr lang="en-US"/>
              <a:t>A1〜A4</a:t>
            </a:r>
            <a:r>
              <a:rPr lang="ja-JP" altLang="en-US"/>
              <a:t>と評価基準は変更しない。</a:t>
            </a:r>
          </a:p>
          <a:p>
            <a:endParaRPr lang="ja-JP" altLang="en-US"/>
          </a:p>
          <a:p>
            <a:r>
              <a:rPr lang="ja-JP" altLang="en-US"/>
              <a:t>再構成元：旧第</a:t>
            </a:r>
            <a:r>
              <a:rPr lang="en-US" altLang="ja-JP"/>
              <a:t>13</a:t>
            </a:r>
            <a:r>
              <a:rPr lang="ja-JP" altLang="en-US"/>
              <a:t>回・スライド</a:t>
            </a:r>
            <a:r>
              <a:rPr lang="en-US" altLang="ja-JP"/>
              <a:t>45</a:t>
            </a:r>
            <a:r>
              <a:rPr lang="ja-JP" altLang="en-US"/>
              <a:t>。新第</a:t>
            </a:r>
            <a:r>
              <a:rPr lang="en-US" altLang="ja-JP"/>
              <a:t>14</a:t>
            </a:r>
            <a:r>
              <a:rPr lang="ja-JP" altLang="en-US"/>
              <a:t>回・構造・燃焼。旧構成の参照番号や演習番号は、学習ガイドの対応表も参照。動画は旧構成の参考動画で、再構成</a:t>
            </a:r>
            <a:r>
              <a:rPr lang="en-US"/>
              <a:t>PDF</a:t>
            </a:r>
            <a:r>
              <a:rPr lang="ja-JP" altLang="en-US"/>
              <a:t>とページ順は一致しない。</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2077353500"/>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a:t>第</a:t>
            </a:r>
            <a:r>
              <a:rPr lang="en-US" altLang="ja-JP"/>
              <a:t>14</a:t>
            </a:r>
            <a:r>
              <a:rPr lang="ja-JP" altLang="en-US"/>
              <a:t>回 改訂 </a:t>
            </a:r>
            <a:r>
              <a:rPr lang="en-US" altLang="ja-JP"/>
              <a:t>2026-10-29</a:t>
            </a:r>
          </a:p>
          <a:p>
            <a:r>
              <a:rPr lang="ja-JP" altLang="en-US"/>
              <a:t>説明・活動の設計目安 </a:t>
            </a:r>
            <a:r>
              <a:rPr lang="en-US" altLang="ja-JP"/>
              <a:t>0.5</a:t>
            </a:r>
            <a:r>
              <a:rPr lang="ja-JP" altLang="en-US"/>
              <a:t>分（動画の実測時間ではない）</a:t>
            </a:r>
          </a:p>
          <a:p>
            <a:endParaRPr lang="ja-JP" altLang="en-US"/>
          </a:p>
          <a:p>
            <a:r>
              <a:rPr lang="ja-JP" altLang="en-US"/>
              <a:t>本文の図は教材用の模式図。計算問題は仮想値で、地域統計や実製品の環境負荷を示すデータではない。出典の対象範囲に注意して読む。</a:t>
            </a:r>
          </a:p>
          <a:p>
            <a:endParaRPr lang="ja-JP" altLang="en-US"/>
          </a:p>
          <a:p>
            <a:r>
              <a:rPr lang="ja-JP" altLang="en-US"/>
              <a:t>出典（確認 </a:t>
            </a:r>
            <a:r>
              <a:rPr lang="en-US" altLang="ja-JP"/>
              <a:t>2026-10-29</a:t>
            </a:r>
            <a:r>
              <a:rPr lang="ja-JP" altLang="en-US"/>
              <a:t>）</a:t>
            </a:r>
          </a:p>
          <a:p>
            <a:r>
              <a:rPr lang="ja-JP" altLang="en-US"/>
              <a:t>林野庁：持続可能な社会と森林</a:t>
            </a:r>
          </a:p>
          <a:p>
            <a:r>
              <a:rPr lang="en-US" altLang="ja-JP"/>
              <a:t>https://www.rinya.maff.go.jp/j/sin_riyou/sustainability.html</a:t>
            </a:r>
          </a:p>
          <a:p>
            <a:r>
              <a:rPr lang="ja-JP" altLang="en-US"/>
              <a:t>林野庁：木の文化を支える森</a:t>
            </a:r>
          </a:p>
          <a:p>
            <a:r>
              <a:rPr lang="en-US" altLang="ja-JP"/>
              <a:t>https://www.rinya.maff.go.jp/j/kokuyu_rinya/kokumin_mori/katuyo/kinobunka_kojimori/kibunka.html</a:t>
            </a:r>
          </a:p>
          <a:p>
            <a:r>
              <a:rPr lang="ja-JP" altLang="en-US"/>
              <a:t>林野庁：建築物に利用した木材に係る炭素貯蔵量の表示に関するガイドライン</a:t>
            </a:r>
          </a:p>
          <a:p>
            <a:r>
              <a:rPr lang="en-US" altLang="ja-JP"/>
              <a:t>https://www.rinya.maff.go.jp/j/mokusan/mieruka.html</a:t>
            </a:r>
          </a:p>
          <a:p>
            <a:r>
              <a:rPr lang="en-US" altLang="ja-JP"/>
              <a:t>IPCC AR6 WGIII</a:t>
            </a:r>
            <a:r>
              <a:rPr lang="ja-JP" altLang="en-US"/>
              <a:t>（</a:t>
            </a:r>
            <a:r>
              <a:rPr lang="en-US" altLang="ja-JP"/>
              <a:t>2022</a:t>
            </a:r>
            <a:r>
              <a:rPr lang="ja-JP" altLang="en-US"/>
              <a:t>）第</a:t>
            </a:r>
            <a:r>
              <a:rPr lang="en-US" altLang="ja-JP"/>
              <a:t>7</a:t>
            </a:r>
            <a:r>
              <a:rPr lang="ja-JP" altLang="en-US"/>
              <a:t>章 </a:t>
            </a:r>
            <a:r>
              <a:rPr lang="en-US" altLang="ja-JP"/>
              <a:t>7.4.5.3 Harvested wood products</a:t>
            </a:r>
          </a:p>
          <a:p>
            <a:r>
              <a:rPr lang="en-US" altLang="ja-JP"/>
              <a:t>https://www.ipcc.ch/report/ar6/wg3/chapter/chapter-7/</a:t>
            </a:r>
          </a:p>
          <a:p>
            <a:endParaRPr lang="en-US" altLang="ja-JP"/>
          </a:p>
          <a:p>
            <a:r>
              <a:rPr lang="ja-JP" altLang="en-US"/>
              <a:t>正式課題</a:t>
            </a:r>
            <a:r>
              <a:rPr lang="en-US" altLang="ja-JP"/>
              <a:t>A1〜A4</a:t>
            </a:r>
            <a:r>
              <a:rPr lang="ja-JP" altLang="en-US"/>
              <a:t>の設問・配点は変更しない。追加問題は授業内・自主学修用。新しいページ順の動画・音声・字幕は未制作。</a:t>
            </a:r>
          </a:p>
          <a:p>
            <a:endParaRPr lang="ja-JP" altLang="en-US"/>
          </a:p>
          <a:p>
            <a:r>
              <a:rPr lang="ja-JP" altLang="en-US"/>
              <a:t>再構成元：旧第</a:t>
            </a:r>
            <a:r>
              <a:rPr lang="en-US" altLang="ja-JP"/>
              <a:t>14</a:t>
            </a:r>
            <a:r>
              <a:rPr lang="ja-JP" altLang="en-US"/>
              <a:t>回・スライド</a:t>
            </a:r>
            <a:r>
              <a:rPr lang="en-US" altLang="ja-JP"/>
              <a:t>27</a:t>
            </a:r>
            <a:r>
              <a:rPr lang="ja-JP" altLang="en-US"/>
              <a:t>。新第</a:t>
            </a:r>
            <a:r>
              <a:rPr lang="en-US" altLang="ja-JP"/>
              <a:t>14</a:t>
            </a:r>
            <a:r>
              <a:rPr lang="ja-JP" altLang="en-US"/>
              <a:t>回・資源・環境。旧構成の参照番号や演習番号は、学習ガイドの対応表も参照。動画は旧構成の参考動画で、再構成</a:t>
            </a:r>
            <a:r>
              <a:rPr lang="en-US" altLang="ja-JP"/>
              <a:t>PDF</a:t>
            </a:r>
            <a:r>
              <a:rPr lang="ja-JP" altLang="en-US"/>
              <a:t>とページ順は一致しない。</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2791796895"/>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a:t>第</a:t>
            </a:r>
            <a:r>
              <a:rPr lang="en-US" altLang="ja-JP"/>
              <a:t>14</a:t>
            </a:r>
            <a:r>
              <a:rPr lang="ja-JP" altLang="en-US"/>
              <a:t>回 改訂 </a:t>
            </a:r>
            <a:r>
              <a:rPr lang="en-US" altLang="ja-JP"/>
              <a:t>2026-10-29</a:t>
            </a:r>
          </a:p>
          <a:p>
            <a:r>
              <a:rPr lang="ja-JP" altLang="en-US"/>
              <a:t>説明・活動の設計目安 </a:t>
            </a:r>
            <a:r>
              <a:rPr lang="en-US" altLang="ja-JP"/>
              <a:t>0.5</a:t>
            </a:r>
            <a:r>
              <a:rPr lang="ja-JP" altLang="en-US"/>
              <a:t>分（動画の実測時間ではない）</a:t>
            </a:r>
          </a:p>
          <a:p>
            <a:endParaRPr lang="ja-JP" altLang="en-US"/>
          </a:p>
          <a:p>
            <a:r>
              <a:rPr lang="ja-JP" altLang="en-US"/>
              <a:t>学習指導要領解説では木の文化・和の文化と環境負荷・資源の有限性等に触れる。教科書本文の未確認部分を既知として断定しない。専門科学を学校の学習内容へ結び付けるが、大学の専門内容を教科書の範囲に限定しない。</a:t>
            </a:r>
          </a:p>
          <a:p>
            <a:endParaRPr lang="ja-JP" altLang="en-US"/>
          </a:p>
          <a:p>
            <a:r>
              <a:rPr lang="ja-JP" altLang="en-US"/>
              <a:t>出典（確認 </a:t>
            </a:r>
            <a:r>
              <a:rPr lang="en-US" altLang="ja-JP"/>
              <a:t>2026-10-29</a:t>
            </a:r>
            <a:r>
              <a:rPr lang="ja-JP" altLang="en-US"/>
              <a:t>）</a:t>
            </a:r>
          </a:p>
          <a:p>
            <a:r>
              <a:rPr lang="ja-JP" altLang="en-US"/>
              <a:t>文部科学省：中学校学習指導要領解説 技術・家庭編（</a:t>
            </a:r>
            <a:r>
              <a:rPr lang="en-US" altLang="ja-JP"/>
              <a:t>2017</a:t>
            </a:r>
            <a:r>
              <a:rPr lang="ja-JP" altLang="en-US"/>
              <a:t>）、技術分野 </a:t>
            </a:r>
            <a:r>
              <a:rPr lang="en-US" altLang="ja-JP"/>
              <a:t>A(1)</a:t>
            </a:r>
            <a:r>
              <a:rPr lang="ja-JP" altLang="en-US"/>
              <a:t>、印刷頁</a:t>
            </a:r>
            <a:r>
              <a:rPr lang="en-US" altLang="ja-JP"/>
              <a:t>28</a:t>
            </a:r>
          </a:p>
          <a:p>
            <a:r>
              <a:rPr lang="en-US" altLang="ja-JP"/>
              <a:t>https://www.mext.go.jp/component/a_menu/education/micro_detail/__icsFiles/afieldfile/2019/03/18/1387018_009.pdf</a:t>
            </a:r>
          </a:p>
          <a:p>
            <a:r>
              <a:rPr lang="en-US" altLang="ja-JP"/>
              <a:t>FSC</a:t>
            </a:r>
            <a:r>
              <a:rPr lang="ja-JP" altLang="en-US"/>
              <a:t>：</a:t>
            </a:r>
            <a:r>
              <a:rPr lang="en-US" altLang="ja-JP"/>
              <a:t>Standards</a:t>
            </a:r>
            <a:r>
              <a:rPr lang="ja-JP" altLang="en-US"/>
              <a:t>（森林管理・加工流通過程）</a:t>
            </a:r>
          </a:p>
          <a:p>
            <a:r>
              <a:rPr lang="en-US" altLang="ja-JP"/>
              <a:t>https://fsc.org/en/standards</a:t>
            </a:r>
          </a:p>
          <a:p>
            <a:r>
              <a:rPr lang="en-US" altLang="ja-JP"/>
              <a:t>USDA Wood Handbook</a:t>
            </a:r>
            <a:r>
              <a:rPr lang="ja-JP" altLang="en-US"/>
              <a:t>（</a:t>
            </a:r>
            <a:r>
              <a:rPr lang="en-US" altLang="ja-JP"/>
              <a:t>2021</a:t>
            </a:r>
            <a:r>
              <a:rPr lang="ja-JP" altLang="en-US"/>
              <a:t>）第</a:t>
            </a:r>
            <a:r>
              <a:rPr lang="en-US" altLang="ja-JP"/>
              <a:t>8</a:t>
            </a:r>
            <a:r>
              <a:rPr lang="ja-JP" altLang="en-US"/>
              <a:t>章 </a:t>
            </a:r>
            <a:r>
              <a:rPr lang="en-US" altLang="ja-JP"/>
              <a:t>Fastenings</a:t>
            </a:r>
          </a:p>
          <a:p>
            <a:r>
              <a:rPr lang="en-US" altLang="ja-JP"/>
              <a:t>https://research.fs.usda.gov/treesearch/62253</a:t>
            </a:r>
          </a:p>
          <a:p>
            <a:endParaRPr lang="en-US" altLang="ja-JP"/>
          </a:p>
          <a:p>
            <a:r>
              <a:rPr lang="ja-JP" altLang="en-US"/>
              <a:t>正式課題</a:t>
            </a:r>
            <a:r>
              <a:rPr lang="en-US" altLang="ja-JP"/>
              <a:t>A1〜A4</a:t>
            </a:r>
            <a:r>
              <a:rPr lang="ja-JP" altLang="en-US"/>
              <a:t>の設問・配点は変更しない。追加問題は授業内・自主学修用。新しいページ順の動画・音声・字幕は未制作。</a:t>
            </a:r>
          </a:p>
          <a:p>
            <a:endParaRPr lang="ja-JP" altLang="en-US"/>
          </a:p>
          <a:p>
            <a:r>
              <a:rPr lang="ja-JP" altLang="en-US"/>
              <a:t>再構成元：旧第</a:t>
            </a:r>
            <a:r>
              <a:rPr lang="en-US" altLang="ja-JP"/>
              <a:t>14</a:t>
            </a:r>
            <a:r>
              <a:rPr lang="ja-JP" altLang="en-US"/>
              <a:t>回・スライド</a:t>
            </a:r>
            <a:r>
              <a:rPr lang="en-US" altLang="ja-JP"/>
              <a:t>28</a:t>
            </a:r>
            <a:r>
              <a:rPr lang="ja-JP" altLang="en-US"/>
              <a:t>。新第</a:t>
            </a:r>
            <a:r>
              <a:rPr lang="en-US" altLang="ja-JP"/>
              <a:t>14</a:t>
            </a:r>
            <a:r>
              <a:rPr lang="ja-JP" altLang="en-US"/>
              <a:t>回・資源・環境。旧構成の参照番号や演習番号は、学習ガイドの対応表も参照。動画は旧構成の参考動画で、再構成</a:t>
            </a:r>
            <a:r>
              <a:rPr lang="en-US" altLang="ja-JP"/>
              <a:t>PDF</a:t>
            </a:r>
            <a:r>
              <a:rPr lang="ja-JP" altLang="en-US"/>
              <a:t>とページ順は一致しない。</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362587542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64C99F0-A1BD-B32B-4E8C-A272EB5987C1}"/>
              </a:ext>
            </a:extLst>
          </p:cNvPr>
          <p:cNvSpPr>
            <a:spLocks noGrp="1"/>
          </p:cNvSpPr>
          <p:nvPr>
            <p:ph type="ctrTitle"/>
          </p:nvPr>
        </p:nvSpPr>
        <p:spPr>
          <a:xfrm>
            <a:off x="1524000" y="1122363"/>
            <a:ext cx="9144000" cy="2387600"/>
          </a:xfrm>
        </p:spPr>
        <p:txBody>
          <a:bodyPr anchor="b"/>
          <a:lstStyle>
            <a:lvl1pPr algn="ctr">
              <a:defRPr sz="6000"/>
            </a:lvl1pPr>
          </a:lstStyle>
          <a:p>
            <a:r>
              <a:rPr kumimoji="1" lang="ja-JP" altLang="en-US"/>
              <a:t>マスター タイトルの書式設定</a:t>
            </a:r>
          </a:p>
        </p:txBody>
      </p:sp>
      <p:sp>
        <p:nvSpPr>
          <p:cNvPr id="3" name="字幕 2">
            <a:extLst>
              <a:ext uri="{FF2B5EF4-FFF2-40B4-BE49-F238E27FC236}">
                <a16:creationId xmlns:a16="http://schemas.microsoft.com/office/drawing/2014/main" id="{B4062D4B-538F-C95B-E9E7-74FAC618455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a:t>マスター サブタイトルの書式設定</a:t>
            </a:r>
          </a:p>
        </p:txBody>
      </p:sp>
      <p:sp>
        <p:nvSpPr>
          <p:cNvPr id="4" name="日付プレースホルダー 3">
            <a:extLst>
              <a:ext uri="{FF2B5EF4-FFF2-40B4-BE49-F238E27FC236}">
                <a16:creationId xmlns:a16="http://schemas.microsoft.com/office/drawing/2014/main" id="{26961385-863E-72ED-7FE0-615FE7CAE766}"/>
              </a:ext>
            </a:extLst>
          </p:cNvPr>
          <p:cNvSpPr>
            <a:spLocks noGrp="1"/>
          </p:cNvSpPr>
          <p:nvPr>
            <p:ph type="dt" sz="half" idx="10"/>
          </p:nvPr>
        </p:nvSpPr>
        <p:spPr/>
        <p:txBody>
          <a:bodyPr/>
          <a:lstStyle/>
          <a:p>
            <a:fld id="{172DCEA2-E98F-4144-B2E3-C506C805F196}" type="datetimeFigureOut">
              <a:rPr kumimoji="1" lang="ja-JP" altLang="en-US" smtClean="0"/>
              <a:t>2026/10/31</a:t>
            </a:fld>
            <a:endParaRPr kumimoji="1" lang="ja-JP" altLang="en-US"/>
          </a:p>
        </p:txBody>
      </p:sp>
      <p:sp>
        <p:nvSpPr>
          <p:cNvPr id="5" name="フッター プレースホルダー 4">
            <a:extLst>
              <a:ext uri="{FF2B5EF4-FFF2-40B4-BE49-F238E27FC236}">
                <a16:creationId xmlns:a16="http://schemas.microsoft.com/office/drawing/2014/main" id="{E97723C2-1B9E-590D-282C-213BEF7BBEB5}"/>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01C0DF1B-BAEB-34CA-723C-02E76E4DD52A}"/>
              </a:ext>
            </a:extLst>
          </p:cNvPr>
          <p:cNvSpPr>
            <a:spLocks noGrp="1"/>
          </p:cNvSpPr>
          <p:nvPr>
            <p:ph type="sldNum" sz="quarter" idx="12"/>
          </p:nvPr>
        </p:nvSpPr>
        <p:spPr/>
        <p:txBody>
          <a:bodyPr/>
          <a:lstStyle/>
          <a:p>
            <a:fld id="{962C2653-FB42-4592-98AD-729AF5B396F0}" type="slidenum">
              <a:rPr kumimoji="1" lang="ja-JP" altLang="en-US" smtClean="0"/>
              <a:t>‹#›</a:t>
            </a:fld>
            <a:endParaRPr kumimoji="1" lang="ja-JP" altLang="en-US"/>
          </a:p>
        </p:txBody>
      </p:sp>
    </p:spTree>
    <p:extLst>
      <p:ext uri="{BB962C8B-B14F-4D97-AF65-F5344CB8AC3E}">
        <p14:creationId xmlns:p14="http://schemas.microsoft.com/office/powerpoint/2010/main" val="330747174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B41D90F-A32C-C4B3-2D75-7FB3AD630547}"/>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F164EB67-6A6E-619B-226F-AEDDE50634F5}"/>
              </a:ext>
            </a:extLst>
          </p:cNvPr>
          <p:cNvSpPr>
            <a:spLocks noGrp="1"/>
          </p:cNvSpPr>
          <p:nvPr>
            <p:ph idx="1"/>
          </p:nvPr>
        </p:nvSpPr>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9FF0F491-8599-436D-7190-35E372426419}"/>
              </a:ext>
            </a:extLst>
          </p:cNvPr>
          <p:cNvSpPr>
            <a:spLocks noGrp="1"/>
          </p:cNvSpPr>
          <p:nvPr>
            <p:ph type="dt" sz="half" idx="10"/>
          </p:nvPr>
        </p:nvSpPr>
        <p:spPr/>
        <p:txBody>
          <a:bodyPr/>
          <a:lstStyle/>
          <a:p>
            <a:fld id="{172DCEA2-E98F-4144-B2E3-C506C805F196}" type="datetimeFigureOut">
              <a:rPr kumimoji="1" lang="ja-JP" altLang="en-US" smtClean="0"/>
              <a:t>2026/10/31</a:t>
            </a:fld>
            <a:endParaRPr kumimoji="1" lang="ja-JP" altLang="en-US"/>
          </a:p>
        </p:txBody>
      </p:sp>
      <p:sp>
        <p:nvSpPr>
          <p:cNvPr id="5" name="フッター プレースホルダー 4">
            <a:extLst>
              <a:ext uri="{FF2B5EF4-FFF2-40B4-BE49-F238E27FC236}">
                <a16:creationId xmlns:a16="http://schemas.microsoft.com/office/drawing/2014/main" id="{F13C2E0E-B44B-1E15-EA24-F6650983934A}"/>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C42B3B57-7D94-A9D0-852E-B6398C7D105B}"/>
              </a:ext>
            </a:extLst>
          </p:cNvPr>
          <p:cNvSpPr>
            <a:spLocks noGrp="1"/>
          </p:cNvSpPr>
          <p:nvPr>
            <p:ph type="sldNum" sz="quarter" idx="12"/>
          </p:nvPr>
        </p:nvSpPr>
        <p:spPr/>
        <p:txBody>
          <a:bodyPr/>
          <a:lstStyle/>
          <a:p>
            <a:fld id="{962C2653-FB42-4592-98AD-729AF5B396F0}" type="slidenum">
              <a:rPr kumimoji="1" lang="ja-JP" altLang="en-US" smtClean="0"/>
              <a:t>‹#›</a:t>
            </a:fld>
            <a:endParaRPr kumimoji="1" lang="ja-JP" altLang="en-US"/>
          </a:p>
        </p:txBody>
      </p:sp>
    </p:spTree>
    <p:extLst>
      <p:ext uri="{BB962C8B-B14F-4D97-AF65-F5344CB8AC3E}">
        <p14:creationId xmlns:p14="http://schemas.microsoft.com/office/powerpoint/2010/main" val="123083191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F53773A-16E4-088F-6223-689A6A557925}"/>
              </a:ext>
            </a:extLst>
          </p:cNvPr>
          <p:cNvSpPr>
            <a:spLocks noGrp="1"/>
          </p:cNvSpPr>
          <p:nvPr>
            <p:ph type="title"/>
          </p:nvPr>
        </p:nvSpPr>
        <p:spPr>
          <a:xfrm>
            <a:off x="831850" y="1709738"/>
            <a:ext cx="10515600" cy="2852737"/>
          </a:xfrm>
        </p:spPr>
        <p:txBody>
          <a:bodyPr anchor="b"/>
          <a:lstStyle>
            <a:lvl1pPr>
              <a:defRPr sz="6000"/>
            </a:lvl1p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C7645B74-F13E-0DA4-EABD-DB16C9E42109}"/>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kumimoji="1" lang="ja-JP" altLang="en-US"/>
              <a:t>マスター テキストの書式設定</a:t>
            </a:r>
          </a:p>
        </p:txBody>
      </p:sp>
      <p:sp>
        <p:nvSpPr>
          <p:cNvPr id="4" name="日付プレースホルダー 3">
            <a:extLst>
              <a:ext uri="{FF2B5EF4-FFF2-40B4-BE49-F238E27FC236}">
                <a16:creationId xmlns:a16="http://schemas.microsoft.com/office/drawing/2014/main" id="{4FC680D4-776D-9991-04C4-E62973061BF9}"/>
              </a:ext>
            </a:extLst>
          </p:cNvPr>
          <p:cNvSpPr>
            <a:spLocks noGrp="1"/>
          </p:cNvSpPr>
          <p:nvPr>
            <p:ph type="dt" sz="half" idx="10"/>
          </p:nvPr>
        </p:nvSpPr>
        <p:spPr/>
        <p:txBody>
          <a:bodyPr/>
          <a:lstStyle/>
          <a:p>
            <a:fld id="{172DCEA2-E98F-4144-B2E3-C506C805F196}" type="datetimeFigureOut">
              <a:rPr kumimoji="1" lang="ja-JP" altLang="en-US" smtClean="0"/>
              <a:t>2026/10/31</a:t>
            </a:fld>
            <a:endParaRPr kumimoji="1" lang="ja-JP" altLang="en-US"/>
          </a:p>
        </p:txBody>
      </p:sp>
      <p:sp>
        <p:nvSpPr>
          <p:cNvPr id="5" name="フッター プレースホルダー 4">
            <a:extLst>
              <a:ext uri="{FF2B5EF4-FFF2-40B4-BE49-F238E27FC236}">
                <a16:creationId xmlns:a16="http://schemas.microsoft.com/office/drawing/2014/main" id="{68319D51-9F6D-3F04-3447-546B1E4B7B59}"/>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751C623A-96F7-2004-27DA-7BC07FB7A0D8}"/>
              </a:ext>
            </a:extLst>
          </p:cNvPr>
          <p:cNvSpPr>
            <a:spLocks noGrp="1"/>
          </p:cNvSpPr>
          <p:nvPr>
            <p:ph type="sldNum" sz="quarter" idx="12"/>
          </p:nvPr>
        </p:nvSpPr>
        <p:spPr/>
        <p:txBody>
          <a:bodyPr/>
          <a:lstStyle/>
          <a:p>
            <a:fld id="{962C2653-FB42-4592-98AD-729AF5B396F0}" type="slidenum">
              <a:rPr kumimoji="1" lang="ja-JP" altLang="en-US" smtClean="0"/>
              <a:t>‹#›</a:t>
            </a:fld>
            <a:endParaRPr kumimoji="1" lang="ja-JP" altLang="en-US"/>
          </a:p>
        </p:txBody>
      </p:sp>
    </p:spTree>
    <p:extLst>
      <p:ext uri="{BB962C8B-B14F-4D97-AF65-F5344CB8AC3E}">
        <p14:creationId xmlns:p14="http://schemas.microsoft.com/office/powerpoint/2010/main" val="389033911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DA5187F-4745-F4F8-6159-2CB4D6B0537C}"/>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0CFBDB3B-B909-BB3A-146E-F2B46FD19003}"/>
              </a:ext>
            </a:extLst>
          </p:cNvPr>
          <p:cNvSpPr>
            <a:spLocks noGrp="1"/>
          </p:cNvSpPr>
          <p:nvPr>
            <p:ph sz="half" idx="1"/>
          </p:nvPr>
        </p:nvSpPr>
        <p:spPr>
          <a:xfrm>
            <a:off x="838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コンテンツ プレースホルダー 3">
            <a:extLst>
              <a:ext uri="{FF2B5EF4-FFF2-40B4-BE49-F238E27FC236}">
                <a16:creationId xmlns:a16="http://schemas.microsoft.com/office/drawing/2014/main" id="{7EFBA534-A17B-2FAD-F2A9-6B4E863619F4}"/>
              </a:ext>
            </a:extLst>
          </p:cNvPr>
          <p:cNvSpPr>
            <a:spLocks noGrp="1"/>
          </p:cNvSpPr>
          <p:nvPr>
            <p:ph sz="half" idx="2"/>
          </p:nvPr>
        </p:nvSpPr>
        <p:spPr>
          <a:xfrm>
            <a:off x="6172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日付プレースホルダー 4">
            <a:extLst>
              <a:ext uri="{FF2B5EF4-FFF2-40B4-BE49-F238E27FC236}">
                <a16:creationId xmlns:a16="http://schemas.microsoft.com/office/drawing/2014/main" id="{5B15ABCB-9C06-00A5-B773-7223F785ADD6}"/>
              </a:ext>
            </a:extLst>
          </p:cNvPr>
          <p:cNvSpPr>
            <a:spLocks noGrp="1"/>
          </p:cNvSpPr>
          <p:nvPr>
            <p:ph type="dt" sz="half" idx="10"/>
          </p:nvPr>
        </p:nvSpPr>
        <p:spPr/>
        <p:txBody>
          <a:bodyPr/>
          <a:lstStyle/>
          <a:p>
            <a:fld id="{172DCEA2-E98F-4144-B2E3-C506C805F196}" type="datetimeFigureOut">
              <a:rPr kumimoji="1" lang="ja-JP" altLang="en-US" smtClean="0"/>
              <a:t>2026/10/31</a:t>
            </a:fld>
            <a:endParaRPr kumimoji="1" lang="ja-JP" altLang="en-US"/>
          </a:p>
        </p:txBody>
      </p:sp>
      <p:sp>
        <p:nvSpPr>
          <p:cNvPr id="6" name="フッター プレースホルダー 5">
            <a:extLst>
              <a:ext uri="{FF2B5EF4-FFF2-40B4-BE49-F238E27FC236}">
                <a16:creationId xmlns:a16="http://schemas.microsoft.com/office/drawing/2014/main" id="{C1832406-814F-293C-6FC9-E0A051AB8C35}"/>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F9B0C5FC-D8BF-167E-C063-4367C1224C0F}"/>
              </a:ext>
            </a:extLst>
          </p:cNvPr>
          <p:cNvSpPr>
            <a:spLocks noGrp="1"/>
          </p:cNvSpPr>
          <p:nvPr>
            <p:ph type="sldNum" sz="quarter" idx="12"/>
          </p:nvPr>
        </p:nvSpPr>
        <p:spPr/>
        <p:txBody>
          <a:bodyPr/>
          <a:lstStyle/>
          <a:p>
            <a:fld id="{962C2653-FB42-4592-98AD-729AF5B396F0}" type="slidenum">
              <a:rPr kumimoji="1" lang="ja-JP" altLang="en-US" smtClean="0"/>
              <a:t>‹#›</a:t>
            </a:fld>
            <a:endParaRPr kumimoji="1" lang="ja-JP" altLang="en-US"/>
          </a:p>
        </p:txBody>
      </p:sp>
    </p:spTree>
    <p:extLst>
      <p:ext uri="{BB962C8B-B14F-4D97-AF65-F5344CB8AC3E}">
        <p14:creationId xmlns:p14="http://schemas.microsoft.com/office/powerpoint/2010/main" val="356266411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548F4B1-DB03-F0B5-600C-96D4928A34A5}"/>
              </a:ext>
            </a:extLst>
          </p:cNvPr>
          <p:cNvSpPr>
            <a:spLocks noGrp="1"/>
          </p:cNvSpPr>
          <p:nvPr>
            <p:ph type="title"/>
          </p:nvPr>
        </p:nvSpPr>
        <p:spPr>
          <a:xfrm>
            <a:off x="839788" y="365125"/>
            <a:ext cx="10515600" cy="1325563"/>
          </a:xfrm>
        </p:spPr>
        <p:txBody>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09C5D8AE-8141-E5D5-33F6-0CF03AF6484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4" name="コンテンツ プレースホルダー 3">
            <a:extLst>
              <a:ext uri="{FF2B5EF4-FFF2-40B4-BE49-F238E27FC236}">
                <a16:creationId xmlns:a16="http://schemas.microsoft.com/office/drawing/2014/main" id="{A1CF1DF4-FF15-E3BD-77E4-F217C9BF7EC8}"/>
              </a:ext>
            </a:extLst>
          </p:cNvPr>
          <p:cNvSpPr>
            <a:spLocks noGrp="1"/>
          </p:cNvSpPr>
          <p:nvPr>
            <p:ph sz="half" idx="2"/>
          </p:nvPr>
        </p:nvSpPr>
        <p:spPr>
          <a:xfrm>
            <a:off x="839788" y="2505075"/>
            <a:ext cx="5157787"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テキスト プレースホルダー 4">
            <a:extLst>
              <a:ext uri="{FF2B5EF4-FFF2-40B4-BE49-F238E27FC236}">
                <a16:creationId xmlns:a16="http://schemas.microsoft.com/office/drawing/2014/main" id="{D3E8DB2B-C9EF-D158-5A9B-98FC1DA77C9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6" name="コンテンツ プレースホルダー 5">
            <a:extLst>
              <a:ext uri="{FF2B5EF4-FFF2-40B4-BE49-F238E27FC236}">
                <a16:creationId xmlns:a16="http://schemas.microsoft.com/office/drawing/2014/main" id="{E38835AA-E578-C417-EAD7-3525C19C2B79}"/>
              </a:ext>
            </a:extLst>
          </p:cNvPr>
          <p:cNvSpPr>
            <a:spLocks noGrp="1"/>
          </p:cNvSpPr>
          <p:nvPr>
            <p:ph sz="quarter" idx="4"/>
          </p:nvPr>
        </p:nvSpPr>
        <p:spPr>
          <a:xfrm>
            <a:off x="6172200" y="2505075"/>
            <a:ext cx="5183188"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7" name="日付プレースホルダー 6">
            <a:extLst>
              <a:ext uri="{FF2B5EF4-FFF2-40B4-BE49-F238E27FC236}">
                <a16:creationId xmlns:a16="http://schemas.microsoft.com/office/drawing/2014/main" id="{F09162A3-7840-9BEF-392A-945BA87999E4}"/>
              </a:ext>
            </a:extLst>
          </p:cNvPr>
          <p:cNvSpPr>
            <a:spLocks noGrp="1"/>
          </p:cNvSpPr>
          <p:nvPr>
            <p:ph type="dt" sz="half" idx="10"/>
          </p:nvPr>
        </p:nvSpPr>
        <p:spPr/>
        <p:txBody>
          <a:bodyPr/>
          <a:lstStyle/>
          <a:p>
            <a:fld id="{172DCEA2-E98F-4144-B2E3-C506C805F196}" type="datetimeFigureOut">
              <a:rPr kumimoji="1" lang="ja-JP" altLang="en-US" smtClean="0"/>
              <a:t>2026/10/31</a:t>
            </a:fld>
            <a:endParaRPr kumimoji="1" lang="ja-JP" altLang="en-US"/>
          </a:p>
        </p:txBody>
      </p:sp>
      <p:sp>
        <p:nvSpPr>
          <p:cNvPr id="8" name="フッター プレースホルダー 7">
            <a:extLst>
              <a:ext uri="{FF2B5EF4-FFF2-40B4-BE49-F238E27FC236}">
                <a16:creationId xmlns:a16="http://schemas.microsoft.com/office/drawing/2014/main" id="{9843122A-073E-9F86-D383-A8FA18C46A6A}"/>
              </a:ext>
            </a:extLst>
          </p:cNvPr>
          <p:cNvSpPr>
            <a:spLocks noGrp="1"/>
          </p:cNvSpPr>
          <p:nvPr>
            <p:ph type="ftr" sz="quarter" idx="11"/>
          </p:nvPr>
        </p:nvSpPr>
        <p:spPr/>
        <p:txBody>
          <a:bodyPr/>
          <a:lstStyle/>
          <a:p>
            <a:endParaRPr kumimoji="1" lang="ja-JP" altLang="en-US"/>
          </a:p>
        </p:txBody>
      </p:sp>
      <p:sp>
        <p:nvSpPr>
          <p:cNvPr id="9" name="スライド番号プレースホルダー 8">
            <a:extLst>
              <a:ext uri="{FF2B5EF4-FFF2-40B4-BE49-F238E27FC236}">
                <a16:creationId xmlns:a16="http://schemas.microsoft.com/office/drawing/2014/main" id="{BAD7D032-A0CB-381E-DB9E-145E173AF9C2}"/>
              </a:ext>
            </a:extLst>
          </p:cNvPr>
          <p:cNvSpPr>
            <a:spLocks noGrp="1"/>
          </p:cNvSpPr>
          <p:nvPr>
            <p:ph type="sldNum" sz="quarter" idx="12"/>
          </p:nvPr>
        </p:nvSpPr>
        <p:spPr/>
        <p:txBody>
          <a:bodyPr/>
          <a:lstStyle/>
          <a:p>
            <a:fld id="{962C2653-FB42-4592-98AD-729AF5B396F0}" type="slidenum">
              <a:rPr kumimoji="1" lang="ja-JP" altLang="en-US" smtClean="0"/>
              <a:t>‹#›</a:t>
            </a:fld>
            <a:endParaRPr kumimoji="1" lang="ja-JP" altLang="en-US"/>
          </a:p>
        </p:txBody>
      </p:sp>
    </p:spTree>
    <p:extLst>
      <p:ext uri="{BB962C8B-B14F-4D97-AF65-F5344CB8AC3E}">
        <p14:creationId xmlns:p14="http://schemas.microsoft.com/office/powerpoint/2010/main" val="369785115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D8FB51D-54D2-54D4-7328-2E2A5C8F305E}"/>
              </a:ext>
            </a:extLst>
          </p:cNvPr>
          <p:cNvSpPr>
            <a:spLocks noGrp="1"/>
          </p:cNvSpPr>
          <p:nvPr>
            <p:ph type="title"/>
          </p:nvPr>
        </p:nvSpPr>
        <p:spPr/>
        <p:txBody>
          <a:bodyPr/>
          <a:lstStyle/>
          <a:p>
            <a:r>
              <a:rPr kumimoji="1" lang="ja-JP" altLang="en-US"/>
              <a:t>マスター タイトルの書式設定</a:t>
            </a:r>
          </a:p>
        </p:txBody>
      </p:sp>
      <p:sp>
        <p:nvSpPr>
          <p:cNvPr id="3" name="日付プレースホルダー 2">
            <a:extLst>
              <a:ext uri="{FF2B5EF4-FFF2-40B4-BE49-F238E27FC236}">
                <a16:creationId xmlns:a16="http://schemas.microsoft.com/office/drawing/2014/main" id="{773FD52B-42A4-332C-B9E7-8A0D40CC01C8}"/>
              </a:ext>
            </a:extLst>
          </p:cNvPr>
          <p:cNvSpPr>
            <a:spLocks noGrp="1"/>
          </p:cNvSpPr>
          <p:nvPr>
            <p:ph type="dt" sz="half" idx="10"/>
          </p:nvPr>
        </p:nvSpPr>
        <p:spPr/>
        <p:txBody>
          <a:bodyPr/>
          <a:lstStyle/>
          <a:p>
            <a:fld id="{172DCEA2-E98F-4144-B2E3-C506C805F196}" type="datetimeFigureOut">
              <a:rPr kumimoji="1" lang="ja-JP" altLang="en-US" smtClean="0"/>
              <a:t>2026/10/31</a:t>
            </a:fld>
            <a:endParaRPr kumimoji="1" lang="ja-JP" altLang="en-US"/>
          </a:p>
        </p:txBody>
      </p:sp>
      <p:sp>
        <p:nvSpPr>
          <p:cNvPr id="4" name="フッター プレースホルダー 3">
            <a:extLst>
              <a:ext uri="{FF2B5EF4-FFF2-40B4-BE49-F238E27FC236}">
                <a16:creationId xmlns:a16="http://schemas.microsoft.com/office/drawing/2014/main" id="{E09624C7-BDF4-4480-A982-CD1E7D153658}"/>
              </a:ext>
            </a:extLst>
          </p:cNvPr>
          <p:cNvSpPr>
            <a:spLocks noGrp="1"/>
          </p:cNvSpPr>
          <p:nvPr>
            <p:ph type="ftr" sz="quarter" idx="11"/>
          </p:nvPr>
        </p:nvSpPr>
        <p:spPr/>
        <p:txBody>
          <a:bodyPr/>
          <a:lstStyle/>
          <a:p>
            <a:endParaRPr kumimoji="1" lang="ja-JP" altLang="en-US"/>
          </a:p>
        </p:txBody>
      </p:sp>
      <p:sp>
        <p:nvSpPr>
          <p:cNvPr id="5" name="スライド番号プレースホルダー 4">
            <a:extLst>
              <a:ext uri="{FF2B5EF4-FFF2-40B4-BE49-F238E27FC236}">
                <a16:creationId xmlns:a16="http://schemas.microsoft.com/office/drawing/2014/main" id="{286AE571-7365-105A-FE31-1F0E00C555D1}"/>
              </a:ext>
            </a:extLst>
          </p:cNvPr>
          <p:cNvSpPr>
            <a:spLocks noGrp="1"/>
          </p:cNvSpPr>
          <p:nvPr>
            <p:ph type="sldNum" sz="quarter" idx="12"/>
          </p:nvPr>
        </p:nvSpPr>
        <p:spPr/>
        <p:txBody>
          <a:bodyPr/>
          <a:lstStyle/>
          <a:p>
            <a:fld id="{962C2653-FB42-4592-98AD-729AF5B396F0}" type="slidenum">
              <a:rPr kumimoji="1" lang="ja-JP" altLang="en-US" smtClean="0"/>
              <a:t>‹#›</a:t>
            </a:fld>
            <a:endParaRPr kumimoji="1" lang="ja-JP" altLang="en-US"/>
          </a:p>
        </p:txBody>
      </p:sp>
    </p:spTree>
    <p:extLst>
      <p:ext uri="{BB962C8B-B14F-4D97-AF65-F5344CB8AC3E}">
        <p14:creationId xmlns:p14="http://schemas.microsoft.com/office/powerpoint/2010/main" val="227214308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a:extLst>
              <a:ext uri="{FF2B5EF4-FFF2-40B4-BE49-F238E27FC236}">
                <a16:creationId xmlns:a16="http://schemas.microsoft.com/office/drawing/2014/main" id="{1C04A248-6E6B-AA69-1A46-10C48E9F0A3C}"/>
              </a:ext>
            </a:extLst>
          </p:cNvPr>
          <p:cNvSpPr>
            <a:spLocks noGrp="1"/>
          </p:cNvSpPr>
          <p:nvPr>
            <p:ph type="dt" sz="half" idx="10"/>
          </p:nvPr>
        </p:nvSpPr>
        <p:spPr/>
        <p:txBody>
          <a:bodyPr/>
          <a:lstStyle/>
          <a:p>
            <a:fld id="{172DCEA2-E98F-4144-B2E3-C506C805F196}" type="datetimeFigureOut">
              <a:rPr kumimoji="1" lang="ja-JP" altLang="en-US" smtClean="0"/>
              <a:t>2026/10/31</a:t>
            </a:fld>
            <a:endParaRPr kumimoji="1" lang="ja-JP" altLang="en-US"/>
          </a:p>
        </p:txBody>
      </p:sp>
      <p:sp>
        <p:nvSpPr>
          <p:cNvPr id="3" name="フッター プレースホルダー 2">
            <a:extLst>
              <a:ext uri="{FF2B5EF4-FFF2-40B4-BE49-F238E27FC236}">
                <a16:creationId xmlns:a16="http://schemas.microsoft.com/office/drawing/2014/main" id="{EF53070B-F803-38B6-9EDC-8A85F4F5A879}"/>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FC848136-EA80-605B-A65A-2EB705A143D3}"/>
              </a:ext>
            </a:extLst>
          </p:cNvPr>
          <p:cNvSpPr>
            <a:spLocks noGrp="1"/>
          </p:cNvSpPr>
          <p:nvPr>
            <p:ph type="sldNum" sz="quarter" idx="12"/>
          </p:nvPr>
        </p:nvSpPr>
        <p:spPr/>
        <p:txBody>
          <a:bodyPr/>
          <a:lstStyle/>
          <a:p>
            <a:fld id="{962C2653-FB42-4592-98AD-729AF5B396F0}" type="slidenum">
              <a:rPr kumimoji="1" lang="ja-JP" altLang="en-US" smtClean="0"/>
              <a:t>‹#›</a:t>
            </a:fld>
            <a:endParaRPr kumimoji="1" lang="ja-JP" altLang="en-US"/>
          </a:p>
        </p:txBody>
      </p:sp>
    </p:spTree>
    <p:extLst>
      <p:ext uri="{BB962C8B-B14F-4D97-AF65-F5344CB8AC3E}">
        <p14:creationId xmlns:p14="http://schemas.microsoft.com/office/powerpoint/2010/main" val="101567707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9F59151-3468-3A9C-9714-1F28845C4430}"/>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50FAA751-5C8F-102B-1ADD-3C32CD2A49B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テキスト プレースホルダー 3">
            <a:extLst>
              <a:ext uri="{FF2B5EF4-FFF2-40B4-BE49-F238E27FC236}">
                <a16:creationId xmlns:a16="http://schemas.microsoft.com/office/drawing/2014/main" id="{7A5DA825-055F-72E1-BB57-6B273A80ED2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06818EA4-26C8-E617-9135-B1F46317F355}"/>
              </a:ext>
            </a:extLst>
          </p:cNvPr>
          <p:cNvSpPr>
            <a:spLocks noGrp="1"/>
          </p:cNvSpPr>
          <p:nvPr>
            <p:ph type="dt" sz="half" idx="10"/>
          </p:nvPr>
        </p:nvSpPr>
        <p:spPr/>
        <p:txBody>
          <a:bodyPr/>
          <a:lstStyle/>
          <a:p>
            <a:fld id="{172DCEA2-E98F-4144-B2E3-C506C805F196}" type="datetimeFigureOut">
              <a:rPr kumimoji="1" lang="ja-JP" altLang="en-US" smtClean="0"/>
              <a:t>2026/10/31</a:t>
            </a:fld>
            <a:endParaRPr kumimoji="1" lang="ja-JP" altLang="en-US"/>
          </a:p>
        </p:txBody>
      </p:sp>
      <p:sp>
        <p:nvSpPr>
          <p:cNvPr id="6" name="フッター プレースホルダー 5">
            <a:extLst>
              <a:ext uri="{FF2B5EF4-FFF2-40B4-BE49-F238E27FC236}">
                <a16:creationId xmlns:a16="http://schemas.microsoft.com/office/drawing/2014/main" id="{149A9D1C-AF8D-6FFF-0F72-FF32ADAF3270}"/>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9E1CE1CA-813C-29ED-7758-ECC287115018}"/>
              </a:ext>
            </a:extLst>
          </p:cNvPr>
          <p:cNvSpPr>
            <a:spLocks noGrp="1"/>
          </p:cNvSpPr>
          <p:nvPr>
            <p:ph type="sldNum" sz="quarter" idx="12"/>
          </p:nvPr>
        </p:nvSpPr>
        <p:spPr/>
        <p:txBody>
          <a:bodyPr/>
          <a:lstStyle/>
          <a:p>
            <a:fld id="{962C2653-FB42-4592-98AD-729AF5B396F0}" type="slidenum">
              <a:rPr kumimoji="1" lang="ja-JP" altLang="en-US" smtClean="0"/>
              <a:t>‹#›</a:t>
            </a:fld>
            <a:endParaRPr kumimoji="1" lang="ja-JP" altLang="en-US"/>
          </a:p>
        </p:txBody>
      </p:sp>
    </p:spTree>
    <p:extLst>
      <p:ext uri="{BB962C8B-B14F-4D97-AF65-F5344CB8AC3E}">
        <p14:creationId xmlns:p14="http://schemas.microsoft.com/office/powerpoint/2010/main" val="255402334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C744A61-2353-9749-65E6-5409E0D86779}"/>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図プレースホルダー 2">
            <a:extLst>
              <a:ext uri="{FF2B5EF4-FFF2-40B4-BE49-F238E27FC236}">
                <a16:creationId xmlns:a16="http://schemas.microsoft.com/office/drawing/2014/main" id="{B84F3E4A-8946-1D2E-29DD-7FAF8A5EDD48}"/>
              </a:ext>
            </a:extLst>
          </p:cNvPr>
          <p:cNvSpPr>
            <a:spLocks noGrp="1" noChangeAspect="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ー 3">
            <a:extLst>
              <a:ext uri="{FF2B5EF4-FFF2-40B4-BE49-F238E27FC236}">
                <a16:creationId xmlns:a16="http://schemas.microsoft.com/office/drawing/2014/main" id="{967C994E-E2F1-0ADD-C6A5-0BAAEB096EC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E5F0873C-2655-469E-4505-51730C396C90}"/>
              </a:ext>
            </a:extLst>
          </p:cNvPr>
          <p:cNvSpPr>
            <a:spLocks noGrp="1"/>
          </p:cNvSpPr>
          <p:nvPr>
            <p:ph type="dt" sz="half" idx="10"/>
          </p:nvPr>
        </p:nvSpPr>
        <p:spPr/>
        <p:txBody>
          <a:bodyPr/>
          <a:lstStyle/>
          <a:p>
            <a:fld id="{172DCEA2-E98F-4144-B2E3-C506C805F196}" type="datetimeFigureOut">
              <a:rPr kumimoji="1" lang="ja-JP" altLang="en-US" smtClean="0"/>
              <a:t>2026/10/31</a:t>
            </a:fld>
            <a:endParaRPr kumimoji="1" lang="ja-JP" altLang="en-US"/>
          </a:p>
        </p:txBody>
      </p:sp>
      <p:sp>
        <p:nvSpPr>
          <p:cNvPr id="6" name="フッター プレースホルダー 5">
            <a:extLst>
              <a:ext uri="{FF2B5EF4-FFF2-40B4-BE49-F238E27FC236}">
                <a16:creationId xmlns:a16="http://schemas.microsoft.com/office/drawing/2014/main" id="{58E40ABE-99AB-824D-E0CF-E52C40023A8D}"/>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39917B33-C0FA-9177-4C7A-D12C49E1428A}"/>
              </a:ext>
            </a:extLst>
          </p:cNvPr>
          <p:cNvSpPr>
            <a:spLocks noGrp="1"/>
          </p:cNvSpPr>
          <p:nvPr>
            <p:ph type="sldNum" sz="quarter" idx="12"/>
          </p:nvPr>
        </p:nvSpPr>
        <p:spPr/>
        <p:txBody>
          <a:bodyPr/>
          <a:lstStyle/>
          <a:p>
            <a:fld id="{962C2653-FB42-4592-98AD-729AF5B396F0}" type="slidenum">
              <a:rPr kumimoji="1" lang="ja-JP" altLang="en-US" smtClean="0"/>
              <a:t>‹#›</a:t>
            </a:fld>
            <a:endParaRPr kumimoji="1" lang="ja-JP" altLang="en-US"/>
          </a:p>
        </p:txBody>
      </p:sp>
    </p:spTree>
    <p:extLst>
      <p:ext uri="{BB962C8B-B14F-4D97-AF65-F5344CB8AC3E}">
        <p14:creationId xmlns:p14="http://schemas.microsoft.com/office/powerpoint/2010/main" val="156958652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CE72A59-43A8-9123-D792-15678C7BEBE4}"/>
              </a:ext>
            </a:extLst>
          </p:cNvPr>
          <p:cNvSpPr>
            <a:spLocks noGrp="1"/>
          </p:cNvSpPr>
          <p:nvPr>
            <p:ph type="title"/>
          </p:nvPr>
        </p:nvSpPr>
        <p:spPr/>
        <p:txBody>
          <a:bodyPr/>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D0DD23FD-C95E-4AFB-B5AC-6DC407EE6880}"/>
              </a:ext>
            </a:extLst>
          </p:cNvPr>
          <p:cNvSpPr>
            <a:spLocks noGrp="1"/>
          </p:cNvSpPr>
          <p:nvPr>
            <p:ph type="body" orient="vert" idx="1"/>
          </p:nvPr>
        </p:nvSpPr>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FFDF660B-D074-FBE4-FD88-16273A0A3B84}"/>
              </a:ext>
            </a:extLst>
          </p:cNvPr>
          <p:cNvSpPr>
            <a:spLocks noGrp="1"/>
          </p:cNvSpPr>
          <p:nvPr>
            <p:ph type="dt" sz="half" idx="10"/>
          </p:nvPr>
        </p:nvSpPr>
        <p:spPr/>
        <p:txBody>
          <a:bodyPr/>
          <a:lstStyle/>
          <a:p>
            <a:fld id="{172DCEA2-E98F-4144-B2E3-C506C805F196}" type="datetimeFigureOut">
              <a:rPr kumimoji="1" lang="ja-JP" altLang="en-US" smtClean="0"/>
              <a:t>2026/10/31</a:t>
            </a:fld>
            <a:endParaRPr kumimoji="1" lang="ja-JP" altLang="en-US"/>
          </a:p>
        </p:txBody>
      </p:sp>
      <p:sp>
        <p:nvSpPr>
          <p:cNvPr id="5" name="フッター プレースホルダー 4">
            <a:extLst>
              <a:ext uri="{FF2B5EF4-FFF2-40B4-BE49-F238E27FC236}">
                <a16:creationId xmlns:a16="http://schemas.microsoft.com/office/drawing/2014/main" id="{B63DF68E-5E9F-2DCE-2F1A-8AF933A5B1DA}"/>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57428C85-9BBD-31E7-AF19-5F9FEA1771F2}"/>
              </a:ext>
            </a:extLst>
          </p:cNvPr>
          <p:cNvSpPr>
            <a:spLocks noGrp="1"/>
          </p:cNvSpPr>
          <p:nvPr>
            <p:ph type="sldNum" sz="quarter" idx="12"/>
          </p:nvPr>
        </p:nvSpPr>
        <p:spPr/>
        <p:txBody>
          <a:bodyPr/>
          <a:lstStyle/>
          <a:p>
            <a:fld id="{962C2653-FB42-4592-98AD-729AF5B396F0}" type="slidenum">
              <a:rPr kumimoji="1" lang="ja-JP" altLang="en-US" smtClean="0"/>
              <a:t>‹#›</a:t>
            </a:fld>
            <a:endParaRPr kumimoji="1" lang="ja-JP" altLang="en-US"/>
          </a:p>
        </p:txBody>
      </p:sp>
    </p:spTree>
    <p:extLst>
      <p:ext uri="{BB962C8B-B14F-4D97-AF65-F5344CB8AC3E}">
        <p14:creationId xmlns:p14="http://schemas.microsoft.com/office/powerpoint/2010/main" val="171414756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a:extLst>
              <a:ext uri="{FF2B5EF4-FFF2-40B4-BE49-F238E27FC236}">
                <a16:creationId xmlns:a16="http://schemas.microsoft.com/office/drawing/2014/main" id="{4BAA4A64-7840-CDC9-32D1-936D1F5FC90B}"/>
              </a:ext>
            </a:extLst>
          </p:cNvPr>
          <p:cNvSpPr>
            <a:spLocks noGrp="1"/>
          </p:cNvSpPr>
          <p:nvPr>
            <p:ph type="title" orient="vert"/>
          </p:nvPr>
        </p:nvSpPr>
        <p:spPr>
          <a:xfrm>
            <a:off x="8724900" y="365125"/>
            <a:ext cx="2628900" cy="5811838"/>
          </a:xfrm>
        </p:spPr>
        <p:txBody>
          <a:bodyPr vert="eaVert"/>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1491F152-683E-31C6-AA8F-3DCD812B9990}"/>
              </a:ext>
            </a:extLst>
          </p:cNvPr>
          <p:cNvSpPr>
            <a:spLocks noGrp="1"/>
          </p:cNvSpPr>
          <p:nvPr>
            <p:ph type="body" orient="vert" idx="1"/>
          </p:nvPr>
        </p:nvSpPr>
        <p:spPr>
          <a:xfrm>
            <a:off x="838200" y="365125"/>
            <a:ext cx="7734300" cy="5811838"/>
          </a:xfrm>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5D2142F5-9FCB-A2F6-6B72-31F9FC5C8995}"/>
              </a:ext>
            </a:extLst>
          </p:cNvPr>
          <p:cNvSpPr>
            <a:spLocks noGrp="1"/>
          </p:cNvSpPr>
          <p:nvPr>
            <p:ph type="dt" sz="half" idx="10"/>
          </p:nvPr>
        </p:nvSpPr>
        <p:spPr/>
        <p:txBody>
          <a:bodyPr/>
          <a:lstStyle/>
          <a:p>
            <a:fld id="{172DCEA2-E98F-4144-B2E3-C506C805F196}" type="datetimeFigureOut">
              <a:rPr kumimoji="1" lang="ja-JP" altLang="en-US" smtClean="0"/>
              <a:t>2026/10/31</a:t>
            </a:fld>
            <a:endParaRPr kumimoji="1" lang="ja-JP" altLang="en-US"/>
          </a:p>
        </p:txBody>
      </p:sp>
      <p:sp>
        <p:nvSpPr>
          <p:cNvPr id="5" name="フッター プレースホルダー 4">
            <a:extLst>
              <a:ext uri="{FF2B5EF4-FFF2-40B4-BE49-F238E27FC236}">
                <a16:creationId xmlns:a16="http://schemas.microsoft.com/office/drawing/2014/main" id="{A441275C-DD11-2AC7-1DB7-9AD4F0661F79}"/>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8BDD0775-0FDA-440C-B889-B4A9A9212127}"/>
              </a:ext>
            </a:extLst>
          </p:cNvPr>
          <p:cNvSpPr>
            <a:spLocks noGrp="1"/>
          </p:cNvSpPr>
          <p:nvPr>
            <p:ph type="sldNum" sz="quarter" idx="12"/>
          </p:nvPr>
        </p:nvSpPr>
        <p:spPr/>
        <p:txBody>
          <a:bodyPr/>
          <a:lstStyle/>
          <a:p>
            <a:fld id="{962C2653-FB42-4592-98AD-729AF5B396F0}" type="slidenum">
              <a:rPr kumimoji="1" lang="ja-JP" altLang="en-US" smtClean="0"/>
              <a:t>‹#›</a:t>
            </a:fld>
            <a:endParaRPr kumimoji="1" lang="ja-JP" altLang="en-US"/>
          </a:p>
        </p:txBody>
      </p:sp>
    </p:spTree>
    <p:extLst>
      <p:ext uri="{BB962C8B-B14F-4D97-AF65-F5344CB8AC3E}">
        <p14:creationId xmlns:p14="http://schemas.microsoft.com/office/powerpoint/2010/main" val="185574082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ー 1">
            <a:extLst>
              <a:ext uri="{FF2B5EF4-FFF2-40B4-BE49-F238E27FC236}">
                <a16:creationId xmlns:a16="http://schemas.microsoft.com/office/drawing/2014/main" id="{14D1D417-3B54-33DE-5FB3-80F7DCAA605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9592B223-1033-21D4-E57B-25F735E22D8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AA60E2D3-B1C3-2E10-DAB2-5BE563E6080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172DCEA2-E98F-4144-B2E3-C506C805F196}" type="datetimeFigureOut">
              <a:rPr kumimoji="1" lang="ja-JP" altLang="en-US" smtClean="0"/>
              <a:t>2026/10/31</a:t>
            </a:fld>
            <a:endParaRPr kumimoji="1" lang="ja-JP" altLang="en-US"/>
          </a:p>
        </p:txBody>
      </p:sp>
      <p:sp>
        <p:nvSpPr>
          <p:cNvPr id="5" name="フッター プレースホルダー 4">
            <a:extLst>
              <a:ext uri="{FF2B5EF4-FFF2-40B4-BE49-F238E27FC236}">
                <a16:creationId xmlns:a16="http://schemas.microsoft.com/office/drawing/2014/main" id="{586D1DF2-6705-8FFD-BB3D-3A2B70DDB28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kumimoji="1" lang="ja-JP" altLang="en-US"/>
          </a:p>
        </p:txBody>
      </p:sp>
      <p:sp>
        <p:nvSpPr>
          <p:cNvPr id="6" name="スライド番号プレースホルダー 5">
            <a:extLst>
              <a:ext uri="{FF2B5EF4-FFF2-40B4-BE49-F238E27FC236}">
                <a16:creationId xmlns:a16="http://schemas.microsoft.com/office/drawing/2014/main" id="{D3E0CEDC-A24C-0D0B-A26B-BA4F8DE2C81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962C2653-FB42-4592-98AD-729AF5B396F0}" type="slidenum">
              <a:rPr kumimoji="1" lang="ja-JP" altLang="en-US" smtClean="0"/>
              <a:t>‹#›</a:t>
            </a:fld>
            <a:endParaRPr kumimoji="1" lang="ja-JP" altLang="en-US"/>
          </a:p>
        </p:txBody>
      </p:sp>
    </p:spTree>
    <p:extLst>
      <p:ext uri="{BB962C8B-B14F-4D97-AF65-F5344CB8AC3E}">
        <p14:creationId xmlns:p14="http://schemas.microsoft.com/office/powerpoint/2010/main" val="135176144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6.xml"/><Relationship Id="rId1" Type="http://schemas.openxmlformats.org/officeDocument/2006/relationships/slideLayout" Target="../slideLayouts/slideLayout7.xml"/><Relationship Id="rId6" Type="http://schemas.openxmlformats.org/officeDocument/2006/relationships/hyperlink" Target="https://creativecommons.org/licenses/by-sa/4.0/" TargetMode="External"/><Relationship Id="rId5" Type="http://schemas.openxmlformats.org/officeDocument/2006/relationships/hyperlink" Target="https://commons.wikimedia.org/wiki/File:Interior_of_Odate_Jukai_Dome_20181020a.jpg" TargetMode="External"/><Relationship Id="rId4" Type="http://schemas.openxmlformats.org/officeDocument/2006/relationships/hyperlink" Target="https://www.jia.or.jp/twentyfive_years/6078/" TargetMode="Externa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hyperlink" Target="https://livinglabs.ubc.ca/projects/brock-commons-tallwood-house" TargetMode="External"/><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1.xml"/><Relationship Id="rId1" Type="http://schemas.openxmlformats.org/officeDocument/2006/relationships/slideLayout" Target="../slideLayouts/slideLayout7.xml"/><Relationship Id="rId6" Type="http://schemas.openxmlformats.org/officeDocument/2006/relationships/hyperlink" Target="https://creativecommons.org/licenses/by-sa/4.0/" TargetMode="External"/><Relationship Id="rId5" Type="http://schemas.openxmlformats.org/officeDocument/2006/relationships/hyperlink" Target="https://commons.wikimedia.org/wiki/File:Sara_Kulturhus_juli_2021-2.jpg" TargetMode="External"/><Relationship Id="rId4" Type="http://schemas.openxmlformats.org/officeDocument/2006/relationships/hyperlink" Target="https://whitearkitekter.com/project/sara-cultural-centre/" TargetMode="Externa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hyperlink" Target="https://livinglabs.ubc.ca/projects/brock-commons-tallwood-house" TargetMode="External"/><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3" Type="http://schemas.openxmlformats.org/officeDocument/2006/relationships/hyperlink" Target="https://research.fs.usda.gov/treesearch/62258" TargetMode="External"/><Relationship Id="rId2" Type="http://schemas.openxmlformats.org/officeDocument/2006/relationships/notesSlide" Target="../notesSlides/notesSlide55.xml"/><Relationship Id="rId1" Type="http://schemas.openxmlformats.org/officeDocument/2006/relationships/slideLayout" Target="../slideLayouts/slideLayout7.xml"/><Relationship Id="rId6" Type="http://schemas.openxmlformats.org/officeDocument/2006/relationships/hyperlink" Target="https://research.fs.usda.gov/treesearch/62268" TargetMode="External"/><Relationship Id="rId5" Type="http://schemas.openxmlformats.org/officeDocument/2006/relationships/hyperlink" Target="https://livinglabs.ubc.ca/projects/brock-commons-tallwood-house" TargetMode="External"/><Relationship Id="rId4" Type="http://schemas.openxmlformats.org/officeDocument/2006/relationships/hyperlink" Target="https://www.jia.or.jp/twentyfive_years/6078/" TargetMode="External"/></Relationships>
</file>

<file path=ppt/slides/_rels/slide56.xml.rels><?xml version="1.0" encoding="UTF-8" standalone="yes"?>
<Relationships xmlns="http://schemas.openxmlformats.org/package/2006/relationships"><Relationship Id="rId3" Type="http://schemas.openxmlformats.org/officeDocument/2006/relationships/hyperlink" Target="https://www.rinya.maff.go.jp/j/sin_riyou/sustainability.html" TargetMode="External"/><Relationship Id="rId2" Type="http://schemas.openxmlformats.org/officeDocument/2006/relationships/notesSlide" Target="../notesSlides/notesSlide56.xml"/><Relationship Id="rId1" Type="http://schemas.openxmlformats.org/officeDocument/2006/relationships/slideLayout" Target="../slideLayouts/slideLayout7.xml"/><Relationship Id="rId6" Type="http://schemas.openxmlformats.org/officeDocument/2006/relationships/hyperlink" Target="https://www.ipcc.ch/report/ar6/wg3/chapter/chapter-7/" TargetMode="External"/><Relationship Id="rId5" Type="http://schemas.openxmlformats.org/officeDocument/2006/relationships/hyperlink" Target="https://www.rinya.maff.go.jp/j/mokusan/mieruka.html" TargetMode="External"/><Relationship Id="rId4" Type="http://schemas.openxmlformats.org/officeDocument/2006/relationships/hyperlink" Target="https://www.rinya.maff.go.jp/j/kokuyu_rinya/kokumin_mori/katuyo/kinobunka_kojimori/kibunka.html" TargetMode="External"/></Relationships>
</file>

<file path=ppt/slides/_rels/slide57.xml.rels><?xml version="1.0" encoding="UTF-8" standalone="yes"?>
<Relationships xmlns="http://schemas.openxmlformats.org/package/2006/relationships"><Relationship Id="rId3" Type="http://schemas.openxmlformats.org/officeDocument/2006/relationships/hyperlink" Target="https://www.mext.go.jp/component/a_menu/education/micro_detail/__icsFiles/afieldfile/2019/03/18/1387018_009.pdf" TargetMode="External"/><Relationship Id="rId2" Type="http://schemas.openxmlformats.org/officeDocument/2006/relationships/notesSlide" Target="../notesSlides/notesSlide57.xml"/><Relationship Id="rId1" Type="http://schemas.openxmlformats.org/officeDocument/2006/relationships/slideLayout" Target="../slideLayouts/slideLayout7.xml"/><Relationship Id="rId5" Type="http://schemas.openxmlformats.org/officeDocument/2006/relationships/hyperlink" Target="https://research.fs.usda.gov/treesearch/62253" TargetMode="External"/><Relationship Id="rId4" Type="http://schemas.openxmlformats.org/officeDocument/2006/relationships/hyperlink" Target="https://fsc.org/en/standards"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正方形/長方形 7">
            <a:extLst>
              <a:ext uri="{FF2B5EF4-FFF2-40B4-BE49-F238E27FC236}">
                <a16:creationId xmlns:a16="http://schemas.microsoft.com/office/drawing/2014/main" id="{5E603024-5CBD-402D-8585-190C24D5EE9B}"/>
              </a:ext>
            </a:extLst>
          </p:cNvPr>
          <p:cNvSpPr>
            <a:spLocks noGrp="1"/>
          </p:cNvSpPr>
          <p:nvPr/>
        </p:nvSpPr>
        <p:spPr>
          <a:xfrm>
            <a:off x="685800" y="342900"/>
            <a:ext cx="10820400" cy="666750"/>
          </a:xfrm>
          <a:prstGeom prst="rect">
            <a:avLst/>
          </a:prstGeom>
          <a:noFill/>
          <a:ln w="0">
            <a:noFill/>
          </a:ln>
        </p:spPr>
        <p:txBody>
          <a:bodyPr lIns="0" tIns="0" rIns="0" bIns="0" anchor="ctr">
            <a:noAutofit/>
          </a:bodyPr>
          <a:lstStyle>
            <a:defPPr>
              <a:defRPr sz="3000" b="1">
                <a:solidFill>
                  <a:srgbClr val="18364F"/>
                </a:solidFill>
                <a:latin typeface="Yu Gothic"/>
                <a:ea typeface="Yu Gothic"/>
                <a:cs typeface="Yu Gothic"/>
              </a:defRPr>
            </a:defPPr>
            <a:lvl1pPr>
              <a:defRPr sz="3000" b="1">
                <a:solidFill>
                  <a:srgbClr val="18364F"/>
                </a:solidFill>
                <a:latin typeface="Yu Gothic"/>
                <a:ea typeface="Yu Gothic"/>
                <a:cs typeface="Yu Gothic"/>
              </a:defRPr>
            </a:lvl1pPr>
            <a:lvl2pPr>
              <a:defRPr sz="3000" b="1">
                <a:solidFill>
                  <a:srgbClr val="18364F"/>
                </a:solidFill>
                <a:latin typeface="Yu Gothic"/>
                <a:ea typeface="Yu Gothic"/>
                <a:cs typeface="Yu Gothic"/>
              </a:defRPr>
            </a:lvl2pPr>
            <a:lvl3pPr>
              <a:defRPr sz="3000" b="1">
                <a:solidFill>
                  <a:srgbClr val="18364F"/>
                </a:solidFill>
                <a:latin typeface="Yu Gothic"/>
                <a:ea typeface="Yu Gothic"/>
                <a:cs typeface="Yu Gothic"/>
              </a:defRPr>
            </a:lvl3pPr>
            <a:lvl4pPr>
              <a:defRPr sz="3000" b="1">
                <a:solidFill>
                  <a:srgbClr val="18364F"/>
                </a:solidFill>
                <a:latin typeface="Yu Gothic"/>
                <a:ea typeface="Yu Gothic"/>
                <a:cs typeface="Yu Gothic"/>
              </a:defRPr>
            </a:lvl4pPr>
            <a:lvl5pPr>
              <a:defRPr sz="3000" b="1">
                <a:solidFill>
                  <a:srgbClr val="18364F"/>
                </a:solidFill>
                <a:latin typeface="Yu Gothic"/>
                <a:ea typeface="Yu Gothic"/>
                <a:cs typeface="Yu Gothic"/>
              </a:defRPr>
            </a:lvl5pPr>
            <a:lvl6pPr>
              <a:defRPr sz="3000" b="1">
                <a:solidFill>
                  <a:srgbClr val="18364F"/>
                </a:solidFill>
                <a:latin typeface="Yu Gothic"/>
                <a:ea typeface="Yu Gothic"/>
                <a:cs typeface="Yu Gothic"/>
              </a:defRPr>
            </a:lvl6pPr>
            <a:lvl7pPr>
              <a:defRPr sz="3000" b="1">
                <a:solidFill>
                  <a:srgbClr val="18364F"/>
                </a:solidFill>
                <a:latin typeface="Yu Gothic"/>
                <a:ea typeface="Yu Gothic"/>
                <a:cs typeface="Yu Gothic"/>
              </a:defRPr>
            </a:lvl7pPr>
            <a:lvl8pPr>
              <a:defRPr sz="3000" b="1">
                <a:solidFill>
                  <a:srgbClr val="18364F"/>
                </a:solidFill>
                <a:latin typeface="Yu Gothic"/>
                <a:ea typeface="Yu Gothic"/>
                <a:cs typeface="Yu Gothic"/>
              </a:defRPr>
            </a:lvl8pPr>
            <a:lvl9pPr>
              <a:defRPr sz="3000" b="1">
                <a:solidFill>
                  <a:srgbClr val="18364F"/>
                </a:solidFill>
                <a:latin typeface="Yu Gothic"/>
                <a:ea typeface="Yu Gothic"/>
                <a:cs typeface="Yu Gothic"/>
              </a:defRPr>
            </a:lvl9pPr>
          </a:lstStyle>
          <a:p>
            <a:pPr>
              <a:defRPr sz="3000" b="1">
                <a:solidFill>
                  <a:srgbClr val="18364F"/>
                </a:solidFill>
                <a:latin typeface="Yu Gothic"/>
                <a:ea typeface="Yu Gothic"/>
                <a:cs typeface="Yu Gothic"/>
              </a:defRPr>
            </a:pPr>
            <a:r>
              <a:rPr sz="3000" b="1">
                <a:solidFill>
                  <a:srgbClr val="18364F"/>
                </a:solidFill>
                <a:latin typeface="Yu Gothic"/>
                <a:ea typeface="Yu Gothic"/>
                <a:cs typeface="Yu Gothic"/>
              </a:rPr>
              <a:t>木造の大規模利用と資源・環境</a:t>
            </a:r>
          </a:p>
        </p:txBody>
      </p:sp>
      <p:sp>
        <p:nvSpPr>
          <p:cNvPr id="2" name="正方形/長方形 1">
            <a:extLst>
              <a:ext uri="{FF2B5EF4-FFF2-40B4-BE49-F238E27FC236}">
                <a16:creationId xmlns:a16="http://schemas.microsoft.com/office/drawing/2014/main" id="{8642ECD5-4540-4343-86FB-9272F980357F}"/>
              </a:ext>
            </a:extLst>
          </p:cNvPr>
          <p:cNvSpPr>
            <a:spLocks noGrp="1"/>
          </p:cNvSpPr>
          <p:nvPr/>
        </p:nvSpPr>
        <p:spPr>
          <a:xfrm>
            <a:off x="685800" y="1181100"/>
            <a:ext cx="10820400" cy="19050"/>
          </a:xfrm>
          <a:prstGeom prst="rect">
            <a:avLst/>
          </a:prstGeom>
          <a:solidFill>
            <a:srgbClr val="18364F"/>
          </a:solidFill>
          <a:ln w="0">
            <a:noFill/>
          </a:ln>
        </p:spPr>
      </p:sp>
      <p:sp>
        <p:nvSpPr>
          <p:cNvPr id="3" name="正方形/長方形 2">
            <a:extLst>
              <a:ext uri="{FF2B5EF4-FFF2-40B4-BE49-F238E27FC236}">
                <a16:creationId xmlns:a16="http://schemas.microsoft.com/office/drawing/2014/main" id="{88821B6D-C46A-4FA6-BCB7-A450874FD3F1}"/>
              </a:ext>
            </a:extLst>
          </p:cNvPr>
          <p:cNvSpPr>
            <a:spLocks noGrp="1"/>
          </p:cNvSpPr>
          <p:nvPr/>
        </p:nvSpPr>
        <p:spPr>
          <a:xfrm>
            <a:off x="685800" y="6419850"/>
            <a:ext cx="9334500" cy="257175"/>
          </a:xfrm>
          <a:prstGeom prst="rect">
            <a:avLst/>
          </a:prstGeom>
          <a:noFill/>
          <a:ln w="0">
            <a:noFill/>
          </a:ln>
        </p:spPr>
        <p:txBody>
          <a:bodyPr lIns="0" tIns="0" rIns="0" bIns="0" anchor="ctr">
            <a:noAutofit/>
          </a:bodyPr>
          <a:lstStyle>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a:pPr>
              <a:defRPr sz="1425" b="0">
                <a:solidFill>
                  <a:srgbClr val="596875"/>
                </a:solidFill>
                <a:latin typeface="Yu Gothic"/>
                <a:ea typeface="Yu Gothic"/>
                <a:cs typeface="Yu Gothic"/>
              </a:defRPr>
            </a:pPr>
            <a:r>
              <a:rPr lang="ja-JP" altLang="en-US" sz="1425" b="0">
                <a:solidFill>
                  <a:srgbClr val="596875"/>
                </a:solidFill>
                <a:latin typeface="Yu Gothic"/>
                <a:ea typeface="Yu Gothic"/>
                <a:cs typeface="Yu Gothic"/>
              </a:rPr>
              <a:t>木材及び木質材料学　新第</a:t>
            </a:r>
            <a:r>
              <a:rPr lang="en-US" altLang="ja-JP" sz="1425" b="0">
                <a:solidFill>
                  <a:srgbClr val="596875"/>
                </a:solidFill>
                <a:latin typeface="Yu Gothic"/>
                <a:ea typeface="Yu Gothic"/>
                <a:cs typeface="Yu Gothic"/>
              </a:rPr>
              <a:t>14</a:t>
            </a:r>
            <a:r>
              <a:rPr lang="ja-JP" altLang="en-US" sz="1425" b="0">
                <a:solidFill>
                  <a:srgbClr val="596875"/>
                </a:solidFill>
                <a:latin typeface="Yu Gothic"/>
                <a:ea typeface="Yu Gothic"/>
                <a:cs typeface="Yu Gothic"/>
              </a:rPr>
              <a:t>回　再構成</a:t>
            </a:r>
            <a:endParaRPr sz="1425" b="0">
              <a:solidFill>
                <a:srgbClr val="596875"/>
              </a:solidFill>
              <a:latin typeface="Yu Gothic"/>
              <a:ea typeface="Yu Gothic"/>
              <a:cs typeface="Yu Gothic"/>
            </a:endParaRPr>
          </a:p>
        </p:txBody>
      </p:sp>
      <p:sp>
        <p:nvSpPr>
          <p:cNvPr id="4" name="正方形/長方形 3">
            <a:extLst>
              <a:ext uri="{FF2B5EF4-FFF2-40B4-BE49-F238E27FC236}">
                <a16:creationId xmlns:a16="http://schemas.microsoft.com/office/drawing/2014/main" id="{5D458E7C-F4B6-4099-9BBD-137E340D7295}"/>
              </a:ext>
            </a:extLst>
          </p:cNvPr>
          <p:cNvSpPr>
            <a:spLocks noGrp="1"/>
          </p:cNvSpPr>
          <p:nvPr/>
        </p:nvSpPr>
        <p:spPr>
          <a:xfrm>
            <a:off x="10763250" y="6419850"/>
            <a:ext cx="742950" cy="257175"/>
          </a:xfrm>
          <a:prstGeom prst="rect">
            <a:avLst/>
          </a:prstGeom>
          <a:noFill/>
          <a:ln w="0">
            <a:noFill/>
          </a:ln>
        </p:spPr>
        <p:txBody>
          <a:bodyPr lIns="0" tIns="0" rIns="0" bIns="0" anchor="ctr">
            <a:noAutofit/>
          </a:bodyPr>
          <a:lstStyle>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a:pPr>
              <a:defRPr sz="1425" b="0">
                <a:solidFill>
                  <a:srgbClr val="596875"/>
                </a:solidFill>
                <a:latin typeface="Yu Gothic"/>
                <a:ea typeface="Yu Gothic"/>
                <a:cs typeface="Yu Gothic"/>
              </a:defRPr>
            </a:pPr>
            <a:r>
              <a:rPr lang="en-US" altLang="ja-JP" sz="1425" b="0">
                <a:solidFill>
                  <a:srgbClr val="596875"/>
                </a:solidFill>
                <a:latin typeface="Yu Gothic"/>
                <a:ea typeface="Yu Gothic"/>
                <a:cs typeface="Yu Gothic"/>
              </a:rPr>
              <a:t>1</a:t>
            </a:r>
            <a:endParaRPr sz="1425" b="0">
              <a:solidFill>
                <a:srgbClr val="596875"/>
              </a:solidFill>
              <a:latin typeface="Yu Gothic"/>
              <a:ea typeface="Yu Gothic"/>
              <a:cs typeface="Yu Gothic"/>
            </a:endParaRPr>
          </a:p>
        </p:txBody>
      </p:sp>
      <p:sp>
        <p:nvSpPr>
          <p:cNvPr id="5" name="正方形/長方形 4">
            <a:extLst>
              <a:ext uri="{FF2B5EF4-FFF2-40B4-BE49-F238E27FC236}">
                <a16:creationId xmlns:a16="http://schemas.microsoft.com/office/drawing/2014/main" id="{A56DD069-8B56-409B-AEAA-FF8CE7B37D1A}"/>
              </a:ext>
            </a:extLst>
          </p:cNvPr>
          <p:cNvSpPr>
            <a:spLocks noGrp="1"/>
          </p:cNvSpPr>
          <p:nvPr/>
        </p:nvSpPr>
        <p:spPr>
          <a:xfrm>
            <a:off x="838200" y="1762125"/>
            <a:ext cx="10477500" cy="857250"/>
          </a:xfrm>
          <a:prstGeom prst="rect">
            <a:avLst/>
          </a:prstGeom>
          <a:noFill/>
          <a:ln w="0">
            <a:noFill/>
          </a:ln>
        </p:spPr>
        <p:txBody>
          <a:bodyPr lIns="0" tIns="0" rIns="0" bIns="0" anchor="ctr">
            <a:noAutofit/>
          </a:bodyPr>
          <a:lstStyle>
            <a:defPPr>
              <a:defRPr sz="2250" b="0">
                <a:solidFill>
                  <a:srgbClr val="18364F"/>
                </a:solidFill>
                <a:latin typeface="Yu Gothic"/>
                <a:ea typeface="Yu Gothic"/>
                <a:cs typeface="Yu Gothic"/>
              </a:defRPr>
            </a:defPPr>
            <a:lvl1pPr>
              <a:defRPr sz="2250" b="0">
                <a:solidFill>
                  <a:srgbClr val="18364F"/>
                </a:solidFill>
                <a:latin typeface="Yu Gothic"/>
                <a:ea typeface="Yu Gothic"/>
                <a:cs typeface="Yu Gothic"/>
              </a:defRPr>
            </a:lvl1pPr>
            <a:lvl2pPr>
              <a:defRPr sz="2250" b="0">
                <a:solidFill>
                  <a:srgbClr val="18364F"/>
                </a:solidFill>
                <a:latin typeface="Yu Gothic"/>
                <a:ea typeface="Yu Gothic"/>
                <a:cs typeface="Yu Gothic"/>
              </a:defRPr>
            </a:lvl2pPr>
            <a:lvl3pPr>
              <a:defRPr sz="2250" b="0">
                <a:solidFill>
                  <a:srgbClr val="18364F"/>
                </a:solidFill>
                <a:latin typeface="Yu Gothic"/>
                <a:ea typeface="Yu Gothic"/>
                <a:cs typeface="Yu Gothic"/>
              </a:defRPr>
            </a:lvl3pPr>
            <a:lvl4pPr>
              <a:defRPr sz="2250" b="0">
                <a:solidFill>
                  <a:srgbClr val="18364F"/>
                </a:solidFill>
                <a:latin typeface="Yu Gothic"/>
                <a:ea typeface="Yu Gothic"/>
                <a:cs typeface="Yu Gothic"/>
              </a:defRPr>
            </a:lvl4pPr>
            <a:lvl5pPr>
              <a:defRPr sz="2250" b="0">
                <a:solidFill>
                  <a:srgbClr val="18364F"/>
                </a:solidFill>
                <a:latin typeface="Yu Gothic"/>
                <a:ea typeface="Yu Gothic"/>
                <a:cs typeface="Yu Gothic"/>
              </a:defRPr>
            </a:lvl5pPr>
            <a:lvl6pPr>
              <a:defRPr sz="2250" b="0">
                <a:solidFill>
                  <a:srgbClr val="18364F"/>
                </a:solidFill>
                <a:latin typeface="Yu Gothic"/>
                <a:ea typeface="Yu Gothic"/>
                <a:cs typeface="Yu Gothic"/>
              </a:defRPr>
            </a:lvl6pPr>
            <a:lvl7pPr>
              <a:defRPr sz="2250" b="0">
                <a:solidFill>
                  <a:srgbClr val="18364F"/>
                </a:solidFill>
                <a:latin typeface="Yu Gothic"/>
                <a:ea typeface="Yu Gothic"/>
                <a:cs typeface="Yu Gothic"/>
              </a:defRPr>
            </a:lvl7pPr>
            <a:lvl8pPr>
              <a:defRPr sz="2250" b="0">
                <a:solidFill>
                  <a:srgbClr val="18364F"/>
                </a:solidFill>
                <a:latin typeface="Yu Gothic"/>
                <a:ea typeface="Yu Gothic"/>
                <a:cs typeface="Yu Gothic"/>
              </a:defRPr>
            </a:lvl8pPr>
            <a:lvl9pPr>
              <a:defRPr sz="2250" b="0">
                <a:solidFill>
                  <a:srgbClr val="18364F"/>
                </a:solidFill>
                <a:latin typeface="Yu Gothic"/>
                <a:ea typeface="Yu Gothic"/>
                <a:cs typeface="Yu Gothic"/>
              </a:defRPr>
            </a:lvl9pPr>
          </a:lstStyle>
          <a:p>
            <a:pPr>
              <a:defRPr sz="2250" b="0">
                <a:solidFill>
                  <a:srgbClr val="18364F"/>
                </a:solidFill>
                <a:latin typeface="Yu Gothic"/>
                <a:ea typeface="Yu Gothic"/>
                <a:cs typeface="Yu Gothic"/>
              </a:defRPr>
            </a:pPr>
            <a:r>
              <a:rPr sz="2250" b="0">
                <a:solidFill>
                  <a:srgbClr val="18364F"/>
                </a:solidFill>
                <a:latin typeface="Yu Gothic"/>
                <a:ea typeface="Yu Gothic"/>
                <a:cs typeface="Yu Gothic"/>
              </a:rPr>
              <a:t>木材及び木質材料学　新第14回</a:t>
            </a:r>
          </a:p>
        </p:txBody>
      </p:sp>
      <p:sp>
        <p:nvSpPr>
          <p:cNvPr id="6" name="正方形/長方形 5">
            <a:extLst>
              <a:ext uri="{FF2B5EF4-FFF2-40B4-BE49-F238E27FC236}">
                <a16:creationId xmlns:a16="http://schemas.microsoft.com/office/drawing/2014/main" id="{9DFA9E80-5F68-4E1B-B0A3-D7D7D7BA2C49}"/>
              </a:ext>
            </a:extLst>
          </p:cNvPr>
          <p:cNvSpPr>
            <a:spLocks noGrp="1"/>
          </p:cNvSpPr>
          <p:nvPr/>
        </p:nvSpPr>
        <p:spPr>
          <a:xfrm>
            <a:off x="838200" y="2981325"/>
            <a:ext cx="10477500" cy="857250"/>
          </a:xfrm>
          <a:prstGeom prst="rect">
            <a:avLst/>
          </a:prstGeom>
          <a:noFill/>
          <a:ln w="0">
            <a:noFill/>
          </a:ln>
        </p:spPr>
        <p:txBody>
          <a:bodyPr lIns="0" tIns="0" rIns="0" bIns="0" anchor="ctr">
            <a:noAutofit/>
          </a:bodyPr>
          <a:lstStyle>
            <a:defPPr>
              <a:defRPr sz="2250" b="0">
                <a:solidFill>
                  <a:srgbClr val="253C4D"/>
                </a:solidFill>
                <a:latin typeface="Yu Gothic"/>
                <a:ea typeface="Yu Gothic"/>
                <a:cs typeface="Yu Gothic"/>
              </a:defRPr>
            </a:defPPr>
            <a:lvl1pPr>
              <a:defRPr sz="2250" b="0">
                <a:solidFill>
                  <a:srgbClr val="253C4D"/>
                </a:solidFill>
                <a:latin typeface="Yu Gothic"/>
                <a:ea typeface="Yu Gothic"/>
                <a:cs typeface="Yu Gothic"/>
              </a:defRPr>
            </a:lvl1pPr>
            <a:lvl2pPr>
              <a:defRPr sz="2250" b="0">
                <a:solidFill>
                  <a:srgbClr val="253C4D"/>
                </a:solidFill>
                <a:latin typeface="Yu Gothic"/>
                <a:ea typeface="Yu Gothic"/>
                <a:cs typeface="Yu Gothic"/>
              </a:defRPr>
            </a:lvl2pPr>
            <a:lvl3pPr>
              <a:defRPr sz="2250" b="0">
                <a:solidFill>
                  <a:srgbClr val="253C4D"/>
                </a:solidFill>
                <a:latin typeface="Yu Gothic"/>
                <a:ea typeface="Yu Gothic"/>
                <a:cs typeface="Yu Gothic"/>
              </a:defRPr>
            </a:lvl3pPr>
            <a:lvl4pPr>
              <a:defRPr sz="2250" b="0">
                <a:solidFill>
                  <a:srgbClr val="253C4D"/>
                </a:solidFill>
                <a:latin typeface="Yu Gothic"/>
                <a:ea typeface="Yu Gothic"/>
                <a:cs typeface="Yu Gothic"/>
              </a:defRPr>
            </a:lvl4pPr>
            <a:lvl5pPr>
              <a:defRPr sz="2250" b="0">
                <a:solidFill>
                  <a:srgbClr val="253C4D"/>
                </a:solidFill>
                <a:latin typeface="Yu Gothic"/>
                <a:ea typeface="Yu Gothic"/>
                <a:cs typeface="Yu Gothic"/>
              </a:defRPr>
            </a:lvl5pPr>
            <a:lvl6pPr>
              <a:defRPr sz="2250" b="0">
                <a:solidFill>
                  <a:srgbClr val="253C4D"/>
                </a:solidFill>
                <a:latin typeface="Yu Gothic"/>
                <a:ea typeface="Yu Gothic"/>
                <a:cs typeface="Yu Gothic"/>
              </a:defRPr>
            </a:lvl6pPr>
            <a:lvl7pPr>
              <a:defRPr sz="2250" b="0">
                <a:solidFill>
                  <a:srgbClr val="253C4D"/>
                </a:solidFill>
                <a:latin typeface="Yu Gothic"/>
                <a:ea typeface="Yu Gothic"/>
                <a:cs typeface="Yu Gothic"/>
              </a:defRPr>
            </a:lvl7pPr>
            <a:lvl8pPr>
              <a:defRPr sz="2250" b="0">
                <a:solidFill>
                  <a:srgbClr val="253C4D"/>
                </a:solidFill>
                <a:latin typeface="Yu Gothic"/>
                <a:ea typeface="Yu Gothic"/>
                <a:cs typeface="Yu Gothic"/>
              </a:defRPr>
            </a:lvl8pPr>
            <a:lvl9pPr>
              <a:defRPr sz="2250" b="0">
                <a:solidFill>
                  <a:srgbClr val="253C4D"/>
                </a:solidFill>
                <a:latin typeface="Yu Gothic"/>
                <a:ea typeface="Yu Gothic"/>
                <a:cs typeface="Yu Gothic"/>
              </a:defRPr>
            </a:lvl9pPr>
          </a:lstStyle>
          <a:p>
            <a:pPr>
              <a:defRPr sz="2250" b="0">
                <a:solidFill>
                  <a:srgbClr val="253C4D"/>
                </a:solidFill>
                <a:latin typeface="Yu Gothic"/>
                <a:ea typeface="Yu Gothic"/>
                <a:cs typeface="Yu Gothic"/>
              </a:defRPr>
            </a:pPr>
            <a:r>
              <a:rPr sz="2250" b="0">
                <a:solidFill>
                  <a:srgbClr val="253C4D"/>
                </a:solidFill>
                <a:latin typeface="Yu Gothic"/>
                <a:ea typeface="Yu Gothic"/>
                <a:cs typeface="Yu Gothic"/>
              </a:rPr>
              <a:t>集成材・CLTを、部材と建物の両方から見る</a:t>
            </a:r>
          </a:p>
        </p:txBody>
      </p:sp>
      <p:sp>
        <p:nvSpPr>
          <p:cNvPr id="7" name="正方形/長方形 6">
            <a:extLst>
              <a:ext uri="{FF2B5EF4-FFF2-40B4-BE49-F238E27FC236}">
                <a16:creationId xmlns:a16="http://schemas.microsoft.com/office/drawing/2014/main" id="{9CF2307C-D0E5-4BA5-B2E8-A2EDE40A14B8}"/>
              </a:ext>
            </a:extLst>
          </p:cNvPr>
          <p:cNvSpPr>
            <a:spLocks noGrp="1"/>
          </p:cNvSpPr>
          <p:nvPr/>
        </p:nvSpPr>
        <p:spPr>
          <a:xfrm>
            <a:off x="838200" y="4200525"/>
            <a:ext cx="10477500" cy="857250"/>
          </a:xfrm>
          <a:prstGeom prst="rect">
            <a:avLst/>
          </a:prstGeom>
          <a:noFill/>
          <a:ln w="0">
            <a:noFill/>
          </a:ln>
        </p:spPr>
        <p:txBody>
          <a:bodyPr lIns="0" tIns="0" rIns="0" bIns="0" anchor="ctr">
            <a:noAutofit/>
          </a:bodyPr>
          <a:lstStyle>
            <a:defPPr>
              <a:defRPr sz="2250" b="0">
                <a:solidFill>
                  <a:srgbClr val="253C4D"/>
                </a:solidFill>
                <a:latin typeface="Yu Gothic"/>
                <a:ea typeface="Yu Gothic"/>
                <a:cs typeface="Yu Gothic"/>
              </a:defRPr>
            </a:defPPr>
            <a:lvl1pPr>
              <a:defRPr sz="2250" b="0">
                <a:solidFill>
                  <a:srgbClr val="253C4D"/>
                </a:solidFill>
                <a:latin typeface="Yu Gothic"/>
                <a:ea typeface="Yu Gothic"/>
                <a:cs typeface="Yu Gothic"/>
              </a:defRPr>
            </a:lvl1pPr>
            <a:lvl2pPr>
              <a:defRPr sz="2250" b="0">
                <a:solidFill>
                  <a:srgbClr val="253C4D"/>
                </a:solidFill>
                <a:latin typeface="Yu Gothic"/>
                <a:ea typeface="Yu Gothic"/>
                <a:cs typeface="Yu Gothic"/>
              </a:defRPr>
            </a:lvl2pPr>
            <a:lvl3pPr>
              <a:defRPr sz="2250" b="0">
                <a:solidFill>
                  <a:srgbClr val="253C4D"/>
                </a:solidFill>
                <a:latin typeface="Yu Gothic"/>
                <a:ea typeface="Yu Gothic"/>
                <a:cs typeface="Yu Gothic"/>
              </a:defRPr>
            </a:lvl3pPr>
            <a:lvl4pPr>
              <a:defRPr sz="2250" b="0">
                <a:solidFill>
                  <a:srgbClr val="253C4D"/>
                </a:solidFill>
                <a:latin typeface="Yu Gothic"/>
                <a:ea typeface="Yu Gothic"/>
                <a:cs typeface="Yu Gothic"/>
              </a:defRPr>
            </a:lvl4pPr>
            <a:lvl5pPr>
              <a:defRPr sz="2250" b="0">
                <a:solidFill>
                  <a:srgbClr val="253C4D"/>
                </a:solidFill>
                <a:latin typeface="Yu Gothic"/>
                <a:ea typeface="Yu Gothic"/>
                <a:cs typeface="Yu Gothic"/>
              </a:defRPr>
            </a:lvl5pPr>
            <a:lvl6pPr>
              <a:defRPr sz="2250" b="0">
                <a:solidFill>
                  <a:srgbClr val="253C4D"/>
                </a:solidFill>
                <a:latin typeface="Yu Gothic"/>
                <a:ea typeface="Yu Gothic"/>
                <a:cs typeface="Yu Gothic"/>
              </a:defRPr>
            </a:lvl6pPr>
            <a:lvl7pPr>
              <a:defRPr sz="2250" b="0">
                <a:solidFill>
                  <a:srgbClr val="253C4D"/>
                </a:solidFill>
                <a:latin typeface="Yu Gothic"/>
                <a:ea typeface="Yu Gothic"/>
                <a:cs typeface="Yu Gothic"/>
              </a:defRPr>
            </a:lvl7pPr>
            <a:lvl8pPr>
              <a:defRPr sz="2250" b="0">
                <a:solidFill>
                  <a:srgbClr val="253C4D"/>
                </a:solidFill>
                <a:latin typeface="Yu Gothic"/>
                <a:ea typeface="Yu Gothic"/>
                <a:cs typeface="Yu Gothic"/>
              </a:defRPr>
            </a:lvl8pPr>
            <a:lvl9pPr>
              <a:defRPr sz="2250" b="0">
                <a:solidFill>
                  <a:srgbClr val="253C4D"/>
                </a:solidFill>
                <a:latin typeface="Yu Gothic"/>
                <a:ea typeface="Yu Gothic"/>
                <a:cs typeface="Yu Gothic"/>
              </a:defRPr>
            </a:lvl9pPr>
          </a:lstStyle>
          <a:p>
            <a:pPr>
              <a:defRPr sz="2250" b="0">
                <a:solidFill>
                  <a:srgbClr val="253C4D"/>
                </a:solidFill>
                <a:latin typeface="Yu Gothic"/>
                <a:ea typeface="Yu Gothic"/>
                <a:cs typeface="Yu Gothic"/>
              </a:defRPr>
            </a:pPr>
            <a:r>
              <a:rPr sz="2250" b="0">
                <a:solidFill>
                  <a:srgbClr val="253C4D"/>
                </a:solidFill>
                <a:latin typeface="Yu Gothic"/>
                <a:ea typeface="Yu Gothic"/>
                <a:cs typeface="Yu Gothic"/>
              </a:rPr>
              <a:t>火災時の挙動と、資源・炭素・循環を評価する</a:t>
            </a:r>
          </a:p>
        </p:txBody>
      </p:sp>
    </p:spTree>
    <p:extLst>
      <p:ext uri="{BB962C8B-B14F-4D97-AF65-F5344CB8AC3E}">
        <p14:creationId xmlns:p14="http://schemas.microsoft.com/office/powerpoint/2010/main" val="396070717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正方形/長方形 7">
            <a:extLst>
              <a:ext uri="{FF2B5EF4-FFF2-40B4-BE49-F238E27FC236}">
                <a16:creationId xmlns:a16="http://schemas.microsoft.com/office/drawing/2014/main" id="{0F5D70E1-0726-44C4-AE34-1391FF0A0114}"/>
              </a:ext>
            </a:extLst>
          </p:cNvPr>
          <p:cNvSpPr>
            <a:spLocks noGrp="1"/>
          </p:cNvSpPr>
          <p:nvPr/>
        </p:nvSpPr>
        <p:spPr>
          <a:xfrm>
            <a:off x="685800" y="342900"/>
            <a:ext cx="10820400" cy="666750"/>
          </a:xfrm>
          <a:prstGeom prst="rect">
            <a:avLst/>
          </a:prstGeom>
          <a:noFill/>
          <a:ln w="0">
            <a:noFill/>
          </a:ln>
        </p:spPr>
        <p:txBody>
          <a:bodyPr lIns="0" tIns="0" rIns="0" bIns="0" anchor="ctr">
            <a:noAutofit/>
          </a:bodyPr>
          <a:lstStyle>
            <a:defPPr>
              <a:defRPr sz="3000" b="1">
                <a:solidFill>
                  <a:srgbClr val="18364F"/>
                </a:solidFill>
                <a:latin typeface="Yu Gothic"/>
                <a:ea typeface="Yu Gothic"/>
                <a:cs typeface="Yu Gothic"/>
              </a:defRPr>
            </a:defPPr>
            <a:lvl1pPr>
              <a:defRPr sz="3000" b="1">
                <a:solidFill>
                  <a:srgbClr val="18364F"/>
                </a:solidFill>
                <a:latin typeface="Yu Gothic"/>
                <a:ea typeface="Yu Gothic"/>
                <a:cs typeface="Yu Gothic"/>
              </a:defRPr>
            </a:lvl1pPr>
            <a:lvl2pPr>
              <a:defRPr sz="3000" b="1">
                <a:solidFill>
                  <a:srgbClr val="18364F"/>
                </a:solidFill>
                <a:latin typeface="Yu Gothic"/>
                <a:ea typeface="Yu Gothic"/>
                <a:cs typeface="Yu Gothic"/>
              </a:defRPr>
            </a:lvl2pPr>
            <a:lvl3pPr>
              <a:defRPr sz="3000" b="1">
                <a:solidFill>
                  <a:srgbClr val="18364F"/>
                </a:solidFill>
                <a:latin typeface="Yu Gothic"/>
                <a:ea typeface="Yu Gothic"/>
                <a:cs typeface="Yu Gothic"/>
              </a:defRPr>
            </a:lvl3pPr>
            <a:lvl4pPr>
              <a:defRPr sz="3000" b="1">
                <a:solidFill>
                  <a:srgbClr val="18364F"/>
                </a:solidFill>
                <a:latin typeface="Yu Gothic"/>
                <a:ea typeface="Yu Gothic"/>
                <a:cs typeface="Yu Gothic"/>
              </a:defRPr>
            </a:lvl4pPr>
            <a:lvl5pPr>
              <a:defRPr sz="3000" b="1">
                <a:solidFill>
                  <a:srgbClr val="18364F"/>
                </a:solidFill>
                <a:latin typeface="Yu Gothic"/>
                <a:ea typeface="Yu Gothic"/>
                <a:cs typeface="Yu Gothic"/>
              </a:defRPr>
            </a:lvl5pPr>
            <a:lvl6pPr>
              <a:defRPr sz="3000" b="1">
                <a:solidFill>
                  <a:srgbClr val="18364F"/>
                </a:solidFill>
                <a:latin typeface="Yu Gothic"/>
                <a:ea typeface="Yu Gothic"/>
                <a:cs typeface="Yu Gothic"/>
              </a:defRPr>
            </a:lvl6pPr>
            <a:lvl7pPr>
              <a:defRPr sz="3000" b="1">
                <a:solidFill>
                  <a:srgbClr val="18364F"/>
                </a:solidFill>
                <a:latin typeface="Yu Gothic"/>
                <a:ea typeface="Yu Gothic"/>
                <a:cs typeface="Yu Gothic"/>
              </a:defRPr>
            </a:lvl7pPr>
            <a:lvl8pPr>
              <a:defRPr sz="3000" b="1">
                <a:solidFill>
                  <a:srgbClr val="18364F"/>
                </a:solidFill>
                <a:latin typeface="Yu Gothic"/>
                <a:ea typeface="Yu Gothic"/>
                <a:cs typeface="Yu Gothic"/>
              </a:defRPr>
            </a:lvl8pPr>
            <a:lvl9pPr>
              <a:defRPr sz="3000" b="1">
                <a:solidFill>
                  <a:srgbClr val="18364F"/>
                </a:solidFill>
                <a:latin typeface="Yu Gothic"/>
                <a:ea typeface="Yu Gothic"/>
                <a:cs typeface="Yu Gothic"/>
              </a:defRPr>
            </a:lvl9pPr>
          </a:lstStyle>
          <a:p>
            <a:pPr>
              <a:defRPr sz="3000" b="1">
                <a:solidFill>
                  <a:srgbClr val="18364F"/>
                </a:solidFill>
                <a:latin typeface="Yu Gothic"/>
                <a:ea typeface="Yu Gothic"/>
                <a:cs typeface="Yu Gothic"/>
              </a:defRPr>
            </a:pPr>
            <a:r>
              <a:rPr sz="3000" b="1">
                <a:solidFill>
                  <a:srgbClr val="18364F"/>
                </a:solidFill>
                <a:latin typeface="Yu Gothic"/>
                <a:ea typeface="Yu Gothic"/>
                <a:cs typeface="Yu Gothic"/>
              </a:rPr>
              <a:t>性能を評価する三つの対象</a:t>
            </a:r>
          </a:p>
        </p:txBody>
      </p:sp>
      <p:sp>
        <p:nvSpPr>
          <p:cNvPr id="2" name="正方形/長方形 1">
            <a:extLst>
              <a:ext uri="{FF2B5EF4-FFF2-40B4-BE49-F238E27FC236}">
                <a16:creationId xmlns:a16="http://schemas.microsoft.com/office/drawing/2014/main" id="{B4F3FBE2-1D09-4815-8D5C-9DF7E288013C}"/>
              </a:ext>
            </a:extLst>
          </p:cNvPr>
          <p:cNvSpPr>
            <a:spLocks noGrp="1"/>
          </p:cNvSpPr>
          <p:nvPr/>
        </p:nvSpPr>
        <p:spPr>
          <a:xfrm>
            <a:off x="685800" y="1181100"/>
            <a:ext cx="10820400" cy="19050"/>
          </a:xfrm>
          <a:prstGeom prst="rect">
            <a:avLst/>
          </a:prstGeom>
          <a:solidFill>
            <a:srgbClr val="18364F"/>
          </a:solidFill>
          <a:ln w="0">
            <a:noFill/>
          </a:ln>
        </p:spPr>
      </p:sp>
      <p:sp>
        <p:nvSpPr>
          <p:cNvPr id="3" name="正方形/長方形 2">
            <a:extLst>
              <a:ext uri="{FF2B5EF4-FFF2-40B4-BE49-F238E27FC236}">
                <a16:creationId xmlns:a16="http://schemas.microsoft.com/office/drawing/2014/main" id="{323125E9-F0E5-45CD-AB59-CAF97509D143}"/>
              </a:ext>
            </a:extLst>
          </p:cNvPr>
          <p:cNvSpPr>
            <a:spLocks noGrp="1"/>
          </p:cNvSpPr>
          <p:nvPr/>
        </p:nvSpPr>
        <p:spPr>
          <a:xfrm>
            <a:off x="685800" y="6419850"/>
            <a:ext cx="9334500" cy="257175"/>
          </a:xfrm>
          <a:prstGeom prst="rect">
            <a:avLst/>
          </a:prstGeom>
          <a:noFill/>
          <a:ln w="0">
            <a:noFill/>
          </a:ln>
        </p:spPr>
        <p:txBody>
          <a:bodyPr lIns="0" tIns="0" rIns="0" bIns="0" anchor="ctr">
            <a:noAutofit/>
          </a:bodyPr>
          <a:lstStyle>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a:pPr>
              <a:defRPr sz="1425" b="0">
                <a:solidFill>
                  <a:srgbClr val="596875"/>
                </a:solidFill>
                <a:latin typeface="Yu Gothic"/>
                <a:ea typeface="Yu Gothic"/>
                <a:cs typeface="Yu Gothic"/>
              </a:defRPr>
            </a:pPr>
            <a:r>
              <a:rPr lang="ja-JP" altLang="en-US" sz="1425" b="0">
                <a:solidFill>
                  <a:srgbClr val="596875"/>
                </a:solidFill>
                <a:latin typeface="Yu Gothic"/>
                <a:ea typeface="Yu Gothic"/>
                <a:cs typeface="Yu Gothic"/>
              </a:rPr>
              <a:t>木材及び木質材料学　新第</a:t>
            </a:r>
            <a:r>
              <a:rPr lang="en-US" altLang="ja-JP" sz="1425" b="0">
                <a:solidFill>
                  <a:srgbClr val="596875"/>
                </a:solidFill>
                <a:latin typeface="Yu Gothic"/>
                <a:ea typeface="Yu Gothic"/>
                <a:cs typeface="Yu Gothic"/>
              </a:rPr>
              <a:t>14</a:t>
            </a:r>
            <a:r>
              <a:rPr lang="ja-JP" altLang="en-US" sz="1425" b="0">
                <a:solidFill>
                  <a:srgbClr val="596875"/>
                </a:solidFill>
                <a:latin typeface="Yu Gothic"/>
                <a:ea typeface="Yu Gothic"/>
                <a:cs typeface="Yu Gothic"/>
              </a:rPr>
              <a:t>回　再構成</a:t>
            </a:r>
            <a:endParaRPr sz="1425" b="0">
              <a:solidFill>
                <a:srgbClr val="596875"/>
              </a:solidFill>
              <a:latin typeface="Yu Gothic"/>
              <a:ea typeface="Yu Gothic"/>
              <a:cs typeface="Yu Gothic"/>
            </a:endParaRPr>
          </a:p>
        </p:txBody>
      </p:sp>
      <p:sp>
        <p:nvSpPr>
          <p:cNvPr id="4" name="正方形/長方形 3">
            <a:extLst>
              <a:ext uri="{FF2B5EF4-FFF2-40B4-BE49-F238E27FC236}">
                <a16:creationId xmlns:a16="http://schemas.microsoft.com/office/drawing/2014/main" id="{BF92567A-E591-4CE9-9338-E8786371C885}"/>
              </a:ext>
            </a:extLst>
          </p:cNvPr>
          <p:cNvSpPr>
            <a:spLocks noGrp="1"/>
          </p:cNvSpPr>
          <p:nvPr/>
        </p:nvSpPr>
        <p:spPr>
          <a:xfrm>
            <a:off x="10763250" y="6419850"/>
            <a:ext cx="742950" cy="257175"/>
          </a:xfrm>
          <a:prstGeom prst="rect">
            <a:avLst/>
          </a:prstGeom>
          <a:noFill/>
          <a:ln w="0">
            <a:noFill/>
          </a:ln>
        </p:spPr>
        <p:txBody>
          <a:bodyPr lIns="0" tIns="0" rIns="0" bIns="0" anchor="ctr">
            <a:noAutofit/>
          </a:bodyPr>
          <a:lstStyle>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a:pPr>
              <a:defRPr sz="1425" b="0">
                <a:solidFill>
                  <a:srgbClr val="596875"/>
                </a:solidFill>
                <a:latin typeface="Yu Gothic"/>
                <a:ea typeface="Yu Gothic"/>
                <a:cs typeface="Yu Gothic"/>
              </a:defRPr>
            </a:pPr>
            <a:r>
              <a:rPr lang="en-US" altLang="ja-JP" sz="1425" b="0">
                <a:solidFill>
                  <a:srgbClr val="596875"/>
                </a:solidFill>
                <a:latin typeface="Yu Gothic"/>
                <a:ea typeface="Yu Gothic"/>
                <a:cs typeface="Yu Gothic"/>
              </a:rPr>
              <a:t>2</a:t>
            </a:r>
            <a:endParaRPr sz="1425" b="0">
              <a:solidFill>
                <a:srgbClr val="596875"/>
              </a:solidFill>
              <a:latin typeface="Yu Gothic"/>
              <a:ea typeface="Yu Gothic"/>
              <a:cs typeface="Yu Gothic"/>
            </a:endParaRPr>
          </a:p>
        </p:txBody>
      </p:sp>
      <p:sp>
        <p:nvSpPr>
          <p:cNvPr id="5" name="正方形/長方形 4">
            <a:extLst>
              <a:ext uri="{FF2B5EF4-FFF2-40B4-BE49-F238E27FC236}">
                <a16:creationId xmlns:a16="http://schemas.microsoft.com/office/drawing/2014/main" id="{2BE0BA9C-EC31-42E1-ACB8-AF50F1720B9A}"/>
              </a:ext>
            </a:extLst>
          </p:cNvPr>
          <p:cNvSpPr>
            <a:spLocks noGrp="1"/>
          </p:cNvSpPr>
          <p:nvPr/>
        </p:nvSpPr>
        <p:spPr>
          <a:xfrm>
            <a:off x="838200" y="1762125"/>
            <a:ext cx="10477500" cy="857250"/>
          </a:xfrm>
          <a:prstGeom prst="rect">
            <a:avLst/>
          </a:prstGeom>
          <a:noFill/>
          <a:ln w="0">
            <a:noFill/>
          </a:ln>
        </p:spPr>
        <p:txBody>
          <a:bodyPr lIns="0" tIns="0" rIns="0" bIns="0" anchor="ctr">
            <a:noAutofit/>
          </a:bodyPr>
          <a:lstStyle>
            <a:defPPr>
              <a:defRPr sz="2250" b="0">
                <a:solidFill>
                  <a:srgbClr val="18364F"/>
                </a:solidFill>
                <a:latin typeface="Yu Gothic"/>
                <a:ea typeface="Yu Gothic"/>
                <a:cs typeface="Yu Gothic"/>
              </a:defRPr>
            </a:defPPr>
            <a:lvl1pPr>
              <a:defRPr sz="2250" b="0">
                <a:solidFill>
                  <a:srgbClr val="18364F"/>
                </a:solidFill>
                <a:latin typeface="Yu Gothic"/>
                <a:ea typeface="Yu Gothic"/>
                <a:cs typeface="Yu Gothic"/>
              </a:defRPr>
            </a:lvl1pPr>
            <a:lvl2pPr>
              <a:defRPr sz="2250" b="0">
                <a:solidFill>
                  <a:srgbClr val="18364F"/>
                </a:solidFill>
                <a:latin typeface="Yu Gothic"/>
                <a:ea typeface="Yu Gothic"/>
                <a:cs typeface="Yu Gothic"/>
              </a:defRPr>
            </a:lvl2pPr>
            <a:lvl3pPr>
              <a:defRPr sz="2250" b="0">
                <a:solidFill>
                  <a:srgbClr val="18364F"/>
                </a:solidFill>
                <a:latin typeface="Yu Gothic"/>
                <a:ea typeface="Yu Gothic"/>
                <a:cs typeface="Yu Gothic"/>
              </a:defRPr>
            </a:lvl3pPr>
            <a:lvl4pPr>
              <a:defRPr sz="2250" b="0">
                <a:solidFill>
                  <a:srgbClr val="18364F"/>
                </a:solidFill>
                <a:latin typeface="Yu Gothic"/>
                <a:ea typeface="Yu Gothic"/>
                <a:cs typeface="Yu Gothic"/>
              </a:defRPr>
            </a:lvl4pPr>
            <a:lvl5pPr>
              <a:defRPr sz="2250" b="0">
                <a:solidFill>
                  <a:srgbClr val="18364F"/>
                </a:solidFill>
                <a:latin typeface="Yu Gothic"/>
                <a:ea typeface="Yu Gothic"/>
                <a:cs typeface="Yu Gothic"/>
              </a:defRPr>
            </a:lvl5pPr>
            <a:lvl6pPr>
              <a:defRPr sz="2250" b="0">
                <a:solidFill>
                  <a:srgbClr val="18364F"/>
                </a:solidFill>
                <a:latin typeface="Yu Gothic"/>
                <a:ea typeface="Yu Gothic"/>
                <a:cs typeface="Yu Gothic"/>
              </a:defRPr>
            </a:lvl6pPr>
            <a:lvl7pPr>
              <a:defRPr sz="2250" b="0">
                <a:solidFill>
                  <a:srgbClr val="18364F"/>
                </a:solidFill>
                <a:latin typeface="Yu Gothic"/>
                <a:ea typeface="Yu Gothic"/>
                <a:cs typeface="Yu Gothic"/>
              </a:defRPr>
            </a:lvl7pPr>
            <a:lvl8pPr>
              <a:defRPr sz="2250" b="0">
                <a:solidFill>
                  <a:srgbClr val="18364F"/>
                </a:solidFill>
                <a:latin typeface="Yu Gothic"/>
                <a:ea typeface="Yu Gothic"/>
                <a:cs typeface="Yu Gothic"/>
              </a:defRPr>
            </a:lvl8pPr>
            <a:lvl9pPr>
              <a:defRPr sz="2250" b="0">
                <a:solidFill>
                  <a:srgbClr val="18364F"/>
                </a:solidFill>
                <a:latin typeface="Yu Gothic"/>
                <a:ea typeface="Yu Gothic"/>
                <a:cs typeface="Yu Gothic"/>
              </a:defRPr>
            </a:lvl9pPr>
          </a:lstStyle>
          <a:p>
            <a:pPr>
              <a:defRPr sz="2250" b="0">
                <a:solidFill>
                  <a:srgbClr val="18364F"/>
                </a:solidFill>
                <a:latin typeface="Yu Gothic"/>
                <a:ea typeface="Yu Gothic"/>
                <a:cs typeface="Yu Gothic"/>
              </a:defRPr>
            </a:pPr>
            <a:r>
              <a:rPr sz="2250" b="0">
                <a:solidFill>
                  <a:srgbClr val="18364F"/>
                </a:solidFill>
                <a:latin typeface="Yu Gothic"/>
                <a:ea typeface="Yu Gothic"/>
                <a:cs typeface="Yu Gothic"/>
              </a:rPr>
              <a:t>部材：曲げ・変形・接合と荷重経路</a:t>
            </a:r>
          </a:p>
        </p:txBody>
      </p:sp>
      <p:sp>
        <p:nvSpPr>
          <p:cNvPr id="6" name="正方形/長方形 5">
            <a:extLst>
              <a:ext uri="{FF2B5EF4-FFF2-40B4-BE49-F238E27FC236}">
                <a16:creationId xmlns:a16="http://schemas.microsoft.com/office/drawing/2014/main" id="{18F693EE-C355-47BB-895E-1924C1CA5FD5}"/>
              </a:ext>
            </a:extLst>
          </p:cNvPr>
          <p:cNvSpPr>
            <a:spLocks noGrp="1"/>
          </p:cNvSpPr>
          <p:nvPr/>
        </p:nvSpPr>
        <p:spPr>
          <a:xfrm>
            <a:off x="838200" y="2981325"/>
            <a:ext cx="10477500" cy="857250"/>
          </a:xfrm>
          <a:prstGeom prst="rect">
            <a:avLst/>
          </a:prstGeom>
          <a:noFill/>
          <a:ln w="0">
            <a:noFill/>
          </a:ln>
        </p:spPr>
        <p:txBody>
          <a:bodyPr lIns="0" tIns="0" rIns="0" bIns="0" anchor="ctr">
            <a:noAutofit/>
          </a:bodyPr>
          <a:lstStyle>
            <a:defPPr>
              <a:defRPr sz="2250" b="0">
                <a:solidFill>
                  <a:srgbClr val="253C4D"/>
                </a:solidFill>
                <a:latin typeface="Yu Gothic"/>
                <a:ea typeface="Yu Gothic"/>
                <a:cs typeface="Yu Gothic"/>
              </a:defRPr>
            </a:defPPr>
            <a:lvl1pPr>
              <a:defRPr sz="2250" b="0">
                <a:solidFill>
                  <a:srgbClr val="253C4D"/>
                </a:solidFill>
                <a:latin typeface="Yu Gothic"/>
                <a:ea typeface="Yu Gothic"/>
                <a:cs typeface="Yu Gothic"/>
              </a:defRPr>
            </a:lvl1pPr>
            <a:lvl2pPr>
              <a:defRPr sz="2250" b="0">
                <a:solidFill>
                  <a:srgbClr val="253C4D"/>
                </a:solidFill>
                <a:latin typeface="Yu Gothic"/>
                <a:ea typeface="Yu Gothic"/>
                <a:cs typeface="Yu Gothic"/>
              </a:defRPr>
            </a:lvl2pPr>
            <a:lvl3pPr>
              <a:defRPr sz="2250" b="0">
                <a:solidFill>
                  <a:srgbClr val="253C4D"/>
                </a:solidFill>
                <a:latin typeface="Yu Gothic"/>
                <a:ea typeface="Yu Gothic"/>
                <a:cs typeface="Yu Gothic"/>
              </a:defRPr>
            </a:lvl3pPr>
            <a:lvl4pPr>
              <a:defRPr sz="2250" b="0">
                <a:solidFill>
                  <a:srgbClr val="253C4D"/>
                </a:solidFill>
                <a:latin typeface="Yu Gothic"/>
                <a:ea typeface="Yu Gothic"/>
                <a:cs typeface="Yu Gothic"/>
              </a:defRPr>
            </a:lvl4pPr>
            <a:lvl5pPr>
              <a:defRPr sz="2250" b="0">
                <a:solidFill>
                  <a:srgbClr val="253C4D"/>
                </a:solidFill>
                <a:latin typeface="Yu Gothic"/>
                <a:ea typeface="Yu Gothic"/>
                <a:cs typeface="Yu Gothic"/>
              </a:defRPr>
            </a:lvl5pPr>
            <a:lvl6pPr>
              <a:defRPr sz="2250" b="0">
                <a:solidFill>
                  <a:srgbClr val="253C4D"/>
                </a:solidFill>
                <a:latin typeface="Yu Gothic"/>
                <a:ea typeface="Yu Gothic"/>
                <a:cs typeface="Yu Gothic"/>
              </a:defRPr>
            </a:lvl6pPr>
            <a:lvl7pPr>
              <a:defRPr sz="2250" b="0">
                <a:solidFill>
                  <a:srgbClr val="253C4D"/>
                </a:solidFill>
                <a:latin typeface="Yu Gothic"/>
                <a:ea typeface="Yu Gothic"/>
                <a:cs typeface="Yu Gothic"/>
              </a:defRPr>
            </a:lvl7pPr>
            <a:lvl8pPr>
              <a:defRPr sz="2250" b="0">
                <a:solidFill>
                  <a:srgbClr val="253C4D"/>
                </a:solidFill>
                <a:latin typeface="Yu Gothic"/>
                <a:ea typeface="Yu Gothic"/>
                <a:cs typeface="Yu Gothic"/>
              </a:defRPr>
            </a:lvl8pPr>
            <a:lvl9pPr>
              <a:defRPr sz="2250" b="0">
                <a:solidFill>
                  <a:srgbClr val="253C4D"/>
                </a:solidFill>
                <a:latin typeface="Yu Gothic"/>
                <a:ea typeface="Yu Gothic"/>
                <a:cs typeface="Yu Gothic"/>
              </a:defRPr>
            </a:lvl9pPr>
          </a:lstStyle>
          <a:p>
            <a:pPr>
              <a:defRPr sz="2250" b="0">
                <a:solidFill>
                  <a:srgbClr val="253C4D"/>
                </a:solidFill>
                <a:latin typeface="Yu Gothic"/>
                <a:ea typeface="Yu Gothic"/>
                <a:cs typeface="Yu Gothic"/>
              </a:defRPr>
            </a:pPr>
            <a:r>
              <a:rPr sz="2250" b="0">
                <a:solidFill>
                  <a:srgbClr val="253C4D"/>
                </a:solidFill>
                <a:latin typeface="Yu Gothic"/>
                <a:ea typeface="Yu Gothic"/>
                <a:cs typeface="Yu Gothic"/>
              </a:rPr>
              <a:t>火災：着火、燃え広がり、荷重を支える性能</a:t>
            </a:r>
          </a:p>
        </p:txBody>
      </p:sp>
      <p:sp>
        <p:nvSpPr>
          <p:cNvPr id="7" name="正方形/長方形 6">
            <a:extLst>
              <a:ext uri="{FF2B5EF4-FFF2-40B4-BE49-F238E27FC236}">
                <a16:creationId xmlns:a16="http://schemas.microsoft.com/office/drawing/2014/main" id="{4F050A28-7FD5-466B-B28E-351FD390793C}"/>
              </a:ext>
            </a:extLst>
          </p:cNvPr>
          <p:cNvSpPr>
            <a:spLocks noGrp="1"/>
          </p:cNvSpPr>
          <p:nvPr/>
        </p:nvSpPr>
        <p:spPr>
          <a:xfrm>
            <a:off x="838200" y="4200525"/>
            <a:ext cx="10477500" cy="857250"/>
          </a:xfrm>
          <a:prstGeom prst="rect">
            <a:avLst/>
          </a:prstGeom>
          <a:noFill/>
          <a:ln w="0">
            <a:noFill/>
          </a:ln>
        </p:spPr>
        <p:txBody>
          <a:bodyPr lIns="0" tIns="0" rIns="0" bIns="0" anchor="ctr">
            <a:noAutofit/>
          </a:bodyPr>
          <a:lstStyle>
            <a:defPPr>
              <a:defRPr sz="2250" b="0">
                <a:solidFill>
                  <a:srgbClr val="253C4D"/>
                </a:solidFill>
                <a:latin typeface="Yu Gothic"/>
                <a:ea typeface="Yu Gothic"/>
                <a:cs typeface="Yu Gothic"/>
              </a:defRPr>
            </a:defPPr>
            <a:lvl1pPr>
              <a:defRPr sz="2250" b="0">
                <a:solidFill>
                  <a:srgbClr val="253C4D"/>
                </a:solidFill>
                <a:latin typeface="Yu Gothic"/>
                <a:ea typeface="Yu Gothic"/>
                <a:cs typeface="Yu Gothic"/>
              </a:defRPr>
            </a:lvl1pPr>
            <a:lvl2pPr>
              <a:defRPr sz="2250" b="0">
                <a:solidFill>
                  <a:srgbClr val="253C4D"/>
                </a:solidFill>
                <a:latin typeface="Yu Gothic"/>
                <a:ea typeface="Yu Gothic"/>
                <a:cs typeface="Yu Gothic"/>
              </a:defRPr>
            </a:lvl2pPr>
            <a:lvl3pPr>
              <a:defRPr sz="2250" b="0">
                <a:solidFill>
                  <a:srgbClr val="253C4D"/>
                </a:solidFill>
                <a:latin typeface="Yu Gothic"/>
                <a:ea typeface="Yu Gothic"/>
                <a:cs typeface="Yu Gothic"/>
              </a:defRPr>
            </a:lvl3pPr>
            <a:lvl4pPr>
              <a:defRPr sz="2250" b="0">
                <a:solidFill>
                  <a:srgbClr val="253C4D"/>
                </a:solidFill>
                <a:latin typeface="Yu Gothic"/>
                <a:ea typeface="Yu Gothic"/>
                <a:cs typeface="Yu Gothic"/>
              </a:defRPr>
            </a:lvl4pPr>
            <a:lvl5pPr>
              <a:defRPr sz="2250" b="0">
                <a:solidFill>
                  <a:srgbClr val="253C4D"/>
                </a:solidFill>
                <a:latin typeface="Yu Gothic"/>
                <a:ea typeface="Yu Gothic"/>
                <a:cs typeface="Yu Gothic"/>
              </a:defRPr>
            </a:lvl5pPr>
            <a:lvl6pPr>
              <a:defRPr sz="2250" b="0">
                <a:solidFill>
                  <a:srgbClr val="253C4D"/>
                </a:solidFill>
                <a:latin typeface="Yu Gothic"/>
                <a:ea typeface="Yu Gothic"/>
                <a:cs typeface="Yu Gothic"/>
              </a:defRPr>
            </a:lvl6pPr>
            <a:lvl7pPr>
              <a:defRPr sz="2250" b="0">
                <a:solidFill>
                  <a:srgbClr val="253C4D"/>
                </a:solidFill>
                <a:latin typeface="Yu Gothic"/>
                <a:ea typeface="Yu Gothic"/>
                <a:cs typeface="Yu Gothic"/>
              </a:defRPr>
            </a:lvl7pPr>
            <a:lvl8pPr>
              <a:defRPr sz="2250" b="0">
                <a:solidFill>
                  <a:srgbClr val="253C4D"/>
                </a:solidFill>
                <a:latin typeface="Yu Gothic"/>
                <a:ea typeface="Yu Gothic"/>
                <a:cs typeface="Yu Gothic"/>
              </a:defRPr>
            </a:lvl8pPr>
            <a:lvl9pPr>
              <a:defRPr sz="2250" b="0">
                <a:solidFill>
                  <a:srgbClr val="253C4D"/>
                </a:solidFill>
                <a:latin typeface="Yu Gothic"/>
                <a:ea typeface="Yu Gothic"/>
                <a:cs typeface="Yu Gothic"/>
              </a:defRPr>
            </a:lvl9pPr>
          </a:lstStyle>
          <a:p>
            <a:pPr>
              <a:defRPr sz="2250" b="0">
                <a:solidFill>
                  <a:srgbClr val="253C4D"/>
                </a:solidFill>
                <a:latin typeface="Yu Gothic"/>
                <a:ea typeface="Yu Gothic"/>
                <a:cs typeface="Yu Gothic"/>
              </a:defRPr>
            </a:pPr>
            <a:r>
              <a:rPr sz="2250" b="0">
                <a:solidFill>
                  <a:srgbClr val="253C4D"/>
                </a:solidFill>
                <a:latin typeface="Yu Gothic"/>
                <a:ea typeface="Yu Gothic"/>
                <a:cs typeface="Yu Gothic"/>
              </a:rPr>
              <a:t>資源・環境：量、期間、含める工程</a:t>
            </a:r>
          </a:p>
        </p:txBody>
      </p:sp>
    </p:spTree>
    <p:extLst>
      <p:ext uri="{BB962C8B-B14F-4D97-AF65-F5344CB8AC3E}">
        <p14:creationId xmlns:p14="http://schemas.microsoft.com/office/powerpoint/2010/main" val="126428711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 name="正方形/長方形 41">
            <a:extLst>
              <a:ext uri="{FF2B5EF4-FFF2-40B4-BE49-F238E27FC236}">
                <a16:creationId xmlns:a16="http://schemas.microsoft.com/office/drawing/2014/main" id="{18CADFC8-FD6D-4CEB-A964-2613E7A9D565}"/>
              </a:ext>
            </a:extLst>
          </p:cNvPr>
          <p:cNvSpPr>
            <a:spLocks noGrp="1"/>
          </p:cNvSpPr>
          <p:nvPr/>
        </p:nvSpPr>
        <p:spPr>
          <a:xfrm>
            <a:off x="685800" y="342900"/>
            <a:ext cx="10820400" cy="666750"/>
          </a:xfrm>
          <a:prstGeom prst="rect">
            <a:avLst/>
          </a:prstGeom>
          <a:noFill/>
          <a:ln w="0">
            <a:noFill/>
          </a:ln>
        </p:spPr>
        <p:txBody>
          <a:bodyPr lIns="0" tIns="0" rIns="0" bIns="0" anchor="ctr">
            <a:noAutofit/>
          </a:bodyPr>
          <a:lstStyle>
            <a:defPPr>
              <a:defRPr sz="3000" b="1">
                <a:solidFill>
                  <a:srgbClr val="18364F"/>
                </a:solidFill>
                <a:latin typeface="Yu Gothic"/>
                <a:ea typeface="Yu Gothic"/>
                <a:cs typeface="Yu Gothic"/>
              </a:defRPr>
            </a:defPPr>
            <a:lvl1pPr>
              <a:buNone/>
              <a:defRPr sz="3000" b="1">
                <a:solidFill>
                  <a:srgbClr val="18364F"/>
                </a:solidFill>
                <a:latin typeface="Yu Gothic"/>
                <a:ea typeface="Yu Gothic"/>
                <a:cs typeface="Yu Gothic"/>
              </a:defRPr>
            </a:lvl1pPr>
            <a:lvl2pPr>
              <a:buNone/>
              <a:defRPr sz="3000" b="1">
                <a:solidFill>
                  <a:srgbClr val="18364F"/>
                </a:solidFill>
                <a:latin typeface="Yu Gothic"/>
                <a:ea typeface="Yu Gothic"/>
                <a:cs typeface="Yu Gothic"/>
              </a:defRPr>
            </a:lvl2pPr>
            <a:lvl3pPr>
              <a:buNone/>
              <a:defRPr sz="3000" b="1">
                <a:solidFill>
                  <a:srgbClr val="18364F"/>
                </a:solidFill>
                <a:latin typeface="Yu Gothic"/>
                <a:ea typeface="Yu Gothic"/>
                <a:cs typeface="Yu Gothic"/>
              </a:defRPr>
            </a:lvl3pPr>
            <a:lvl4pPr>
              <a:buNone/>
              <a:defRPr sz="3000" b="1">
                <a:solidFill>
                  <a:srgbClr val="18364F"/>
                </a:solidFill>
                <a:latin typeface="Yu Gothic"/>
                <a:ea typeface="Yu Gothic"/>
                <a:cs typeface="Yu Gothic"/>
              </a:defRPr>
            </a:lvl4pPr>
            <a:lvl5pPr>
              <a:buNone/>
              <a:defRPr sz="3000" b="1">
                <a:solidFill>
                  <a:srgbClr val="18364F"/>
                </a:solidFill>
                <a:latin typeface="Yu Gothic"/>
                <a:ea typeface="Yu Gothic"/>
                <a:cs typeface="Yu Gothic"/>
              </a:defRPr>
            </a:lvl5pPr>
            <a:lvl6pPr>
              <a:buNone/>
              <a:defRPr sz="3000" b="1">
                <a:solidFill>
                  <a:srgbClr val="18364F"/>
                </a:solidFill>
                <a:latin typeface="Yu Gothic"/>
                <a:ea typeface="Yu Gothic"/>
                <a:cs typeface="Yu Gothic"/>
              </a:defRPr>
            </a:lvl6pPr>
            <a:lvl7pPr>
              <a:buNone/>
              <a:defRPr sz="3000" b="1">
                <a:solidFill>
                  <a:srgbClr val="18364F"/>
                </a:solidFill>
                <a:latin typeface="Yu Gothic"/>
                <a:ea typeface="Yu Gothic"/>
                <a:cs typeface="Yu Gothic"/>
              </a:defRPr>
            </a:lvl7pPr>
            <a:lvl8pPr>
              <a:buNone/>
              <a:defRPr sz="3000" b="1">
                <a:solidFill>
                  <a:srgbClr val="18364F"/>
                </a:solidFill>
                <a:latin typeface="Yu Gothic"/>
                <a:ea typeface="Yu Gothic"/>
                <a:cs typeface="Yu Gothic"/>
              </a:defRPr>
            </a:lvl8pPr>
            <a:lvl9pPr>
              <a:buNone/>
              <a:defRPr sz="3000" b="1">
                <a:solidFill>
                  <a:srgbClr val="18364F"/>
                </a:solidFill>
                <a:latin typeface="Yu Gothic"/>
                <a:ea typeface="Yu Gothic"/>
                <a:cs typeface="Yu Gothic"/>
              </a:defRPr>
            </a:lvl9pPr>
          </a:lstStyle>
          <a:p>
            <a:pPr>
              <a:buNone/>
              <a:defRPr sz="3000" b="1">
                <a:solidFill>
                  <a:srgbClr val="18364F"/>
                </a:solidFill>
                <a:latin typeface="Yu Gothic"/>
                <a:ea typeface="Yu Gothic"/>
                <a:cs typeface="Yu Gothic"/>
              </a:defRPr>
            </a:pPr>
            <a:r>
              <a:rPr sz="3000" b="1">
                <a:solidFill>
                  <a:srgbClr val="18364F"/>
                </a:solidFill>
                <a:latin typeface="Yu Gothic"/>
                <a:ea typeface="Yu Gothic"/>
                <a:cs typeface="Yu Gothic"/>
              </a:rPr>
              <a:t>集成材：長さ・断面・形を組み立てる</a:t>
            </a:r>
          </a:p>
        </p:txBody>
      </p:sp>
      <p:sp>
        <p:nvSpPr>
          <p:cNvPr id="2" name="正方形/長方形 1">
            <a:extLst>
              <a:ext uri="{FF2B5EF4-FFF2-40B4-BE49-F238E27FC236}">
                <a16:creationId xmlns:a16="http://schemas.microsoft.com/office/drawing/2014/main" id="{A92E03E8-2AD4-414F-B36C-6E7DB5F6DE25}"/>
              </a:ext>
            </a:extLst>
          </p:cNvPr>
          <p:cNvSpPr>
            <a:spLocks noGrp="1"/>
          </p:cNvSpPr>
          <p:nvPr/>
        </p:nvSpPr>
        <p:spPr>
          <a:xfrm>
            <a:off x="685800" y="1181100"/>
            <a:ext cx="10820400" cy="19050"/>
          </a:xfrm>
          <a:prstGeom prst="rect">
            <a:avLst/>
          </a:prstGeom>
          <a:solidFill>
            <a:srgbClr val="18364F"/>
          </a:solidFill>
          <a:ln w="0">
            <a:noFill/>
          </a:ln>
        </p:spPr>
      </p:sp>
      <p:sp>
        <p:nvSpPr>
          <p:cNvPr id="3" name="正方形/長方形 2">
            <a:extLst>
              <a:ext uri="{FF2B5EF4-FFF2-40B4-BE49-F238E27FC236}">
                <a16:creationId xmlns:a16="http://schemas.microsoft.com/office/drawing/2014/main" id="{FC5EE6BE-2EC7-42B6-B8A0-D0B62B735792}"/>
              </a:ext>
            </a:extLst>
          </p:cNvPr>
          <p:cNvSpPr>
            <a:spLocks noGrp="1"/>
          </p:cNvSpPr>
          <p:nvPr/>
        </p:nvSpPr>
        <p:spPr>
          <a:xfrm>
            <a:off x="685800" y="6419850"/>
            <a:ext cx="9334500" cy="257175"/>
          </a:xfrm>
          <a:prstGeom prst="rect">
            <a:avLst/>
          </a:prstGeom>
          <a:noFill/>
          <a:ln w="0">
            <a:noFill/>
          </a:ln>
        </p:spPr>
        <p:txBody>
          <a:bodyPr lIns="0" tIns="0" rIns="0" bIns="0" anchor="ctr">
            <a:noAutofit/>
          </a:bodyPr>
          <a:lstStyle>
            <a:defPPr>
              <a:defRPr sz="1425" b="0">
                <a:solidFill>
                  <a:srgbClr val="596875"/>
                </a:solidFill>
                <a:latin typeface="Yu Gothic"/>
                <a:ea typeface="Yu Gothic"/>
                <a:cs typeface="Yu Gothic"/>
              </a:defRPr>
            </a:defPPr>
            <a:lvl1pPr>
              <a:buNone/>
              <a:defRPr sz="1425" b="0">
                <a:solidFill>
                  <a:srgbClr val="596875"/>
                </a:solidFill>
                <a:latin typeface="Yu Gothic"/>
                <a:ea typeface="Yu Gothic"/>
                <a:cs typeface="Yu Gothic"/>
              </a:defRPr>
            </a:lvl1pPr>
            <a:lvl2pPr>
              <a:buNone/>
              <a:defRPr sz="1425" b="0">
                <a:solidFill>
                  <a:srgbClr val="596875"/>
                </a:solidFill>
                <a:latin typeface="Yu Gothic"/>
                <a:ea typeface="Yu Gothic"/>
                <a:cs typeface="Yu Gothic"/>
              </a:defRPr>
            </a:lvl2pPr>
            <a:lvl3pPr>
              <a:buNone/>
              <a:defRPr sz="1425" b="0">
                <a:solidFill>
                  <a:srgbClr val="596875"/>
                </a:solidFill>
                <a:latin typeface="Yu Gothic"/>
                <a:ea typeface="Yu Gothic"/>
                <a:cs typeface="Yu Gothic"/>
              </a:defRPr>
            </a:lvl3pPr>
            <a:lvl4pPr>
              <a:buNone/>
              <a:defRPr sz="1425" b="0">
                <a:solidFill>
                  <a:srgbClr val="596875"/>
                </a:solidFill>
                <a:latin typeface="Yu Gothic"/>
                <a:ea typeface="Yu Gothic"/>
                <a:cs typeface="Yu Gothic"/>
              </a:defRPr>
            </a:lvl4pPr>
            <a:lvl5pPr>
              <a:buNone/>
              <a:defRPr sz="1425" b="0">
                <a:solidFill>
                  <a:srgbClr val="596875"/>
                </a:solidFill>
                <a:latin typeface="Yu Gothic"/>
                <a:ea typeface="Yu Gothic"/>
                <a:cs typeface="Yu Gothic"/>
              </a:defRPr>
            </a:lvl5pPr>
            <a:lvl6pPr>
              <a:buNone/>
              <a:defRPr sz="1425" b="0">
                <a:solidFill>
                  <a:srgbClr val="596875"/>
                </a:solidFill>
                <a:latin typeface="Yu Gothic"/>
                <a:ea typeface="Yu Gothic"/>
                <a:cs typeface="Yu Gothic"/>
              </a:defRPr>
            </a:lvl6pPr>
            <a:lvl7pPr>
              <a:buNone/>
              <a:defRPr sz="1425" b="0">
                <a:solidFill>
                  <a:srgbClr val="596875"/>
                </a:solidFill>
                <a:latin typeface="Yu Gothic"/>
                <a:ea typeface="Yu Gothic"/>
                <a:cs typeface="Yu Gothic"/>
              </a:defRPr>
            </a:lvl7pPr>
            <a:lvl8pPr>
              <a:buNone/>
              <a:defRPr sz="1425" b="0">
                <a:solidFill>
                  <a:srgbClr val="596875"/>
                </a:solidFill>
                <a:latin typeface="Yu Gothic"/>
                <a:ea typeface="Yu Gothic"/>
                <a:cs typeface="Yu Gothic"/>
              </a:defRPr>
            </a:lvl8pPr>
            <a:lvl9pPr>
              <a:buNone/>
              <a:defRPr sz="1425" b="0">
                <a:solidFill>
                  <a:srgbClr val="596875"/>
                </a:solidFill>
                <a:latin typeface="Yu Gothic"/>
                <a:ea typeface="Yu Gothic"/>
                <a:cs typeface="Yu Gothic"/>
              </a:defRPr>
            </a:lvl9pPr>
          </a:lstStyle>
          <a:p>
            <a:pPr>
              <a:buNone/>
              <a:defRPr sz="1425" b="0">
                <a:solidFill>
                  <a:srgbClr val="596875"/>
                </a:solidFill>
                <a:latin typeface="Yu Gothic"/>
                <a:ea typeface="Yu Gothic"/>
                <a:cs typeface="Yu Gothic"/>
              </a:defRPr>
            </a:pPr>
            <a:r>
              <a:rPr lang="ja-JP" altLang="en-US" sz="1425" b="0">
                <a:solidFill>
                  <a:srgbClr val="596875"/>
                </a:solidFill>
                <a:latin typeface="Yu Gothic"/>
                <a:ea typeface="Yu Gothic"/>
                <a:cs typeface="Yu Gothic"/>
              </a:rPr>
              <a:t>木材及び木質材料学　新第</a:t>
            </a:r>
            <a:r>
              <a:rPr lang="en-US" altLang="ja-JP" sz="1425" b="0">
                <a:solidFill>
                  <a:srgbClr val="596875"/>
                </a:solidFill>
                <a:latin typeface="Yu Gothic"/>
                <a:ea typeface="Yu Gothic"/>
                <a:cs typeface="Yu Gothic"/>
              </a:rPr>
              <a:t>14</a:t>
            </a:r>
            <a:r>
              <a:rPr lang="ja-JP" altLang="en-US" sz="1425" b="0">
                <a:solidFill>
                  <a:srgbClr val="596875"/>
                </a:solidFill>
                <a:latin typeface="Yu Gothic"/>
                <a:ea typeface="Yu Gothic"/>
                <a:cs typeface="Yu Gothic"/>
              </a:rPr>
              <a:t>回　構造・燃焼</a:t>
            </a:r>
            <a:endParaRPr sz="1425" b="0">
              <a:solidFill>
                <a:srgbClr val="596875"/>
              </a:solidFill>
              <a:latin typeface="Yu Gothic"/>
              <a:ea typeface="Yu Gothic"/>
              <a:cs typeface="Yu Gothic"/>
            </a:endParaRPr>
          </a:p>
        </p:txBody>
      </p:sp>
      <p:sp>
        <p:nvSpPr>
          <p:cNvPr id="4" name="正方形/長方形 3">
            <a:extLst>
              <a:ext uri="{FF2B5EF4-FFF2-40B4-BE49-F238E27FC236}">
                <a16:creationId xmlns:a16="http://schemas.microsoft.com/office/drawing/2014/main" id="{35483EAB-AE98-4C54-A50E-9CAC254A21E4}"/>
              </a:ext>
            </a:extLst>
          </p:cNvPr>
          <p:cNvSpPr>
            <a:spLocks noGrp="1"/>
          </p:cNvSpPr>
          <p:nvPr/>
        </p:nvSpPr>
        <p:spPr>
          <a:xfrm>
            <a:off x="10763250" y="6419850"/>
            <a:ext cx="742950" cy="257175"/>
          </a:xfrm>
          <a:prstGeom prst="rect">
            <a:avLst/>
          </a:prstGeom>
          <a:noFill/>
          <a:ln w="0">
            <a:noFill/>
          </a:ln>
        </p:spPr>
        <p:txBody>
          <a:bodyPr lIns="0" tIns="0" rIns="0" bIns="0" anchor="ctr">
            <a:noAutofit/>
          </a:bodyPr>
          <a:lstStyle>
            <a:defPPr>
              <a:defRPr sz="1425" b="0">
                <a:solidFill>
                  <a:srgbClr val="596875"/>
                </a:solidFill>
                <a:latin typeface="Yu Gothic"/>
                <a:ea typeface="Yu Gothic"/>
                <a:cs typeface="Yu Gothic"/>
              </a:defRPr>
            </a:defPPr>
            <a:lvl1pPr>
              <a:buNone/>
              <a:defRPr sz="1425" b="0">
                <a:solidFill>
                  <a:srgbClr val="596875"/>
                </a:solidFill>
                <a:latin typeface="Yu Gothic"/>
                <a:ea typeface="Yu Gothic"/>
                <a:cs typeface="Yu Gothic"/>
              </a:defRPr>
            </a:lvl1pPr>
            <a:lvl2pPr>
              <a:buNone/>
              <a:defRPr sz="1425" b="0">
                <a:solidFill>
                  <a:srgbClr val="596875"/>
                </a:solidFill>
                <a:latin typeface="Yu Gothic"/>
                <a:ea typeface="Yu Gothic"/>
                <a:cs typeface="Yu Gothic"/>
              </a:defRPr>
            </a:lvl2pPr>
            <a:lvl3pPr>
              <a:buNone/>
              <a:defRPr sz="1425" b="0">
                <a:solidFill>
                  <a:srgbClr val="596875"/>
                </a:solidFill>
                <a:latin typeface="Yu Gothic"/>
                <a:ea typeface="Yu Gothic"/>
                <a:cs typeface="Yu Gothic"/>
              </a:defRPr>
            </a:lvl3pPr>
            <a:lvl4pPr>
              <a:buNone/>
              <a:defRPr sz="1425" b="0">
                <a:solidFill>
                  <a:srgbClr val="596875"/>
                </a:solidFill>
                <a:latin typeface="Yu Gothic"/>
                <a:ea typeface="Yu Gothic"/>
                <a:cs typeface="Yu Gothic"/>
              </a:defRPr>
            </a:lvl4pPr>
            <a:lvl5pPr>
              <a:buNone/>
              <a:defRPr sz="1425" b="0">
                <a:solidFill>
                  <a:srgbClr val="596875"/>
                </a:solidFill>
                <a:latin typeface="Yu Gothic"/>
                <a:ea typeface="Yu Gothic"/>
                <a:cs typeface="Yu Gothic"/>
              </a:defRPr>
            </a:lvl5pPr>
            <a:lvl6pPr>
              <a:buNone/>
              <a:defRPr sz="1425" b="0">
                <a:solidFill>
                  <a:srgbClr val="596875"/>
                </a:solidFill>
                <a:latin typeface="Yu Gothic"/>
                <a:ea typeface="Yu Gothic"/>
                <a:cs typeface="Yu Gothic"/>
              </a:defRPr>
            </a:lvl6pPr>
            <a:lvl7pPr>
              <a:buNone/>
              <a:defRPr sz="1425" b="0">
                <a:solidFill>
                  <a:srgbClr val="596875"/>
                </a:solidFill>
                <a:latin typeface="Yu Gothic"/>
                <a:ea typeface="Yu Gothic"/>
                <a:cs typeface="Yu Gothic"/>
              </a:defRPr>
            </a:lvl7pPr>
            <a:lvl8pPr>
              <a:buNone/>
              <a:defRPr sz="1425" b="0">
                <a:solidFill>
                  <a:srgbClr val="596875"/>
                </a:solidFill>
                <a:latin typeface="Yu Gothic"/>
                <a:ea typeface="Yu Gothic"/>
                <a:cs typeface="Yu Gothic"/>
              </a:defRPr>
            </a:lvl8pPr>
            <a:lvl9pPr>
              <a:buNone/>
              <a:defRPr sz="1425" b="0">
                <a:solidFill>
                  <a:srgbClr val="596875"/>
                </a:solidFill>
                <a:latin typeface="Yu Gothic"/>
                <a:ea typeface="Yu Gothic"/>
                <a:cs typeface="Yu Gothic"/>
              </a:defRPr>
            </a:lvl9pPr>
          </a:lstStyle>
          <a:p>
            <a:pPr>
              <a:buNone/>
              <a:defRPr sz="1425" b="0">
                <a:solidFill>
                  <a:srgbClr val="596875"/>
                </a:solidFill>
                <a:latin typeface="Yu Gothic"/>
                <a:ea typeface="Yu Gothic"/>
                <a:cs typeface="Yu Gothic"/>
              </a:defRPr>
            </a:pPr>
            <a:r>
              <a:rPr lang="en-US" altLang="ja-JP" sz="1425" b="0">
                <a:solidFill>
                  <a:srgbClr val="596875"/>
                </a:solidFill>
                <a:latin typeface="Yu Gothic"/>
                <a:ea typeface="Yu Gothic"/>
                <a:cs typeface="Yu Gothic"/>
              </a:rPr>
              <a:t>3</a:t>
            </a:r>
            <a:endParaRPr sz="1425" b="0">
              <a:solidFill>
                <a:srgbClr val="596875"/>
              </a:solidFill>
              <a:latin typeface="Yu Gothic"/>
              <a:ea typeface="Yu Gothic"/>
              <a:cs typeface="Yu Gothic"/>
            </a:endParaRPr>
          </a:p>
        </p:txBody>
      </p:sp>
      <p:sp>
        <p:nvSpPr>
          <p:cNvPr id="5" name="正方形/長方形 4">
            <a:extLst>
              <a:ext uri="{FF2B5EF4-FFF2-40B4-BE49-F238E27FC236}">
                <a16:creationId xmlns:a16="http://schemas.microsoft.com/office/drawing/2014/main" id="{0734E71C-A989-4186-8D58-80D65D4A36C6}"/>
              </a:ext>
            </a:extLst>
          </p:cNvPr>
          <p:cNvSpPr>
            <a:spLocks noGrp="1"/>
          </p:cNvSpPr>
          <p:nvPr/>
        </p:nvSpPr>
        <p:spPr>
          <a:xfrm>
            <a:off x="838200" y="1638300"/>
            <a:ext cx="3381375" cy="762000"/>
          </a:xfrm>
          <a:prstGeom prst="rect">
            <a:avLst/>
          </a:prstGeom>
          <a:noFill/>
          <a:ln w="0">
            <a:noFill/>
          </a:ln>
        </p:spPr>
        <p:txBody>
          <a:bodyPr lIns="0" tIns="0" rIns="0" bIns="0" anchor="ctr">
            <a:noAutofit/>
          </a:bodyPr>
          <a:lstStyle>
            <a:defPPr>
              <a:defRPr sz="2025" b="1">
                <a:solidFill>
                  <a:srgbClr val="253C4D"/>
                </a:solidFill>
                <a:latin typeface="Yu Gothic"/>
                <a:ea typeface="Yu Gothic"/>
                <a:cs typeface="Yu Gothic"/>
              </a:defRPr>
            </a:defPPr>
            <a:lvl1pPr>
              <a:buNone/>
              <a:defRPr sz="2025" b="1">
                <a:solidFill>
                  <a:srgbClr val="253C4D"/>
                </a:solidFill>
                <a:latin typeface="Yu Gothic"/>
                <a:ea typeface="Yu Gothic"/>
                <a:cs typeface="Yu Gothic"/>
              </a:defRPr>
            </a:lvl1pPr>
            <a:lvl2pPr>
              <a:buNone/>
              <a:defRPr sz="2025" b="1">
                <a:solidFill>
                  <a:srgbClr val="253C4D"/>
                </a:solidFill>
                <a:latin typeface="Yu Gothic"/>
                <a:ea typeface="Yu Gothic"/>
                <a:cs typeface="Yu Gothic"/>
              </a:defRPr>
            </a:lvl2pPr>
            <a:lvl3pPr>
              <a:buNone/>
              <a:defRPr sz="2025" b="1">
                <a:solidFill>
                  <a:srgbClr val="253C4D"/>
                </a:solidFill>
                <a:latin typeface="Yu Gothic"/>
                <a:ea typeface="Yu Gothic"/>
                <a:cs typeface="Yu Gothic"/>
              </a:defRPr>
            </a:lvl3pPr>
            <a:lvl4pPr>
              <a:buNone/>
              <a:defRPr sz="2025" b="1">
                <a:solidFill>
                  <a:srgbClr val="253C4D"/>
                </a:solidFill>
                <a:latin typeface="Yu Gothic"/>
                <a:ea typeface="Yu Gothic"/>
                <a:cs typeface="Yu Gothic"/>
              </a:defRPr>
            </a:lvl4pPr>
            <a:lvl5pPr>
              <a:buNone/>
              <a:defRPr sz="2025" b="1">
                <a:solidFill>
                  <a:srgbClr val="253C4D"/>
                </a:solidFill>
                <a:latin typeface="Yu Gothic"/>
                <a:ea typeface="Yu Gothic"/>
                <a:cs typeface="Yu Gothic"/>
              </a:defRPr>
            </a:lvl5pPr>
            <a:lvl6pPr>
              <a:buNone/>
              <a:defRPr sz="2025" b="1">
                <a:solidFill>
                  <a:srgbClr val="253C4D"/>
                </a:solidFill>
                <a:latin typeface="Yu Gothic"/>
                <a:ea typeface="Yu Gothic"/>
                <a:cs typeface="Yu Gothic"/>
              </a:defRPr>
            </a:lvl6pPr>
            <a:lvl7pPr>
              <a:buNone/>
              <a:defRPr sz="2025" b="1">
                <a:solidFill>
                  <a:srgbClr val="253C4D"/>
                </a:solidFill>
                <a:latin typeface="Yu Gothic"/>
                <a:ea typeface="Yu Gothic"/>
                <a:cs typeface="Yu Gothic"/>
              </a:defRPr>
            </a:lvl7pPr>
            <a:lvl8pPr>
              <a:buNone/>
              <a:defRPr sz="2025" b="1">
                <a:solidFill>
                  <a:srgbClr val="253C4D"/>
                </a:solidFill>
                <a:latin typeface="Yu Gothic"/>
                <a:ea typeface="Yu Gothic"/>
                <a:cs typeface="Yu Gothic"/>
              </a:defRPr>
            </a:lvl8pPr>
            <a:lvl9pPr>
              <a:buNone/>
              <a:defRPr sz="2025" b="1">
                <a:solidFill>
                  <a:srgbClr val="253C4D"/>
                </a:solidFill>
                <a:latin typeface="Yu Gothic"/>
                <a:ea typeface="Yu Gothic"/>
                <a:cs typeface="Yu Gothic"/>
              </a:defRPr>
            </a:lvl9pPr>
          </a:lstStyle>
          <a:p>
            <a:pPr>
              <a:buNone/>
              <a:defRPr sz="2025" b="1">
                <a:solidFill>
                  <a:srgbClr val="253C4D"/>
                </a:solidFill>
                <a:latin typeface="Yu Gothic"/>
                <a:ea typeface="Yu Gothic"/>
                <a:cs typeface="Yu Gothic"/>
              </a:defRPr>
            </a:pPr>
            <a:r>
              <a:rPr sz="2025" b="1">
                <a:solidFill>
                  <a:srgbClr val="253C4D"/>
                </a:solidFill>
                <a:latin typeface="Yu Gothic"/>
                <a:ea typeface="Yu Gothic"/>
                <a:cs typeface="Yu Gothic"/>
              </a:rPr>
              <a:t>長さ：ラミナを縦継ぎ</a:t>
            </a:r>
          </a:p>
        </p:txBody>
      </p:sp>
      <p:sp>
        <p:nvSpPr>
          <p:cNvPr id="6" name="正方形/長方形 5">
            <a:extLst>
              <a:ext uri="{FF2B5EF4-FFF2-40B4-BE49-F238E27FC236}">
                <a16:creationId xmlns:a16="http://schemas.microsoft.com/office/drawing/2014/main" id="{DF88BA65-ECCD-42FB-A1EB-CF6E25ED8859}"/>
              </a:ext>
            </a:extLst>
          </p:cNvPr>
          <p:cNvSpPr>
            <a:spLocks noGrp="1"/>
          </p:cNvSpPr>
          <p:nvPr/>
        </p:nvSpPr>
        <p:spPr>
          <a:xfrm>
            <a:off x="4457700" y="1638300"/>
            <a:ext cx="3381375" cy="762000"/>
          </a:xfrm>
          <a:prstGeom prst="rect">
            <a:avLst/>
          </a:prstGeom>
          <a:noFill/>
          <a:ln w="0">
            <a:noFill/>
          </a:ln>
        </p:spPr>
        <p:txBody>
          <a:bodyPr lIns="0" tIns="0" rIns="0" bIns="0" anchor="ctr">
            <a:noAutofit/>
          </a:bodyPr>
          <a:lstStyle>
            <a:defPPr>
              <a:defRPr sz="2025" b="1">
                <a:solidFill>
                  <a:srgbClr val="253C4D"/>
                </a:solidFill>
                <a:latin typeface="Yu Gothic"/>
                <a:ea typeface="Yu Gothic"/>
                <a:cs typeface="Yu Gothic"/>
              </a:defRPr>
            </a:defPPr>
            <a:lvl1pPr>
              <a:buNone/>
              <a:defRPr sz="2025" b="1">
                <a:solidFill>
                  <a:srgbClr val="253C4D"/>
                </a:solidFill>
                <a:latin typeface="Yu Gothic"/>
                <a:ea typeface="Yu Gothic"/>
                <a:cs typeface="Yu Gothic"/>
              </a:defRPr>
            </a:lvl1pPr>
            <a:lvl2pPr>
              <a:buNone/>
              <a:defRPr sz="2025" b="1">
                <a:solidFill>
                  <a:srgbClr val="253C4D"/>
                </a:solidFill>
                <a:latin typeface="Yu Gothic"/>
                <a:ea typeface="Yu Gothic"/>
                <a:cs typeface="Yu Gothic"/>
              </a:defRPr>
            </a:lvl2pPr>
            <a:lvl3pPr>
              <a:buNone/>
              <a:defRPr sz="2025" b="1">
                <a:solidFill>
                  <a:srgbClr val="253C4D"/>
                </a:solidFill>
                <a:latin typeface="Yu Gothic"/>
                <a:ea typeface="Yu Gothic"/>
                <a:cs typeface="Yu Gothic"/>
              </a:defRPr>
            </a:lvl3pPr>
            <a:lvl4pPr>
              <a:buNone/>
              <a:defRPr sz="2025" b="1">
                <a:solidFill>
                  <a:srgbClr val="253C4D"/>
                </a:solidFill>
                <a:latin typeface="Yu Gothic"/>
                <a:ea typeface="Yu Gothic"/>
                <a:cs typeface="Yu Gothic"/>
              </a:defRPr>
            </a:lvl4pPr>
            <a:lvl5pPr>
              <a:buNone/>
              <a:defRPr sz="2025" b="1">
                <a:solidFill>
                  <a:srgbClr val="253C4D"/>
                </a:solidFill>
                <a:latin typeface="Yu Gothic"/>
                <a:ea typeface="Yu Gothic"/>
                <a:cs typeface="Yu Gothic"/>
              </a:defRPr>
            </a:lvl5pPr>
            <a:lvl6pPr>
              <a:buNone/>
              <a:defRPr sz="2025" b="1">
                <a:solidFill>
                  <a:srgbClr val="253C4D"/>
                </a:solidFill>
                <a:latin typeface="Yu Gothic"/>
                <a:ea typeface="Yu Gothic"/>
                <a:cs typeface="Yu Gothic"/>
              </a:defRPr>
            </a:lvl6pPr>
            <a:lvl7pPr>
              <a:buNone/>
              <a:defRPr sz="2025" b="1">
                <a:solidFill>
                  <a:srgbClr val="253C4D"/>
                </a:solidFill>
                <a:latin typeface="Yu Gothic"/>
                <a:ea typeface="Yu Gothic"/>
                <a:cs typeface="Yu Gothic"/>
              </a:defRPr>
            </a:lvl7pPr>
            <a:lvl8pPr>
              <a:buNone/>
              <a:defRPr sz="2025" b="1">
                <a:solidFill>
                  <a:srgbClr val="253C4D"/>
                </a:solidFill>
                <a:latin typeface="Yu Gothic"/>
                <a:ea typeface="Yu Gothic"/>
                <a:cs typeface="Yu Gothic"/>
              </a:defRPr>
            </a:lvl8pPr>
            <a:lvl9pPr>
              <a:buNone/>
              <a:defRPr sz="2025" b="1">
                <a:solidFill>
                  <a:srgbClr val="253C4D"/>
                </a:solidFill>
                <a:latin typeface="Yu Gothic"/>
                <a:ea typeface="Yu Gothic"/>
                <a:cs typeface="Yu Gothic"/>
              </a:defRPr>
            </a:lvl9pPr>
          </a:lstStyle>
          <a:p>
            <a:pPr>
              <a:buNone/>
              <a:defRPr sz="2025" b="1">
                <a:solidFill>
                  <a:srgbClr val="253C4D"/>
                </a:solidFill>
                <a:latin typeface="Yu Gothic"/>
                <a:ea typeface="Yu Gothic"/>
                <a:cs typeface="Yu Gothic"/>
              </a:defRPr>
            </a:pPr>
            <a:r>
              <a:rPr sz="2025" b="1">
                <a:solidFill>
                  <a:srgbClr val="253C4D"/>
                </a:solidFill>
                <a:latin typeface="Yu Gothic"/>
                <a:ea typeface="Yu Gothic"/>
                <a:cs typeface="Yu Gothic"/>
              </a:rPr>
              <a:t>梁せい：厚さ方向へ積層</a:t>
            </a:r>
          </a:p>
        </p:txBody>
      </p:sp>
      <p:sp>
        <p:nvSpPr>
          <p:cNvPr id="7" name="正方形/長方形 6">
            <a:extLst>
              <a:ext uri="{FF2B5EF4-FFF2-40B4-BE49-F238E27FC236}">
                <a16:creationId xmlns:a16="http://schemas.microsoft.com/office/drawing/2014/main" id="{FAB70FEE-CF9E-4EF1-9101-A7237A8F5AC7}"/>
              </a:ext>
            </a:extLst>
          </p:cNvPr>
          <p:cNvSpPr>
            <a:spLocks noGrp="1"/>
          </p:cNvSpPr>
          <p:nvPr/>
        </p:nvSpPr>
        <p:spPr>
          <a:xfrm>
            <a:off x="8077200" y="1638300"/>
            <a:ext cx="3381375" cy="762000"/>
          </a:xfrm>
          <a:prstGeom prst="rect">
            <a:avLst/>
          </a:prstGeom>
          <a:noFill/>
          <a:ln w="0">
            <a:noFill/>
          </a:ln>
        </p:spPr>
        <p:txBody>
          <a:bodyPr lIns="0" tIns="0" rIns="0" bIns="0" anchor="ctr">
            <a:noAutofit/>
          </a:bodyPr>
          <a:lstStyle>
            <a:defPPr>
              <a:defRPr sz="2025" b="1">
                <a:solidFill>
                  <a:srgbClr val="253C4D"/>
                </a:solidFill>
                <a:latin typeface="Yu Gothic"/>
                <a:ea typeface="Yu Gothic"/>
                <a:cs typeface="Yu Gothic"/>
              </a:defRPr>
            </a:defPPr>
            <a:lvl1pPr>
              <a:buNone/>
              <a:defRPr sz="2025" b="1">
                <a:solidFill>
                  <a:srgbClr val="253C4D"/>
                </a:solidFill>
                <a:latin typeface="Yu Gothic"/>
                <a:ea typeface="Yu Gothic"/>
                <a:cs typeface="Yu Gothic"/>
              </a:defRPr>
            </a:lvl1pPr>
            <a:lvl2pPr>
              <a:buNone/>
              <a:defRPr sz="2025" b="1">
                <a:solidFill>
                  <a:srgbClr val="253C4D"/>
                </a:solidFill>
                <a:latin typeface="Yu Gothic"/>
                <a:ea typeface="Yu Gothic"/>
                <a:cs typeface="Yu Gothic"/>
              </a:defRPr>
            </a:lvl2pPr>
            <a:lvl3pPr>
              <a:buNone/>
              <a:defRPr sz="2025" b="1">
                <a:solidFill>
                  <a:srgbClr val="253C4D"/>
                </a:solidFill>
                <a:latin typeface="Yu Gothic"/>
                <a:ea typeface="Yu Gothic"/>
                <a:cs typeface="Yu Gothic"/>
              </a:defRPr>
            </a:lvl3pPr>
            <a:lvl4pPr>
              <a:buNone/>
              <a:defRPr sz="2025" b="1">
                <a:solidFill>
                  <a:srgbClr val="253C4D"/>
                </a:solidFill>
                <a:latin typeface="Yu Gothic"/>
                <a:ea typeface="Yu Gothic"/>
                <a:cs typeface="Yu Gothic"/>
              </a:defRPr>
            </a:lvl4pPr>
            <a:lvl5pPr>
              <a:buNone/>
              <a:defRPr sz="2025" b="1">
                <a:solidFill>
                  <a:srgbClr val="253C4D"/>
                </a:solidFill>
                <a:latin typeface="Yu Gothic"/>
                <a:ea typeface="Yu Gothic"/>
                <a:cs typeface="Yu Gothic"/>
              </a:defRPr>
            </a:lvl5pPr>
            <a:lvl6pPr>
              <a:buNone/>
              <a:defRPr sz="2025" b="1">
                <a:solidFill>
                  <a:srgbClr val="253C4D"/>
                </a:solidFill>
                <a:latin typeface="Yu Gothic"/>
                <a:ea typeface="Yu Gothic"/>
                <a:cs typeface="Yu Gothic"/>
              </a:defRPr>
            </a:lvl6pPr>
            <a:lvl7pPr>
              <a:buNone/>
              <a:defRPr sz="2025" b="1">
                <a:solidFill>
                  <a:srgbClr val="253C4D"/>
                </a:solidFill>
                <a:latin typeface="Yu Gothic"/>
                <a:ea typeface="Yu Gothic"/>
                <a:cs typeface="Yu Gothic"/>
              </a:defRPr>
            </a:lvl7pPr>
            <a:lvl8pPr>
              <a:buNone/>
              <a:defRPr sz="2025" b="1">
                <a:solidFill>
                  <a:srgbClr val="253C4D"/>
                </a:solidFill>
                <a:latin typeface="Yu Gothic"/>
                <a:ea typeface="Yu Gothic"/>
                <a:cs typeface="Yu Gothic"/>
              </a:defRPr>
            </a:lvl8pPr>
            <a:lvl9pPr>
              <a:buNone/>
              <a:defRPr sz="2025" b="1">
                <a:solidFill>
                  <a:srgbClr val="253C4D"/>
                </a:solidFill>
                <a:latin typeface="Yu Gothic"/>
                <a:ea typeface="Yu Gothic"/>
                <a:cs typeface="Yu Gothic"/>
              </a:defRPr>
            </a:lvl9pPr>
          </a:lstStyle>
          <a:p>
            <a:pPr>
              <a:buNone/>
              <a:defRPr sz="2025" b="1">
                <a:solidFill>
                  <a:srgbClr val="253C4D"/>
                </a:solidFill>
                <a:latin typeface="Yu Gothic"/>
                <a:ea typeface="Yu Gothic"/>
                <a:cs typeface="Yu Gothic"/>
              </a:defRPr>
            </a:pPr>
            <a:r>
              <a:rPr sz="2025" b="1">
                <a:solidFill>
                  <a:srgbClr val="253C4D"/>
                </a:solidFill>
                <a:latin typeface="Yu Gothic"/>
                <a:ea typeface="Yu Gothic"/>
                <a:cs typeface="Yu Gothic"/>
              </a:rPr>
              <a:t>幅：幅方向の構成</a:t>
            </a:r>
          </a:p>
        </p:txBody>
      </p:sp>
      <p:sp>
        <p:nvSpPr>
          <p:cNvPr id="8" name="正方形/長方形 7">
            <a:extLst>
              <a:ext uri="{FF2B5EF4-FFF2-40B4-BE49-F238E27FC236}">
                <a16:creationId xmlns:a16="http://schemas.microsoft.com/office/drawing/2014/main" id="{09EBEA74-7FCB-481D-A71B-6D8C09B80678}"/>
              </a:ext>
            </a:extLst>
          </p:cNvPr>
          <p:cNvSpPr>
            <a:spLocks noGrp="1"/>
          </p:cNvSpPr>
          <p:nvPr/>
        </p:nvSpPr>
        <p:spPr>
          <a:xfrm>
            <a:off x="904875" y="2857500"/>
            <a:ext cx="942975" cy="409575"/>
          </a:xfrm>
          <a:prstGeom prst="rect">
            <a:avLst/>
          </a:prstGeom>
          <a:solidFill>
            <a:srgbClr val="EBD7B8"/>
          </a:solidFill>
          <a:ln w="9525">
            <a:solidFill>
              <a:srgbClr val="596875"/>
            </a:solidFill>
          </a:ln>
        </p:spPr>
      </p:sp>
      <p:sp>
        <p:nvSpPr>
          <p:cNvPr id="9" name="正方形/長方形 8">
            <a:extLst>
              <a:ext uri="{FF2B5EF4-FFF2-40B4-BE49-F238E27FC236}">
                <a16:creationId xmlns:a16="http://schemas.microsoft.com/office/drawing/2014/main" id="{5BD05DDE-C705-4245-A245-3A96FCF1CF9F}"/>
              </a:ext>
            </a:extLst>
          </p:cNvPr>
          <p:cNvSpPr>
            <a:spLocks noGrp="1"/>
          </p:cNvSpPr>
          <p:nvPr/>
        </p:nvSpPr>
        <p:spPr>
          <a:xfrm>
            <a:off x="1933575" y="2857500"/>
            <a:ext cx="942975" cy="409575"/>
          </a:xfrm>
          <a:prstGeom prst="rect">
            <a:avLst/>
          </a:prstGeom>
          <a:solidFill>
            <a:srgbClr val="EBD7B8"/>
          </a:solidFill>
          <a:ln w="9525">
            <a:solidFill>
              <a:srgbClr val="596875"/>
            </a:solidFill>
          </a:ln>
        </p:spPr>
      </p:sp>
      <p:sp>
        <p:nvSpPr>
          <p:cNvPr id="10" name="正方形/長方形 9">
            <a:extLst>
              <a:ext uri="{FF2B5EF4-FFF2-40B4-BE49-F238E27FC236}">
                <a16:creationId xmlns:a16="http://schemas.microsoft.com/office/drawing/2014/main" id="{68066FC6-F63F-45C2-A64C-A67929E4659F}"/>
              </a:ext>
            </a:extLst>
          </p:cNvPr>
          <p:cNvSpPr>
            <a:spLocks noGrp="1"/>
          </p:cNvSpPr>
          <p:nvPr/>
        </p:nvSpPr>
        <p:spPr>
          <a:xfrm>
            <a:off x="2962275" y="2857500"/>
            <a:ext cx="942975" cy="409575"/>
          </a:xfrm>
          <a:prstGeom prst="rect">
            <a:avLst/>
          </a:prstGeom>
          <a:solidFill>
            <a:srgbClr val="EBD7B8"/>
          </a:solidFill>
          <a:ln w="9525">
            <a:solidFill>
              <a:srgbClr val="596875"/>
            </a:solidFill>
          </a:ln>
        </p:spPr>
      </p:sp>
      <p:sp>
        <p:nvSpPr>
          <p:cNvPr id="11" name="正方形/長方形 10">
            <a:extLst>
              <a:ext uri="{FF2B5EF4-FFF2-40B4-BE49-F238E27FC236}">
                <a16:creationId xmlns:a16="http://schemas.microsoft.com/office/drawing/2014/main" id="{8DCFEE79-4D3E-4E82-95B3-AECC36E18D95}"/>
              </a:ext>
            </a:extLst>
          </p:cNvPr>
          <p:cNvSpPr>
            <a:spLocks noGrp="1"/>
          </p:cNvSpPr>
          <p:nvPr/>
        </p:nvSpPr>
        <p:spPr>
          <a:xfrm>
            <a:off x="1619250" y="3305175"/>
            <a:ext cx="952500" cy="381000"/>
          </a:xfrm>
          <a:prstGeom prst="rect">
            <a:avLst/>
          </a:prstGeom>
          <a:noFill/>
          <a:ln w="0">
            <a:noFill/>
          </a:ln>
        </p:spPr>
        <p:txBody>
          <a:bodyPr lIns="0" tIns="0" rIns="0" bIns="0" anchor="ctr">
            <a:noAutofit/>
          </a:bodyPr>
          <a:lstStyle>
            <a:defPPr>
              <a:defRPr sz="1650" b="1">
                <a:solidFill>
                  <a:srgbClr val="2876A8"/>
                </a:solidFill>
                <a:latin typeface="Yu Gothic"/>
                <a:ea typeface="Yu Gothic"/>
                <a:cs typeface="Yu Gothic"/>
              </a:defRPr>
            </a:defPPr>
            <a:lvl1pPr>
              <a:buNone/>
              <a:defRPr sz="1650" b="1">
                <a:solidFill>
                  <a:srgbClr val="2876A8"/>
                </a:solidFill>
                <a:latin typeface="Yu Gothic"/>
                <a:ea typeface="Yu Gothic"/>
                <a:cs typeface="Yu Gothic"/>
              </a:defRPr>
            </a:lvl1pPr>
            <a:lvl2pPr>
              <a:buNone/>
              <a:defRPr sz="1650" b="1">
                <a:solidFill>
                  <a:srgbClr val="2876A8"/>
                </a:solidFill>
                <a:latin typeface="Yu Gothic"/>
                <a:ea typeface="Yu Gothic"/>
                <a:cs typeface="Yu Gothic"/>
              </a:defRPr>
            </a:lvl2pPr>
            <a:lvl3pPr>
              <a:buNone/>
              <a:defRPr sz="1650" b="1">
                <a:solidFill>
                  <a:srgbClr val="2876A8"/>
                </a:solidFill>
                <a:latin typeface="Yu Gothic"/>
                <a:ea typeface="Yu Gothic"/>
                <a:cs typeface="Yu Gothic"/>
              </a:defRPr>
            </a:lvl3pPr>
            <a:lvl4pPr>
              <a:buNone/>
              <a:defRPr sz="1650" b="1">
                <a:solidFill>
                  <a:srgbClr val="2876A8"/>
                </a:solidFill>
                <a:latin typeface="Yu Gothic"/>
                <a:ea typeface="Yu Gothic"/>
                <a:cs typeface="Yu Gothic"/>
              </a:defRPr>
            </a:lvl4pPr>
            <a:lvl5pPr>
              <a:buNone/>
              <a:defRPr sz="1650" b="1">
                <a:solidFill>
                  <a:srgbClr val="2876A8"/>
                </a:solidFill>
                <a:latin typeface="Yu Gothic"/>
                <a:ea typeface="Yu Gothic"/>
                <a:cs typeface="Yu Gothic"/>
              </a:defRPr>
            </a:lvl5pPr>
            <a:lvl6pPr>
              <a:buNone/>
              <a:defRPr sz="1650" b="1">
                <a:solidFill>
                  <a:srgbClr val="2876A8"/>
                </a:solidFill>
                <a:latin typeface="Yu Gothic"/>
                <a:ea typeface="Yu Gothic"/>
                <a:cs typeface="Yu Gothic"/>
              </a:defRPr>
            </a:lvl6pPr>
            <a:lvl7pPr>
              <a:buNone/>
              <a:defRPr sz="1650" b="1">
                <a:solidFill>
                  <a:srgbClr val="2876A8"/>
                </a:solidFill>
                <a:latin typeface="Yu Gothic"/>
                <a:ea typeface="Yu Gothic"/>
                <a:cs typeface="Yu Gothic"/>
              </a:defRPr>
            </a:lvl7pPr>
            <a:lvl8pPr>
              <a:buNone/>
              <a:defRPr sz="1650" b="1">
                <a:solidFill>
                  <a:srgbClr val="2876A8"/>
                </a:solidFill>
                <a:latin typeface="Yu Gothic"/>
                <a:ea typeface="Yu Gothic"/>
                <a:cs typeface="Yu Gothic"/>
              </a:defRPr>
            </a:lvl8pPr>
            <a:lvl9pPr>
              <a:buNone/>
              <a:defRPr sz="1650" b="1">
                <a:solidFill>
                  <a:srgbClr val="2876A8"/>
                </a:solidFill>
                <a:latin typeface="Yu Gothic"/>
                <a:ea typeface="Yu Gothic"/>
                <a:cs typeface="Yu Gothic"/>
              </a:defRPr>
            </a:lvl9pPr>
          </a:lstStyle>
          <a:p>
            <a:pPr>
              <a:buNone/>
              <a:defRPr sz="1650" b="1">
                <a:solidFill>
                  <a:srgbClr val="2876A8"/>
                </a:solidFill>
                <a:latin typeface="Yu Gothic"/>
                <a:ea typeface="Yu Gothic"/>
                <a:cs typeface="Yu Gothic"/>
              </a:defRPr>
            </a:pPr>
            <a:r>
              <a:rPr sz="1650" b="1">
                <a:solidFill>
                  <a:srgbClr val="2876A8"/>
                </a:solidFill>
                <a:latin typeface="Yu Gothic"/>
                <a:ea typeface="Yu Gothic"/>
                <a:cs typeface="Yu Gothic"/>
              </a:rPr>
              <a:t>継手</a:t>
            </a:r>
          </a:p>
        </p:txBody>
      </p:sp>
      <p:sp>
        <p:nvSpPr>
          <p:cNvPr id="12" name="正方形/長方形 11">
            <a:extLst>
              <a:ext uri="{FF2B5EF4-FFF2-40B4-BE49-F238E27FC236}">
                <a16:creationId xmlns:a16="http://schemas.microsoft.com/office/drawing/2014/main" id="{2A4DA42C-B613-4569-A009-53770DAC7E5E}"/>
              </a:ext>
            </a:extLst>
          </p:cNvPr>
          <p:cNvSpPr>
            <a:spLocks noGrp="1"/>
          </p:cNvSpPr>
          <p:nvPr/>
        </p:nvSpPr>
        <p:spPr>
          <a:xfrm>
            <a:off x="2647950" y="3305175"/>
            <a:ext cx="952500" cy="381000"/>
          </a:xfrm>
          <a:prstGeom prst="rect">
            <a:avLst/>
          </a:prstGeom>
          <a:noFill/>
          <a:ln w="0">
            <a:noFill/>
          </a:ln>
        </p:spPr>
        <p:txBody>
          <a:bodyPr lIns="0" tIns="0" rIns="0" bIns="0" anchor="ctr">
            <a:noAutofit/>
          </a:bodyPr>
          <a:lstStyle>
            <a:defPPr>
              <a:defRPr sz="1650" b="1">
                <a:solidFill>
                  <a:srgbClr val="2876A8"/>
                </a:solidFill>
                <a:latin typeface="Yu Gothic"/>
                <a:ea typeface="Yu Gothic"/>
                <a:cs typeface="Yu Gothic"/>
              </a:defRPr>
            </a:defPPr>
            <a:lvl1pPr>
              <a:buNone/>
              <a:defRPr sz="1650" b="1">
                <a:solidFill>
                  <a:srgbClr val="2876A8"/>
                </a:solidFill>
                <a:latin typeface="Yu Gothic"/>
                <a:ea typeface="Yu Gothic"/>
                <a:cs typeface="Yu Gothic"/>
              </a:defRPr>
            </a:lvl1pPr>
            <a:lvl2pPr>
              <a:buNone/>
              <a:defRPr sz="1650" b="1">
                <a:solidFill>
                  <a:srgbClr val="2876A8"/>
                </a:solidFill>
                <a:latin typeface="Yu Gothic"/>
                <a:ea typeface="Yu Gothic"/>
                <a:cs typeface="Yu Gothic"/>
              </a:defRPr>
            </a:lvl2pPr>
            <a:lvl3pPr>
              <a:buNone/>
              <a:defRPr sz="1650" b="1">
                <a:solidFill>
                  <a:srgbClr val="2876A8"/>
                </a:solidFill>
                <a:latin typeface="Yu Gothic"/>
                <a:ea typeface="Yu Gothic"/>
                <a:cs typeface="Yu Gothic"/>
              </a:defRPr>
            </a:lvl3pPr>
            <a:lvl4pPr>
              <a:buNone/>
              <a:defRPr sz="1650" b="1">
                <a:solidFill>
                  <a:srgbClr val="2876A8"/>
                </a:solidFill>
                <a:latin typeface="Yu Gothic"/>
                <a:ea typeface="Yu Gothic"/>
                <a:cs typeface="Yu Gothic"/>
              </a:defRPr>
            </a:lvl4pPr>
            <a:lvl5pPr>
              <a:buNone/>
              <a:defRPr sz="1650" b="1">
                <a:solidFill>
                  <a:srgbClr val="2876A8"/>
                </a:solidFill>
                <a:latin typeface="Yu Gothic"/>
                <a:ea typeface="Yu Gothic"/>
                <a:cs typeface="Yu Gothic"/>
              </a:defRPr>
            </a:lvl5pPr>
            <a:lvl6pPr>
              <a:buNone/>
              <a:defRPr sz="1650" b="1">
                <a:solidFill>
                  <a:srgbClr val="2876A8"/>
                </a:solidFill>
                <a:latin typeface="Yu Gothic"/>
                <a:ea typeface="Yu Gothic"/>
                <a:cs typeface="Yu Gothic"/>
              </a:defRPr>
            </a:lvl6pPr>
            <a:lvl7pPr>
              <a:buNone/>
              <a:defRPr sz="1650" b="1">
                <a:solidFill>
                  <a:srgbClr val="2876A8"/>
                </a:solidFill>
                <a:latin typeface="Yu Gothic"/>
                <a:ea typeface="Yu Gothic"/>
                <a:cs typeface="Yu Gothic"/>
              </a:defRPr>
            </a:lvl7pPr>
            <a:lvl8pPr>
              <a:buNone/>
              <a:defRPr sz="1650" b="1">
                <a:solidFill>
                  <a:srgbClr val="2876A8"/>
                </a:solidFill>
                <a:latin typeface="Yu Gothic"/>
                <a:ea typeface="Yu Gothic"/>
                <a:cs typeface="Yu Gothic"/>
              </a:defRPr>
            </a:lvl8pPr>
            <a:lvl9pPr>
              <a:buNone/>
              <a:defRPr sz="1650" b="1">
                <a:solidFill>
                  <a:srgbClr val="2876A8"/>
                </a:solidFill>
                <a:latin typeface="Yu Gothic"/>
                <a:ea typeface="Yu Gothic"/>
                <a:cs typeface="Yu Gothic"/>
              </a:defRPr>
            </a:lvl9pPr>
          </a:lstStyle>
          <a:p>
            <a:pPr>
              <a:buNone/>
              <a:defRPr sz="1650" b="1">
                <a:solidFill>
                  <a:srgbClr val="2876A8"/>
                </a:solidFill>
                <a:latin typeface="Yu Gothic"/>
                <a:ea typeface="Yu Gothic"/>
                <a:cs typeface="Yu Gothic"/>
              </a:defRPr>
            </a:pPr>
            <a:r>
              <a:rPr sz="1650" b="1">
                <a:solidFill>
                  <a:srgbClr val="2876A8"/>
                </a:solidFill>
                <a:latin typeface="Yu Gothic"/>
                <a:ea typeface="Yu Gothic"/>
                <a:cs typeface="Yu Gothic"/>
              </a:rPr>
              <a:t>継手</a:t>
            </a:r>
          </a:p>
        </p:txBody>
      </p:sp>
      <p:sp>
        <p:nvSpPr>
          <p:cNvPr id="13" name="フリーフォーム: 図形 12">
            <a:extLst>
              <a:ext uri="{FF2B5EF4-FFF2-40B4-BE49-F238E27FC236}">
                <a16:creationId xmlns:a16="http://schemas.microsoft.com/office/drawing/2014/main" id="{09052916-EC16-4B54-8931-1E525D595AA9}"/>
              </a:ext>
            </a:extLst>
          </p:cNvPr>
          <p:cNvSpPr>
            <a:spLocks noGrp="1"/>
          </p:cNvSpPr>
          <p:nvPr/>
        </p:nvSpPr>
        <p:spPr>
          <a:xfrm>
            <a:off x="904875" y="4000500"/>
            <a:ext cx="2914650" cy="9525"/>
          </a:xfrm>
          <a:custGeom>
            <a:avLst/>
            <a:gdLst/>
            <a:ahLst/>
            <a:cxnLst/>
            <a:rect l="0" t="0" r="0" b="0"/>
            <a:pathLst>
              <a:path w="2914650" h="9525">
                <a:moveTo>
                  <a:pt x="0" y="0"/>
                </a:moveTo>
                <a:lnTo>
                  <a:pt x="2914650" y="0"/>
                </a:lnTo>
              </a:path>
            </a:pathLst>
          </a:custGeom>
          <a:noFill/>
          <a:ln w="38100">
            <a:solidFill>
              <a:srgbClr val="2876A8"/>
            </a:solidFill>
          </a:ln>
        </p:spPr>
      </p:sp>
      <p:sp>
        <p:nvSpPr>
          <p:cNvPr id="14" name="フリーフォーム: 図形 13">
            <a:extLst>
              <a:ext uri="{FF2B5EF4-FFF2-40B4-BE49-F238E27FC236}">
                <a16:creationId xmlns:a16="http://schemas.microsoft.com/office/drawing/2014/main" id="{534BB146-5553-4B5C-B20E-87631AA29687}"/>
              </a:ext>
            </a:extLst>
          </p:cNvPr>
          <p:cNvSpPr>
            <a:spLocks noGrp="1"/>
          </p:cNvSpPr>
          <p:nvPr/>
        </p:nvSpPr>
        <p:spPr>
          <a:xfrm>
            <a:off x="3697721" y="4000500"/>
            <a:ext cx="121804" cy="74679"/>
          </a:xfrm>
          <a:custGeom>
            <a:avLst/>
            <a:gdLst/>
            <a:ahLst/>
            <a:cxnLst/>
            <a:rect l="0" t="0" r="0" b="0"/>
            <a:pathLst>
              <a:path w="121804" h="74679">
                <a:moveTo>
                  <a:pt x="121804" y="0"/>
                </a:moveTo>
                <a:lnTo>
                  <a:pt x="0" y="74679"/>
                </a:lnTo>
              </a:path>
            </a:pathLst>
          </a:custGeom>
          <a:noFill/>
          <a:ln w="38100">
            <a:solidFill>
              <a:srgbClr val="2876A8"/>
            </a:solidFill>
          </a:ln>
        </p:spPr>
      </p:sp>
      <p:sp>
        <p:nvSpPr>
          <p:cNvPr id="15" name="フリーフォーム: 図形 14">
            <a:extLst>
              <a:ext uri="{FF2B5EF4-FFF2-40B4-BE49-F238E27FC236}">
                <a16:creationId xmlns:a16="http://schemas.microsoft.com/office/drawing/2014/main" id="{FDBC9561-6B7B-420F-ACF2-037A3DD51287}"/>
              </a:ext>
            </a:extLst>
          </p:cNvPr>
          <p:cNvSpPr>
            <a:spLocks noGrp="1"/>
          </p:cNvSpPr>
          <p:nvPr/>
        </p:nvSpPr>
        <p:spPr>
          <a:xfrm>
            <a:off x="3697721" y="3925821"/>
            <a:ext cx="121804" cy="74679"/>
          </a:xfrm>
          <a:custGeom>
            <a:avLst/>
            <a:gdLst/>
            <a:ahLst/>
            <a:cxnLst/>
            <a:rect l="0" t="0" r="0" b="0"/>
            <a:pathLst>
              <a:path w="121804" h="74679">
                <a:moveTo>
                  <a:pt x="121804" y="74679"/>
                </a:moveTo>
                <a:lnTo>
                  <a:pt x="0" y="0"/>
                </a:lnTo>
              </a:path>
            </a:pathLst>
          </a:custGeom>
          <a:noFill/>
          <a:ln w="38100">
            <a:solidFill>
              <a:srgbClr val="2876A8"/>
            </a:solidFill>
          </a:ln>
        </p:spPr>
      </p:sp>
      <p:sp>
        <p:nvSpPr>
          <p:cNvPr id="16" name="正方形/長方形 15">
            <a:extLst>
              <a:ext uri="{FF2B5EF4-FFF2-40B4-BE49-F238E27FC236}">
                <a16:creationId xmlns:a16="http://schemas.microsoft.com/office/drawing/2014/main" id="{F564EC0C-C35D-4008-AB17-D5A3A2CFD3D5}"/>
              </a:ext>
            </a:extLst>
          </p:cNvPr>
          <p:cNvSpPr>
            <a:spLocks noGrp="1"/>
          </p:cNvSpPr>
          <p:nvPr/>
        </p:nvSpPr>
        <p:spPr>
          <a:xfrm>
            <a:off x="4524375" y="2686050"/>
            <a:ext cx="2762250" cy="285750"/>
          </a:xfrm>
          <a:prstGeom prst="rect">
            <a:avLst/>
          </a:prstGeom>
          <a:solidFill>
            <a:srgbClr val="EBD7B8"/>
          </a:solidFill>
          <a:ln w="9525">
            <a:solidFill>
              <a:srgbClr val="596875"/>
            </a:solidFill>
          </a:ln>
        </p:spPr>
      </p:sp>
      <p:sp>
        <p:nvSpPr>
          <p:cNvPr id="17" name="フリーフォーム: 図形 16">
            <a:extLst>
              <a:ext uri="{FF2B5EF4-FFF2-40B4-BE49-F238E27FC236}">
                <a16:creationId xmlns:a16="http://schemas.microsoft.com/office/drawing/2014/main" id="{C49015DD-E29C-49D0-8327-68D5359E3AD0}"/>
              </a:ext>
            </a:extLst>
          </p:cNvPr>
          <p:cNvSpPr>
            <a:spLocks noGrp="1"/>
          </p:cNvSpPr>
          <p:nvPr/>
        </p:nvSpPr>
        <p:spPr>
          <a:xfrm>
            <a:off x="4638675" y="2786063"/>
            <a:ext cx="2533650" cy="9525"/>
          </a:xfrm>
          <a:custGeom>
            <a:avLst/>
            <a:gdLst/>
            <a:ahLst/>
            <a:cxnLst/>
            <a:rect l="0" t="0" r="0" b="0"/>
            <a:pathLst>
              <a:path w="2533650" h="9525">
                <a:moveTo>
                  <a:pt x="0" y="0"/>
                </a:moveTo>
                <a:lnTo>
                  <a:pt x="2533650" y="0"/>
                </a:lnTo>
              </a:path>
            </a:pathLst>
          </a:custGeom>
          <a:noFill/>
          <a:ln w="19050">
            <a:solidFill>
              <a:srgbClr val="A36C2F"/>
            </a:solidFill>
          </a:ln>
        </p:spPr>
      </p:sp>
      <p:sp>
        <p:nvSpPr>
          <p:cNvPr id="18" name="フリーフォーム: 図形 17">
            <a:extLst>
              <a:ext uri="{FF2B5EF4-FFF2-40B4-BE49-F238E27FC236}">
                <a16:creationId xmlns:a16="http://schemas.microsoft.com/office/drawing/2014/main" id="{451D2540-F414-48BE-A047-C6B96A2A7EE5}"/>
              </a:ext>
            </a:extLst>
          </p:cNvPr>
          <p:cNvSpPr>
            <a:spLocks noGrp="1"/>
          </p:cNvSpPr>
          <p:nvPr/>
        </p:nvSpPr>
        <p:spPr>
          <a:xfrm>
            <a:off x="4638675" y="2871788"/>
            <a:ext cx="2533650" cy="9525"/>
          </a:xfrm>
          <a:custGeom>
            <a:avLst/>
            <a:gdLst/>
            <a:ahLst/>
            <a:cxnLst/>
            <a:rect l="0" t="0" r="0" b="0"/>
            <a:pathLst>
              <a:path w="2533650" h="9525">
                <a:moveTo>
                  <a:pt x="0" y="0"/>
                </a:moveTo>
                <a:lnTo>
                  <a:pt x="2533650" y="0"/>
                </a:lnTo>
              </a:path>
            </a:pathLst>
          </a:custGeom>
          <a:noFill/>
          <a:ln w="19050">
            <a:solidFill>
              <a:srgbClr val="A36C2F"/>
            </a:solidFill>
          </a:ln>
        </p:spPr>
      </p:sp>
      <p:sp>
        <p:nvSpPr>
          <p:cNvPr id="19" name="正方形/長方形 18">
            <a:extLst>
              <a:ext uri="{FF2B5EF4-FFF2-40B4-BE49-F238E27FC236}">
                <a16:creationId xmlns:a16="http://schemas.microsoft.com/office/drawing/2014/main" id="{5A2AB2E8-113A-4059-8734-481384FC78D9}"/>
              </a:ext>
            </a:extLst>
          </p:cNvPr>
          <p:cNvSpPr>
            <a:spLocks noGrp="1"/>
          </p:cNvSpPr>
          <p:nvPr/>
        </p:nvSpPr>
        <p:spPr>
          <a:xfrm>
            <a:off x="4524375" y="3000375"/>
            <a:ext cx="2762250" cy="285750"/>
          </a:xfrm>
          <a:prstGeom prst="rect">
            <a:avLst/>
          </a:prstGeom>
          <a:solidFill>
            <a:srgbClr val="EBD7B8"/>
          </a:solidFill>
          <a:ln w="9525">
            <a:solidFill>
              <a:srgbClr val="596875"/>
            </a:solidFill>
          </a:ln>
        </p:spPr>
      </p:sp>
      <p:sp>
        <p:nvSpPr>
          <p:cNvPr id="20" name="フリーフォーム: 図形 19">
            <a:extLst>
              <a:ext uri="{FF2B5EF4-FFF2-40B4-BE49-F238E27FC236}">
                <a16:creationId xmlns:a16="http://schemas.microsoft.com/office/drawing/2014/main" id="{65237ECA-E7B6-46AA-B363-635DD62DA1F0}"/>
              </a:ext>
            </a:extLst>
          </p:cNvPr>
          <p:cNvSpPr>
            <a:spLocks noGrp="1"/>
          </p:cNvSpPr>
          <p:nvPr/>
        </p:nvSpPr>
        <p:spPr>
          <a:xfrm>
            <a:off x="4638675" y="3100388"/>
            <a:ext cx="2533650" cy="9525"/>
          </a:xfrm>
          <a:custGeom>
            <a:avLst/>
            <a:gdLst/>
            <a:ahLst/>
            <a:cxnLst/>
            <a:rect l="0" t="0" r="0" b="0"/>
            <a:pathLst>
              <a:path w="2533650" h="9525">
                <a:moveTo>
                  <a:pt x="0" y="0"/>
                </a:moveTo>
                <a:lnTo>
                  <a:pt x="2533650" y="0"/>
                </a:lnTo>
              </a:path>
            </a:pathLst>
          </a:custGeom>
          <a:noFill/>
          <a:ln w="19050">
            <a:solidFill>
              <a:srgbClr val="A36C2F"/>
            </a:solidFill>
          </a:ln>
        </p:spPr>
      </p:sp>
      <p:sp>
        <p:nvSpPr>
          <p:cNvPr id="21" name="フリーフォーム: 図形 20">
            <a:extLst>
              <a:ext uri="{FF2B5EF4-FFF2-40B4-BE49-F238E27FC236}">
                <a16:creationId xmlns:a16="http://schemas.microsoft.com/office/drawing/2014/main" id="{FDFE08C8-5597-4B84-9C34-4E54248795DC}"/>
              </a:ext>
            </a:extLst>
          </p:cNvPr>
          <p:cNvSpPr>
            <a:spLocks noGrp="1"/>
          </p:cNvSpPr>
          <p:nvPr/>
        </p:nvSpPr>
        <p:spPr>
          <a:xfrm>
            <a:off x="4638675" y="3186113"/>
            <a:ext cx="2533650" cy="9525"/>
          </a:xfrm>
          <a:custGeom>
            <a:avLst/>
            <a:gdLst/>
            <a:ahLst/>
            <a:cxnLst/>
            <a:rect l="0" t="0" r="0" b="0"/>
            <a:pathLst>
              <a:path w="2533650" h="9525">
                <a:moveTo>
                  <a:pt x="0" y="0"/>
                </a:moveTo>
                <a:lnTo>
                  <a:pt x="2533650" y="0"/>
                </a:lnTo>
              </a:path>
            </a:pathLst>
          </a:custGeom>
          <a:noFill/>
          <a:ln w="19050">
            <a:solidFill>
              <a:srgbClr val="A36C2F"/>
            </a:solidFill>
          </a:ln>
        </p:spPr>
      </p:sp>
      <p:sp>
        <p:nvSpPr>
          <p:cNvPr id="22" name="正方形/長方形 21">
            <a:extLst>
              <a:ext uri="{FF2B5EF4-FFF2-40B4-BE49-F238E27FC236}">
                <a16:creationId xmlns:a16="http://schemas.microsoft.com/office/drawing/2014/main" id="{2B71F07C-B32F-4EC4-B110-3229BEA4C2A3}"/>
              </a:ext>
            </a:extLst>
          </p:cNvPr>
          <p:cNvSpPr>
            <a:spLocks noGrp="1"/>
          </p:cNvSpPr>
          <p:nvPr/>
        </p:nvSpPr>
        <p:spPr>
          <a:xfrm>
            <a:off x="4524375" y="3314700"/>
            <a:ext cx="2762250" cy="285750"/>
          </a:xfrm>
          <a:prstGeom prst="rect">
            <a:avLst/>
          </a:prstGeom>
          <a:solidFill>
            <a:srgbClr val="EBD7B8"/>
          </a:solidFill>
          <a:ln w="9525">
            <a:solidFill>
              <a:srgbClr val="596875"/>
            </a:solidFill>
          </a:ln>
        </p:spPr>
      </p:sp>
      <p:sp>
        <p:nvSpPr>
          <p:cNvPr id="23" name="フリーフォーム: 図形 22">
            <a:extLst>
              <a:ext uri="{FF2B5EF4-FFF2-40B4-BE49-F238E27FC236}">
                <a16:creationId xmlns:a16="http://schemas.microsoft.com/office/drawing/2014/main" id="{14956460-682C-4B34-A790-5FC6260686DC}"/>
              </a:ext>
            </a:extLst>
          </p:cNvPr>
          <p:cNvSpPr>
            <a:spLocks noGrp="1"/>
          </p:cNvSpPr>
          <p:nvPr/>
        </p:nvSpPr>
        <p:spPr>
          <a:xfrm>
            <a:off x="4638675" y="3414713"/>
            <a:ext cx="2533650" cy="9525"/>
          </a:xfrm>
          <a:custGeom>
            <a:avLst/>
            <a:gdLst/>
            <a:ahLst/>
            <a:cxnLst/>
            <a:rect l="0" t="0" r="0" b="0"/>
            <a:pathLst>
              <a:path w="2533650" h="9525">
                <a:moveTo>
                  <a:pt x="0" y="0"/>
                </a:moveTo>
                <a:lnTo>
                  <a:pt x="2533650" y="0"/>
                </a:lnTo>
              </a:path>
            </a:pathLst>
          </a:custGeom>
          <a:noFill/>
          <a:ln w="19050">
            <a:solidFill>
              <a:srgbClr val="A36C2F"/>
            </a:solidFill>
          </a:ln>
        </p:spPr>
      </p:sp>
      <p:sp>
        <p:nvSpPr>
          <p:cNvPr id="24" name="フリーフォーム: 図形 23">
            <a:extLst>
              <a:ext uri="{FF2B5EF4-FFF2-40B4-BE49-F238E27FC236}">
                <a16:creationId xmlns:a16="http://schemas.microsoft.com/office/drawing/2014/main" id="{1C8F8085-2858-40FE-BD26-250CF5D37171}"/>
              </a:ext>
            </a:extLst>
          </p:cNvPr>
          <p:cNvSpPr>
            <a:spLocks noGrp="1"/>
          </p:cNvSpPr>
          <p:nvPr/>
        </p:nvSpPr>
        <p:spPr>
          <a:xfrm>
            <a:off x="4638675" y="3500438"/>
            <a:ext cx="2533650" cy="9525"/>
          </a:xfrm>
          <a:custGeom>
            <a:avLst/>
            <a:gdLst/>
            <a:ahLst/>
            <a:cxnLst/>
            <a:rect l="0" t="0" r="0" b="0"/>
            <a:pathLst>
              <a:path w="2533650" h="9525">
                <a:moveTo>
                  <a:pt x="0" y="0"/>
                </a:moveTo>
                <a:lnTo>
                  <a:pt x="2533650" y="0"/>
                </a:lnTo>
              </a:path>
            </a:pathLst>
          </a:custGeom>
          <a:noFill/>
          <a:ln w="19050">
            <a:solidFill>
              <a:srgbClr val="A36C2F"/>
            </a:solidFill>
          </a:ln>
        </p:spPr>
      </p:sp>
      <p:sp>
        <p:nvSpPr>
          <p:cNvPr id="25" name="正方形/長方形 24">
            <a:extLst>
              <a:ext uri="{FF2B5EF4-FFF2-40B4-BE49-F238E27FC236}">
                <a16:creationId xmlns:a16="http://schemas.microsoft.com/office/drawing/2014/main" id="{4096598A-155F-4976-AE37-94B3F430E965}"/>
              </a:ext>
            </a:extLst>
          </p:cNvPr>
          <p:cNvSpPr>
            <a:spLocks noGrp="1"/>
          </p:cNvSpPr>
          <p:nvPr/>
        </p:nvSpPr>
        <p:spPr>
          <a:xfrm>
            <a:off x="4524375" y="3629025"/>
            <a:ext cx="2762250" cy="285750"/>
          </a:xfrm>
          <a:prstGeom prst="rect">
            <a:avLst/>
          </a:prstGeom>
          <a:solidFill>
            <a:srgbClr val="EBD7B8"/>
          </a:solidFill>
          <a:ln w="9525">
            <a:solidFill>
              <a:srgbClr val="596875"/>
            </a:solidFill>
          </a:ln>
        </p:spPr>
      </p:sp>
      <p:sp>
        <p:nvSpPr>
          <p:cNvPr id="26" name="フリーフォーム: 図形 25">
            <a:extLst>
              <a:ext uri="{FF2B5EF4-FFF2-40B4-BE49-F238E27FC236}">
                <a16:creationId xmlns:a16="http://schemas.microsoft.com/office/drawing/2014/main" id="{D875E2BB-BC84-4D55-8B7C-8CFE04550AC6}"/>
              </a:ext>
            </a:extLst>
          </p:cNvPr>
          <p:cNvSpPr>
            <a:spLocks noGrp="1"/>
          </p:cNvSpPr>
          <p:nvPr/>
        </p:nvSpPr>
        <p:spPr>
          <a:xfrm>
            <a:off x="4638675" y="3729038"/>
            <a:ext cx="2533650" cy="9525"/>
          </a:xfrm>
          <a:custGeom>
            <a:avLst/>
            <a:gdLst/>
            <a:ahLst/>
            <a:cxnLst/>
            <a:rect l="0" t="0" r="0" b="0"/>
            <a:pathLst>
              <a:path w="2533650" h="9525">
                <a:moveTo>
                  <a:pt x="0" y="0"/>
                </a:moveTo>
                <a:lnTo>
                  <a:pt x="2533650" y="0"/>
                </a:lnTo>
              </a:path>
            </a:pathLst>
          </a:custGeom>
          <a:noFill/>
          <a:ln w="19050">
            <a:solidFill>
              <a:srgbClr val="A36C2F"/>
            </a:solidFill>
          </a:ln>
        </p:spPr>
      </p:sp>
      <p:sp>
        <p:nvSpPr>
          <p:cNvPr id="27" name="フリーフォーム: 図形 26">
            <a:extLst>
              <a:ext uri="{FF2B5EF4-FFF2-40B4-BE49-F238E27FC236}">
                <a16:creationId xmlns:a16="http://schemas.microsoft.com/office/drawing/2014/main" id="{4F8043D7-5A9E-4CA7-B216-0002C7FFFECB}"/>
              </a:ext>
            </a:extLst>
          </p:cNvPr>
          <p:cNvSpPr>
            <a:spLocks noGrp="1"/>
          </p:cNvSpPr>
          <p:nvPr/>
        </p:nvSpPr>
        <p:spPr>
          <a:xfrm>
            <a:off x="4638675" y="3814763"/>
            <a:ext cx="2533650" cy="9525"/>
          </a:xfrm>
          <a:custGeom>
            <a:avLst/>
            <a:gdLst/>
            <a:ahLst/>
            <a:cxnLst/>
            <a:rect l="0" t="0" r="0" b="0"/>
            <a:pathLst>
              <a:path w="2533650" h="9525">
                <a:moveTo>
                  <a:pt x="0" y="0"/>
                </a:moveTo>
                <a:lnTo>
                  <a:pt x="2533650" y="0"/>
                </a:lnTo>
              </a:path>
            </a:pathLst>
          </a:custGeom>
          <a:noFill/>
          <a:ln w="19050">
            <a:solidFill>
              <a:srgbClr val="A36C2F"/>
            </a:solidFill>
          </a:ln>
        </p:spPr>
      </p:sp>
      <p:sp>
        <p:nvSpPr>
          <p:cNvPr id="28" name="正方形/長方形 27">
            <a:extLst>
              <a:ext uri="{FF2B5EF4-FFF2-40B4-BE49-F238E27FC236}">
                <a16:creationId xmlns:a16="http://schemas.microsoft.com/office/drawing/2014/main" id="{6963BC4B-5FEB-431A-9476-683FADB31F4F}"/>
              </a:ext>
            </a:extLst>
          </p:cNvPr>
          <p:cNvSpPr>
            <a:spLocks noGrp="1"/>
          </p:cNvSpPr>
          <p:nvPr/>
        </p:nvSpPr>
        <p:spPr>
          <a:xfrm>
            <a:off x="4524375" y="3943350"/>
            <a:ext cx="2762250" cy="285750"/>
          </a:xfrm>
          <a:prstGeom prst="rect">
            <a:avLst/>
          </a:prstGeom>
          <a:solidFill>
            <a:srgbClr val="EBD7B8"/>
          </a:solidFill>
          <a:ln w="9525">
            <a:solidFill>
              <a:srgbClr val="596875"/>
            </a:solidFill>
          </a:ln>
        </p:spPr>
      </p:sp>
      <p:sp>
        <p:nvSpPr>
          <p:cNvPr id="29" name="フリーフォーム: 図形 28">
            <a:extLst>
              <a:ext uri="{FF2B5EF4-FFF2-40B4-BE49-F238E27FC236}">
                <a16:creationId xmlns:a16="http://schemas.microsoft.com/office/drawing/2014/main" id="{B14719DC-B3BC-4661-836E-2852D7AF6A2C}"/>
              </a:ext>
            </a:extLst>
          </p:cNvPr>
          <p:cNvSpPr>
            <a:spLocks noGrp="1"/>
          </p:cNvSpPr>
          <p:nvPr/>
        </p:nvSpPr>
        <p:spPr>
          <a:xfrm>
            <a:off x="4638675" y="4043363"/>
            <a:ext cx="2533650" cy="9525"/>
          </a:xfrm>
          <a:custGeom>
            <a:avLst/>
            <a:gdLst/>
            <a:ahLst/>
            <a:cxnLst/>
            <a:rect l="0" t="0" r="0" b="0"/>
            <a:pathLst>
              <a:path w="2533650" h="9525">
                <a:moveTo>
                  <a:pt x="0" y="0"/>
                </a:moveTo>
                <a:lnTo>
                  <a:pt x="2533650" y="0"/>
                </a:lnTo>
              </a:path>
            </a:pathLst>
          </a:custGeom>
          <a:noFill/>
          <a:ln w="19050">
            <a:solidFill>
              <a:srgbClr val="A36C2F"/>
            </a:solidFill>
          </a:ln>
        </p:spPr>
      </p:sp>
      <p:sp>
        <p:nvSpPr>
          <p:cNvPr id="30" name="フリーフォーム: 図形 29">
            <a:extLst>
              <a:ext uri="{FF2B5EF4-FFF2-40B4-BE49-F238E27FC236}">
                <a16:creationId xmlns:a16="http://schemas.microsoft.com/office/drawing/2014/main" id="{EEBB2665-A321-4E56-8B70-7DE5C25A6A26}"/>
              </a:ext>
            </a:extLst>
          </p:cNvPr>
          <p:cNvSpPr>
            <a:spLocks noGrp="1"/>
          </p:cNvSpPr>
          <p:nvPr/>
        </p:nvSpPr>
        <p:spPr>
          <a:xfrm>
            <a:off x="4638675" y="4129088"/>
            <a:ext cx="2533650" cy="9525"/>
          </a:xfrm>
          <a:custGeom>
            <a:avLst/>
            <a:gdLst/>
            <a:ahLst/>
            <a:cxnLst/>
            <a:rect l="0" t="0" r="0" b="0"/>
            <a:pathLst>
              <a:path w="2533650" h="9525">
                <a:moveTo>
                  <a:pt x="0" y="0"/>
                </a:moveTo>
                <a:lnTo>
                  <a:pt x="2533650" y="0"/>
                </a:lnTo>
              </a:path>
            </a:pathLst>
          </a:custGeom>
          <a:noFill/>
          <a:ln w="19050">
            <a:solidFill>
              <a:srgbClr val="A36C2F"/>
            </a:solidFill>
          </a:ln>
        </p:spPr>
      </p:sp>
      <p:sp>
        <p:nvSpPr>
          <p:cNvPr id="31" name="フリーフォーム: 図形 30">
            <a:extLst>
              <a:ext uri="{FF2B5EF4-FFF2-40B4-BE49-F238E27FC236}">
                <a16:creationId xmlns:a16="http://schemas.microsoft.com/office/drawing/2014/main" id="{F418C8F1-9FE7-4DE7-8686-A83C1A036669}"/>
              </a:ext>
            </a:extLst>
          </p:cNvPr>
          <p:cNvSpPr>
            <a:spLocks noGrp="1"/>
          </p:cNvSpPr>
          <p:nvPr/>
        </p:nvSpPr>
        <p:spPr>
          <a:xfrm>
            <a:off x="7524750" y="2667000"/>
            <a:ext cx="9525" cy="1571625"/>
          </a:xfrm>
          <a:custGeom>
            <a:avLst/>
            <a:gdLst/>
            <a:ahLst/>
            <a:cxnLst/>
            <a:rect l="0" t="0" r="0" b="0"/>
            <a:pathLst>
              <a:path w="9525" h="1571625">
                <a:moveTo>
                  <a:pt x="0" y="0"/>
                </a:moveTo>
                <a:lnTo>
                  <a:pt x="0" y="1571625"/>
                </a:lnTo>
              </a:path>
            </a:pathLst>
          </a:custGeom>
          <a:noFill/>
          <a:ln w="38100">
            <a:solidFill>
              <a:srgbClr val="2876A8"/>
            </a:solidFill>
          </a:ln>
        </p:spPr>
      </p:sp>
      <p:sp>
        <p:nvSpPr>
          <p:cNvPr id="32" name="フリーフォーム: 図形 31">
            <a:extLst>
              <a:ext uri="{FF2B5EF4-FFF2-40B4-BE49-F238E27FC236}">
                <a16:creationId xmlns:a16="http://schemas.microsoft.com/office/drawing/2014/main" id="{F4B96758-FECC-4F6A-879F-C2B2095EC07B}"/>
              </a:ext>
            </a:extLst>
          </p:cNvPr>
          <p:cNvSpPr>
            <a:spLocks noGrp="1"/>
          </p:cNvSpPr>
          <p:nvPr/>
        </p:nvSpPr>
        <p:spPr>
          <a:xfrm>
            <a:off x="7450071" y="4116821"/>
            <a:ext cx="74679" cy="121804"/>
          </a:xfrm>
          <a:custGeom>
            <a:avLst/>
            <a:gdLst/>
            <a:ahLst/>
            <a:cxnLst/>
            <a:rect l="0" t="0" r="0" b="0"/>
            <a:pathLst>
              <a:path w="74679" h="121804">
                <a:moveTo>
                  <a:pt x="74679" y="121804"/>
                </a:moveTo>
                <a:lnTo>
                  <a:pt x="0" y="0"/>
                </a:lnTo>
              </a:path>
            </a:pathLst>
          </a:custGeom>
          <a:noFill/>
          <a:ln w="38100">
            <a:solidFill>
              <a:srgbClr val="2876A8"/>
            </a:solidFill>
          </a:ln>
        </p:spPr>
      </p:sp>
      <p:sp>
        <p:nvSpPr>
          <p:cNvPr id="33" name="フリーフォーム: 図形 32">
            <a:extLst>
              <a:ext uri="{FF2B5EF4-FFF2-40B4-BE49-F238E27FC236}">
                <a16:creationId xmlns:a16="http://schemas.microsoft.com/office/drawing/2014/main" id="{70F8E29B-785E-4CAB-9E55-25EEFC246E4E}"/>
              </a:ext>
            </a:extLst>
          </p:cNvPr>
          <p:cNvSpPr>
            <a:spLocks noGrp="1"/>
          </p:cNvSpPr>
          <p:nvPr/>
        </p:nvSpPr>
        <p:spPr>
          <a:xfrm>
            <a:off x="7524750" y="4116821"/>
            <a:ext cx="74679" cy="121804"/>
          </a:xfrm>
          <a:custGeom>
            <a:avLst/>
            <a:gdLst/>
            <a:ahLst/>
            <a:cxnLst/>
            <a:rect l="0" t="0" r="0" b="0"/>
            <a:pathLst>
              <a:path w="74679" h="121804">
                <a:moveTo>
                  <a:pt x="0" y="121804"/>
                </a:moveTo>
                <a:lnTo>
                  <a:pt x="74679" y="0"/>
                </a:lnTo>
              </a:path>
            </a:pathLst>
          </a:custGeom>
          <a:noFill/>
          <a:ln w="38100">
            <a:solidFill>
              <a:srgbClr val="2876A8"/>
            </a:solidFill>
          </a:ln>
        </p:spPr>
      </p:sp>
      <p:sp>
        <p:nvSpPr>
          <p:cNvPr id="34" name="正方形/長方形 33">
            <a:extLst>
              <a:ext uri="{FF2B5EF4-FFF2-40B4-BE49-F238E27FC236}">
                <a16:creationId xmlns:a16="http://schemas.microsoft.com/office/drawing/2014/main" id="{9037CD6C-A95F-433D-B5B0-472F8DFF4007}"/>
              </a:ext>
            </a:extLst>
          </p:cNvPr>
          <p:cNvSpPr>
            <a:spLocks noGrp="1"/>
          </p:cNvSpPr>
          <p:nvPr/>
        </p:nvSpPr>
        <p:spPr>
          <a:xfrm>
            <a:off x="8239125" y="2847975"/>
            <a:ext cx="838200" cy="1143000"/>
          </a:xfrm>
          <a:prstGeom prst="rect">
            <a:avLst/>
          </a:prstGeom>
          <a:solidFill>
            <a:srgbClr val="EBD7B8"/>
          </a:solidFill>
          <a:ln w="9525">
            <a:solidFill>
              <a:srgbClr val="596875"/>
            </a:solidFill>
          </a:ln>
        </p:spPr>
      </p:sp>
      <p:sp>
        <p:nvSpPr>
          <p:cNvPr id="35" name="正方形/長方形 34">
            <a:extLst>
              <a:ext uri="{FF2B5EF4-FFF2-40B4-BE49-F238E27FC236}">
                <a16:creationId xmlns:a16="http://schemas.microsoft.com/office/drawing/2014/main" id="{B1E7F282-D5F2-4A9F-A549-EB205FC38E2E}"/>
              </a:ext>
            </a:extLst>
          </p:cNvPr>
          <p:cNvSpPr>
            <a:spLocks noGrp="1"/>
          </p:cNvSpPr>
          <p:nvPr/>
        </p:nvSpPr>
        <p:spPr>
          <a:xfrm>
            <a:off x="9105900" y="2847975"/>
            <a:ext cx="838200" cy="1143000"/>
          </a:xfrm>
          <a:prstGeom prst="rect">
            <a:avLst/>
          </a:prstGeom>
          <a:solidFill>
            <a:srgbClr val="EBD7B8"/>
          </a:solidFill>
          <a:ln w="9525">
            <a:solidFill>
              <a:srgbClr val="596875"/>
            </a:solidFill>
          </a:ln>
        </p:spPr>
      </p:sp>
      <p:sp>
        <p:nvSpPr>
          <p:cNvPr id="36" name="正方形/長方形 35">
            <a:extLst>
              <a:ext uri="{FF2B5EF4-FFF2-40B4-BE49-F238E27FC236}">
                <a16:creationId xmlns:a16="http://schemas.microsoft.com/office/drawing/2014/main" id="{3341A3B6-CCCB-4E7E-8674-06380E986CA1}"/>
              </a:ext>
            </a:extLst>
          </p:cNvPr>
          <p:cNvSpPr>
            <a:spLocks noGrp="1"/>
          </p:cNvSpPr>
          <p:nvPr/>
        </p:nvSpPr>
        <p:spPr>
          <a:xfrm>
            <a:off x="9972675" y="2847975"/>
            <a:ext cx="838200" cy="1143000"/>
          </a:xfrm>
          <a:prstGeom prst="rect">
            <a:avLst/>
          </a:prstGeom>
          <a:solidFill>
            <a:srgbClr val="EBD7B8"/>
          </a:solidFill>
          <a:ln w="9525">
            <a:solidFill>
              <a:srgbClr val="596875"/>
            </a:solidFill>
          </a:ln>
        </p:spPr>
      </p:sp>
      <p:sp>
        <p:nvSpPr>
          <p:cNvPr id="37" name="フリーフォーム: 図形 36">
            <a:extLst>
              <a:ext uri="{FF2B5EF4-FFF2-40B4-BE49-F238E27FC236}">
                <a16:creationId xmlns:a16="http://schemas.microsoft.com/office/drawing/2014/main" id="{5E5E6884-88B7-4CFD-B89B-D3D3BDCA5E0A}"/>
              </a:ext>
            </a:extLst>
          </p:cNvPr>
          <p:cNvSpPr>
            <a:spLocks noGrp="1"/>
          </p:cNvSpPr>
          <p:nvPr/>
        </p:nvSpPr>
        <p:spPr>
          <a:xfrm>
            <a:off x="8210550" y="4286250"/>
            <a:ext cx="2590800" cy="9525"/>
          </a:xfrm>
          <a:custGeom>
            <a:avLst/>
            <a:gdLst/>
            <a:ahLst/>
            <a:cxnLst/>
            <a:rect l="0" t="0" r="0" b="0"/>
            <a:pathLst>
              <a:path w="2590800" h="9525">
                <a:moveTo>
                  <a:pt x="0" y="0"/>
                </a:moveTo>
                <a:lnTo>
                  <a:pt x="2590800" y="0"/>
                </a:lnTo>
              </a:path>
            </a:pathLst>
          </a:custGeom>
          <a:noFill/>
          <a:ln w="38100">
            <a:solidFill>
              <a:srgbClr val="2876A8"/>
            </a:solidFill>
          </a:ln>
        </p:spPr>
      </p:sp>
      <p:sp>
        <p:nvSpPr>
          <p:cNvPr id="38" name="フリーフォーム: 図形 37">
            <a:extLst>
              <a:ext uri="{FF2B5EF4-FFF2-40B4-BE49-F238E27FC236}">
                <a16:creationId xmlns:a16="http://schemas.microsoft.com/office/drawing/2014/main" id="{FCFE38AA-F0C5-4614-9718-6127092703AC}"/>
              </a:ext>
            </a:extLst>
          </p:cNvPr>
          <p:cNvSpPr>
            <a:spLocks noGrp="1"/>
          </p:cNvSpPr>
          <p:nvPr/>
        </p:nvSpPr>
        <p:spPr>
          <a:xfrm>
            <a:off x="10679546" y="4286250"/>
            <a:ext cx="121804" cy="74679"/>
          </a:xfrm>
          <a:custGeom>
            <a:avLst/>
            <a:gdLst/>
            <a:ahLst/>
            <a:cxnLst/>
            <a:rect l="0" t="0" r="0" b="0"/>
            <a:pathLst>
              <a:path w="121804" h="74679">
                <a:moveTo>
                  <a:pt x="121804" y="0"/>
                </a:moveTo>
                <a:lnTo>
                  <a:pt x="0" y="74679"/>
                </a:lnTo>
              </a:path>
            </a:pathLst>
          </a:custGeom>
          <a:noFill/>
          <a:ln w="38100">
            <a:solidFill>
              <a:srgbClr val="2876A8"/>
            </a:solidFill>
          </a:ln>
        </p:spPr>
      </p:sp>
      <p:sp>
        <p:nvSpPr>
          <p:cNvPr id="39" name="フリーフォーム: 図形 38">
            <a:extLst>
              <a:ext uri="{FF2B5EF4-FFF2-40B4-BE49-F238E27FC236}">
                <a16:creationId xmlns:a16="http://schemas.microsoft.com/office/drawing/2014/main" id="{6C8A40E2-164E-4873-A3C5-A8EE97FB7343}"/>
              </a:ext>
            </a:extLst>
          </p:cNvPr>
          <p:cNvSpPr>
            <a:spLocks noGrp="1"/>
          </p:cNvSpPr>
          <p:nvPr/>
        </p:nvSpPr>
        <p:spPr>
          <a:xfrm>
            <a:off x="10679546" y="4211571"/>
            <a:ext cx="121804" cy="74679"/>
          </a:xfrm>
          <a:custGeom>
            <a:avLst/>
            <a:gdLst/>
            <a:ahLst/>
            <a:cxnLst/>
            <a:rect l="0" t="0" r="0" b="0"/>
            <a:pathLst>
              <a:path w="121804" h="74679">
                <a:moveTo>
                  <a:pt x="121804" y="74679"/>
                </a:moveTo>
                <a:lnTo>
                  <a:pt x="0" y="0"/>
                </a:lnTo>
              </a:path>
            </a:pathLst>
          </a:custGeom>
          <a:noFill/>
          <a:ln w="38100">
            <a:solidFill>
              <a:srgbClr val="2876A8"/>
            </a:solidFill>
          </a:ln>
        </p:spPr>
      </p:sp>
      <p:sp>
        <p:nvSpPr>
          <p:cNvPr id="40" name="正方形/長方形 39">
            <a:extLst>
              <a:ext uri="{FF2B5EF4-FFF2-40B4-BE49-F238E27FC236}">
                <a16:creationId xmlns:a16="http://schemas.microsoft.com/office/drawing/2014/main" id="{5190F2C5-81F6-45E5-90D0-4990A34CC5B9}"/>
              </a:ext>
            </a:extLst>
          </p:cNvPr>
          <p:cNvSpPr>
            <a:spLocks noGrp="1"/>
          </p:cNvSpPr>
          <p:nvPr/>
        </p:nvSpPr>
        <p:spPr>
          <a:xfrm>
            <a:off x="838200" y="4933950"/>
            <a:ext cx="10477500" cy="609600"/>
          </a:xfrm>
          <a:prstGeom prst="rect">
            <a:avLst/>
          </a:prstGeom>
          <a:noFill/>
          <a:ln w="0">
            <a:noFill/>
          </a:ln>
        </p:spPr>
        <p:txBody>
          <a:bodyPr lIns="0" tIns="0" rIns="0" bIns="0" anchor="ctr">
            <a:noAutofit/>
          </a:bodyPr>
          <a:lstStyle>
            <a:defPPr>
              <a:defRPr sz="2400" b="1">
                <a:solidFill>
                  <a:srgbClr val="18364F"/>
                </a:solidFill>
                <a:latin typeface="Yu Gothic"/>
                <a:ea typeface="Yu Gothic"/>
                <a:cs typeface="Yu Gothic"/>
              </a:defRPr>
            </a:defPPr>
            <a:lvl1pPr>
              <a:buNone/>
              <a:defRPr sz="2400" b="1">
                <a:solidFill>
                  <a:srgbClr val="18364F"/>
                </a:solidFill>
                <a:latin typeface="Yu Gothic"/>
                <a:ea typeface="Yu Gothic"/>
                <a:cs typeface="Yu Gothic"/>
              </a:defRPr>
            </a:lvl1pPr>
            <a:lvl2pPr>
              <a:buNone/>
              <a:defRPr sz="2400" b="1">
                <a:solidFill>
                  <a:srgbClr val="18364F"/>
                </a:solidFill>
                <a:latin typeface="Yu Gothic"/>
                <a:ea typeface="Yu Gothic"/>
                <a:cs typeface="Yu Gothic"/>
              </a:defRPr>
            </a:lvl2pPr>
            <a:lvl3pPr>
              <a:buNone/>
              <a:defRPr sz="2400" b="1">
                <a:solidFill>
                  <a:srgbClr val="18364F"/>
                </a:solidFill>
                <a:latin typeface="Yu Gothic"/>
                <a:ea typeface="Yu Gothic"/>
                <a:cs typeface="Yu Gothic"/>
              </a:defRPr>
            </a:lvl3pPr>
            <a:lvl4pPr>
              <a:buNone/>
              <a:defRPr sz="2400" b="1">
                <a:solidFill>
                  <a:srgbClr val="18364F"/>
                </a:solidFill>
                <a:latin typeface="Yu Gothic"/>
                <a:ea typeface="Yu Gothic"/>
                <a:cs typeface="Yu Gothic"/>
              </a:defRPr>
            </a:lvl4pPr>
            <a:lvl5pPr>
              <a:buNone/>
              <a:defRPr sz="2400" b="1">
                <a:solidFill>
                  <a:srgbClr val="18364F"/>
                </a:solidFill>
                <a:latin typeface="Yu Gothic"/>
                <a:ea typeface="Yu Gothic"/>
                <a:cs typeface="Yu Gothic"/>
              </a:defRPr>
            </a:lvl5pPr>
            <a:lvl6pPr>
              <a:buNone/>
              <a:defRPr sz="2400" b="1">
                <a:solidFill>
                  <a:srgbClr val="18364F"/>
                </a:solidFill>
                <a:latin typeface="Yu Gothic"/>
                <a:ea typeface="Yu Gothic"/>
                <a:cs typeface="Yu Gothic"/>
              </a:defRPr>
            </a:lvl6pPr>
            <a:lvl7pPr>
              <a:buNone/>
              <a:defRPr sz="2400" b="1">
                <a:solidFill>
                  <a:srgbClr val="18364F"/>
                </a:solidFill>
                <a:latin typeface="Yu Gothic"/>
                <a:ea typeface="Yu Gothic"/>
                <a:cs typeface="Yu Gothic"/>
              </a:defRPr>
            </a:lvl7pPr>
            <a:lvl8pPr>
              <a:buNone/>
              <a:defRPr sz="2400" b="1">
                <a:solidFill>
                  <a:srgbClr val="18364F"/>
                </a:solidFill>
                <a:latin typeface="Yu Gothic"/>
                <a:ea typeface="Yu Gothic"/>
                <a:cs typeface="Yu Gothic"/>
              </a:defRPr>
            </a:lvl8pPr>
            <a:lvl9pPr>
              <a:buNone/>
              <a:defRPr sz="2400" b="1">
                <a:solidFill>
                  <a:srgbClr val="18364F"/>
                </a:solidFill>
                <a:latin typeface="Yu Gothic"/>
                <a:ea typeface="Yu Gothic"/>
                <a:cs typeface="Yu Gothic"/>
              </a:defRPr>
            </a:lvl9pPr>
          </a:lstStyle>
          <a:p>
            <a:pPr>
              <a:buNone/>
              <a:defRPr sz="2400" b="1">
                <a:solidFill>
                  <a:srgbClr val="18364F"/>
                </a:solidFill>
                <a:latin typeface="Yu Gothic"/>
                <a:ea typeface="Yu Gothic"/>
                <a:cs typeface="Yu Gothic"/>
              </a:defRPr>
            </a:pPr>
            <a:r>
              <a:rPr sz="2400" b="1">
                <a:solidFill>
                  <a:srgbClr val="18364F"/>
                </a:solidFill>
                <a:latin typeface="Yu Gothic"/>
                <a:ea typeface="Yu Gothic"/>
                <a:cs typeface="Yu Gothic"/>
              </a:rPr>
              <a:t>主な繊維方向は、部材の長手にそろえる</a:t>
            </a:r>
          </a:p>
        </p:txBody>
      </p:sp>
      <p:sp>
        <p:nvSpPr>
          <p:cNvPr id="41" name="正方形/長方形 40">
            <a:extLst>
              <a:ext uri="{FF2B5EF4-FFF2-40B4-BE49-F238E27FC236}">
                <a16:creationId xmlns:a16="http://schemas.microsoft.com/office/drawing/2014/main" id="{F6FD3416-33F5-457F-A6E5-64383AFACABE}"/>
              </a:ext>
            </a:extLst>
          </p:cNvPr>
          <p:cNvSpPr>
            <a:spLocks noGrp="1"/>
          </p:cNvSpPr>
          <p:nvPr/>
        </p:nvSpPr>
        <p:spPr>
          <a:xfrm>
            <a:off x="838200" y="5867400"/>
            <a:ext cx="10477500" cy="400050"/>
          </a:xfrm>
          <a:prstGeom prst="rect">
            <a:avLst/>
          </a:prstGeom>
          <a:noFill/>
          <a:ln w="0">
            <a:noFill/>
          </a:ln>
        </p:spPr>
        <p:txBody>
          <a:bodyPr lIns="0" tIns="0" rIns="0" bIns="0" anchor="ctr">
            <a:noAutofit/>
          </a:bodyPr>
          <a:lstStyle>
            <a:defPPr>
              <a:defRPr sz="1425" b="1">
                <a:solidFill>
                  <a:srgbClr val="087E8B"/>
                </a:solidFill>
                <a:latin typeface="Yu Gothic"/>
                <a:ea typeface="Yu Gothic"/>
                <a:cs typeface="Yu Gothic"/>
              </a:defRPr>
            </a:defPPr>
            <a:lvl1pPr>
              <a:buNone/>
              <a:defRPr sz="1425" b="1">
                <a:solidFill>
                  <a:srgbClr val="087E8B"/>
                </a:solidFill>
                <a:latin typeface="Yu Gothic"/>
                <a:ea typeface="Yu Gothic"/>
                <a:cs typeface="Yu Gothic"/>
              </a:defRPr>
            </a:lvl1pPr>
            <a:lvl2pPr>
              <a:buNone/>
              <a:defRPr sz="1425" b="1">
                <a:solidFill>
                  <a:srgbClr val="087E8B"/>
                </a:solidFill>
                <a:latin typeface="Yu Gothic"/>
                <a:ea typeface="Yu Gothic"/>
                <a:cs typeface="Yu Gothic"/>
              </a:defRPr>
            </a:lvl2pPr>
            <a:lvl3pPr>
              <a:buNone/>
              <a:defRPr sz="1425" b="1">
                <a:solidFill>
                  <a:srgbClr val="087E8B"/>
                </a:solidFill>
                <a:latin typeface="Yu Gothic"/>
                <a:ea typeface="Yu Gothic"/>
                <a:cs typeface="Yu Gothic"/>
              </a:defRPr>
            </a:lvl3pPr>
            <a:lvl4pPr>
              <a:buNone/>
              <a:defRPr sz="1425" b="1">
                <a:solidFill>
                  <a:srgbClr val="087E8B"/>
                </a:solidFill>
                <a:latin typeface="Yu Gothic"/>
                <a:ea typeface="Yu Gothic"/>
                <a:cs typeface="Yu Gothic"/>
              </a:defRPr>
            </a:lvl4pPr>
            <a:lvl5pPr>
              <a:buNone/>
              <a:defRPr sz="1425" b="1">
                <a:solidFill>
                  <a:srgbClr val="087E8B"/>
                </a:solidFill>
                <a:latin typeface="Yu Gothic"/>
                <a:ea typeface="Yu Gothic"/>
                <a:cs typeface="Yu Gothic"/>
              </a:defRPr>
            </a:lvl5pPr>
            <a:lvl6pPr>
              <a:buNone/>
              <a:defRPr sz="1425" b="1">
                <a:solidFill>
                  <a:srgbClr val="087E8B"/>
                </a:solidFill>
                <a:latin typeface="Yu Gothic"/>
                <a:ea typeface="Yu Gothic"/>
                <a:cs typeface="Yu Gothic"/>
              </a:defRPr>
            </a:lvl6pPr>
            <a:lvl7pPr>
              <a:buNone/>
              <a:defRPr sz="1425" b="1">
                <a:solidFill>
                  <a:srgbClr val="087E8B"/>
                </a:solidFill>
                <a:latin typeface="Yu Gothic"/>
                <a:ea typeface="Yu Gothic"/>
                <a:cs typeface="Yu Gothic"/>
              </a:defRPr>
            </a:lvl7pPr>
            <a:lvl8pPr>
              <a:buNone/>
              <a:defRPr sz="1425" b="1">
                <a:solidFill>
                  <a:srgbClr val="087E8B"/>
                </a:solidFill>
                <a:latin typeface="Yu Gothic"/>
                <a:ea typeface="Yu Gothic"/>
                <a:cs typeface="Yu Gothic"/>
              </a:defRPr>
            </a:lvl8pPr>
            <a:lvl9pPr>
              <a:buNone/>
              <a:defRPr sz="1425" b="1">
                <a:solidFill>
                  <a:srgbClr val="087E8B"/>
                </a:solidFill>
                <a:latin typeface="Yu Gothic"/>
                <a:ea typeface="Yu Gothic"/>
                <a:cs typeface="Yu Gothic"/>
              </a:defRPr>
            </a:lvl9pPr>
          </a:lstStyle>
          <a:p>
            <a:pPr>
              <a:buNone/>
              <a:defRPr sz="1425" b="1">
                <a:solidFill>
                  <a:srgbClr val="087E8B"/>
                </a:solidFill>
                <a:latin typeface="Yu Gothic"/>
                <a:ea typeface="Yu Gothic"/>
                <a:cs typeface="Yu Gothic"/>
              </a:defRPr>
            </a:pPr>
            <a:r>
              <a:rPr sz="1425" b="1">
                <a:solidFill>
                  <a:srgbClr val="087E8B"/>
                </a:solidFill>
                <a:latin typeface="Yu Gothic"/>
                <a:ea typeface="Yu Gothic"/>
                <a:cs typeface="Yu Gothic"/>
              </a:rPr>
              <a:t>製作可能な寸法は、工場設備・運搬・建方・接合の条件で決まる。</a:t>
            </a:r>
          </a:p>
        </p:txBody>
      </p:sp>
    </p:spTree>
    <p:extLst>
      <p:ext uri="{BB962C8B-B14F-4D97-AF65-F5344CB8AC3E}">
        <p14:creationId xmlns:p14="http://schemas.microsoft.com/office/powerpoint/2010/main" val="331234170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正方形/長方形 21">
            <a:extLst>
              <a:ext uri="{FF2B5EF4-FFF2-40B4-BE49-F238E27FC236}">
                <a16:creationId xmlns:a16="http://schemas.microsoft.com/office/drawing/2014/main" id="{70ADDDCD-5B4E-4279-B31C-5044D7AD4B63}"/>
              </a:ext>
            </a:extLst>
          </p:cNvPr>
          <p:cNvSpPr>
            <a:spLocks noGrp="1"/>
          </p:cNvSpPr>
          <p:nvPr/>
        </p:nvSpPr>
        <p:spPr>
          <a:xfrm>
            <a:off x="685800" y="342900"/>
            <a:ext cx="10820400" cy="666750"/>
          </a:xfrm>
          <a:prstGeom prst="rect">
            <a:avLst/>
          </a:prstGeom>
          <a:noFill/>
          <a:ln w="0">
            <a:noFill/>
          </a:ln>
        </p:spPr>
        <p:txBody>
          <a:bodyPr lIns="0" tIns="0" rIns="0" bIns="0" anchor="ctr">
            <a:noAutofit/>
          </a:bodyPr>
          <a:lstStyle>
            <a:defPPr>
              <a:defRPr sz="3000" b="1">
                <a:solidFill>
                  <a:srgbClr val="18364F"/>
                </a:solidFill>
                <a:latin typeface="Yu Gothic"/>
                <a:ea typeface="Yu Gothic"/>
                <a:cs typeface="Yu Gothic"/>
              </a:defRPr>
            </a:defPPr>
            <a:lvl1pPr>
              <a:buNone/>
              <a:defRPr sz="3000" b="1">
                <a:solidFill>
                  <a:srgbClr val="18364F"/>
                </a:solidFill>
                <a:latin typeface="Yu Gothic"/>
                <a:ea typeface="Yu Gothic"/>
                <a:cs typeface="Yu Gothic"/>
              </a:defRPr>
            </a:lvl1pPr>
            <a:lvl2pPr>
              <a:buNone/>
              <a:defRPr sz="3000" b="1">
                <a:solidFill>
                  <a:srgbClr val="18364F"/>
                </a:solidFill>
                <a:latin typeface="Yu Gothic"/>
                <a:ea typeface="Yu Gothic"/>
                <a:cs typeface="Yu Gothic"/>
              </a:defRPr>
            </a:lvl2pPr>
            <a:lvl3pPr>
              <a:buNone/>
              <a:defRPr sz="3000" b="1">
                <a:solidFill>
                  <a:srgbClr val="18364F"/>
                </a:solidFill>
                <a:latin typeface="Yu Gothic"/>
                <a:ea typeface="Yu Gothic"/>
                <a:cs typeface="Yu Gothic"/>
              </a:defRPr>
            </a:lvl3pPr>
            <a:lvl4pPr>
              <a:buNone/>
              <a:defRPr sz="3000" b="1">
                <a:solidFill>
                  <a:srgbClr val="18364F"/>
                </a:solidFill>
                <a:latin typeface="Yu Gothic"/>
                <a:ea typeface="Yu Gothic"/>
                <a:cs typeface="Yu Gothic"/>
              </a:defRPr>
            </a:lvl4pPr>
            <a:lvl5pPr>
              <a:buNone/>
              <a:defRPr sz="3000" b="1">
                <a:solidFill>
                  <a:srgbClr val="18364F"/>
                </a:solidFill>
                <a:latin typeface="Yu Gothic"/>
                <a:ea typeface="Yu Gothic"/>
                <a:cs typeface="Yu Gothic"/>
              </a:defRPr>
            </a:lvl5pPr>
            <a:lvl6pPr>
              <a:buNone/>
              <a:defRPr sz="3000" b="1">
                <a:solidFill>
                  <a:srgbClr val="18364F"/>
                </a:solidFill>
                <a:latin typeface="Yu Gothic"/>
                <a:ea typeface="Yu Gothic"/>
                <a:cs typeface="Yu Gothic"/>
              </a:defRPr>
            </a:lvl6pPr>
            <a:lvl7pPr>
              <a:buNone/>
              <a:defRPr sz="3000" b="1">
                <a:solidFill>
                  <a:srgbClr val="18364F"/>
                </a:solidFill>
                <a:latin typeface="Yu Gothic"/>
                <a:ea typeface="Yu Gothic"/>
                <a:cs typeface="Yu Gothic"/>
              </a:defRPr>
            </a:lvl7pPr>
            <a:lvl8pPr>
              <a:buNone/>
              <a:defRPr sz="3000" b="1">
                <a:solidFill>
                  <a:srgbClr val="18364F"/>
                </a:solidFill>
                <a:latin typeface="Yu Gothic"/>
                <a:ea typeface="Yu Gothic"/>
                <a:cs typeface="Yu Gothic"/>
              </a:defRPr>
            </a:lvl8pPr>
            <a:lvl9pPr>
              <a:buNone/>
              <a:defRPr sz="3000" b="1">
                <a:solidFill>
                  <a:srgbClr val="18364F"/>
                </a:solidFill>
                <a:latin typeface="Yu Gothic"/>
                <a:ea typeface="Yu Gothic"/>
                <a:cs typeface="Yu Gothic"/>
              </a:defRPr>
            </a:lvl9pPr>
          </a:lstStyle>
          <a:p>
            <a:pPr>
              <a:buNone/>
              <a:defRPr sz="3000" b="1">
                <a:solidFill>
                  <a:srgbClr val="18364F"/>
                </a:solidFill>
                <a:latin typeface="Yu Gothic"/>
                <a:ea typeface="Yu Gothic"/>
                <a:cs typeface="Yu Gothic"/>
              </a:defRPr>
            </a:pPr>
            <a:r>
              <a:rPr sz="3000" b="1">
                <a:solidFill>
                  <a:srgbClr val="18364F"/>
                </a:solidFill>
                <a:latin typeface="Yu Gothic"/>
                <a:ea typeface="Yu Gothic"/>
                <a:cs typeface="Yu Gothic"/>
              </a:rPr>
              <a:t>縦継ぎと曲げ成形：ラミナをつなぐ</a:t>
            </a:r>
          </a:p>
        </p:txBody>
      </p:sp>
      <p:sp>
        <p:nvSpPr>
          <p:cNvPr id="2" name="正方形/長方形 1">
            <a:extLst>
              <a:ext uri="{FF2B5EF4-FFF2-40B4-BE49-F238E27FC236}">
                <a16:creationId xmlns:a16="http://schemas.microsoft.com/office/drawing/2014/main" id="{A737F757-4009-447C-9171-F74F61F064EF}"/>
              </a:ext>
            </a:extLst>
          </p:cNvPr>
          <p:cNvSpPr>
            <a:spLocks noGrp="1"/>
          </p:cNvSpPr>
          <p:nvPr/>
        </p:nvSpPr>
        <p:spPr>
          <a:xfrm>
            <a:off x="685800" y="1181100"/>
            <a:ext cx="10820400" cy="19050"/>
          </a:xfrm>
          <a:prstGeom prst="rect">
            <a:avLst/>
          </a:prstGeom>
          <a:solidFill>
            <a:srgbClr val="18364F"/>
          </a:solidFill>
          <a:ln w="0">
            <a:noFill/>
          </a:ln>
        </p:spPr>
      </p:sp>
      <p:sp>
        <p:nvSpPr>
          <p:cNvPr id="3" name="正方形/長方形 2">
            <a:extLst>
              <a:ext uri="{FF2B5EF4-FFF2-40B4-BE49-F238E27FC236}">
                <a16:creationId xmlns:a16="http://schemas.microsoft.com/office/drawing/2014/main" id="{99B29E45-2A11-478D-AAF6-94DDA675AA7B}"/>
              </a:ext>
            </a:extLst>
          </p:cNvPr>
          <p:cNvSpPr>
            <a:spLocks noGrp="1"/>
          </p:cNvSpPr>
          <p:nvPr/>
        </p:nvSpPr>
        <p:spPr>
          <a:xfrm>
            <a:off x="685800" y="6419850"/>
            <a:ext cx="9334500" cy="257175"/>
          </a:xfrm>
          <a:prstGeom prst="rect">
            <a:avLst/>
          </a:prstGeom>
          <a:noFill/>
          <a:ln w="0">
            <a:noFill/>
          </a:ln>
        </p:spPr>
        <p:txBody>
          <a:bodyPr lIns="0" tIns="0" rIns="0" bIns="0" anchor="ctr">
            <a:noAutofit/>
          </a:bodyPr>
          <a:lstStyle>
            <a:defPPr>
              <a:defRPr sz="1425" b="0">
                <a:solidFill>
                  <a:srgbClr val="596875"/>
                </a:solidFill>
                <a:latin typeface="Yu Gothic"/>
                <a:ea typeface="Yu Gothic"/>
                <a:cs typeface="Yu Gothic"/>
              </a:defRPr>
            </a:defPPr>
            <a:lvl1pPr>
              <a:buNone/>
              <a:defRPr sz="1425" b="0">
                <a:solidFill>
                  <a:srgbClr val="596875"/>
                </a:solidFill>
                <a:latin typeface="Yu Gothic"/>
                <a:ea typeface="Yu Gothic"/>
                <a:cs typeface="Yu Gothic"/>
              </a:defRPr>
            </a:lvl1pPr>
            <a:lvl2pPr>
              <a:buNone/>
              <a:defRPr sz="1425" b="0">
                <a:solidFill>
                  <a:srgbClr val="596875"/>
                </a:solidFill>
                <a:latin typeface="Yu Gothic"/>
                <a:ea typeface="Yu Gothic"/>
                <a:cs typeface="Yu Gothic"/>
              </a:defRPr>
            </a:lvl2pPr>
            <a:lvl3pPr>
              <a:buNone/>
              <a:defRPr sz="1425" b="0">
                <a:solidFill>
                  <a:srgbClr val="596875"/>
                </a:solidFill>
                <a:latin typeface="Yu Gothic"/>
                <a:ea typeface="Yu Gothic"/>
                <a:cs typeface="Yu Gothic"/>
              </a:defRPr>
            </a:lvl3pPr>
            <a:lvl4pPr>
              <a:buNone/>
              <a:defRPr sz="1425" b="0">
                <a:solidFill>
                  <a:srgbClr val="596875"/>
                </a:solidFill>
                <a:latin typeface="Yu Gothic"/>
                <a:ea typeface="Yu Gothic"/>
                <a:cs typeface="Yu Gothic"/>
              </a:defRPr>
            </a:lvl4pPr>
            <a:lvl5pPr>
              <a:buNone/>
              <a:defRPr sz="1425" b="0">
                <a:solidFill>
                  <a:srgbClr val="596875"/>
                </a:solidFill>
                <a:latin typeface="Yu Gothic"/>
                <a:ea typeface="Yu Gothic"/>
                <a:cs typeface="Yu Gothic"/>
              </a:defRPr>
            </a:lvl5pPr>
            <a:lvl6pPr>
              <a:buNone/>
              <a:defRPr sz="1425" b="0">
                <a:solidFill>
                  <a:srgbClr val="596875"/>
                </a:solidFill>
                <a:latin typeface="Yu Gothic"/>
                <a:ea typeface="Yu Gothic"/>
                <a:cs typeface="Yu Gothic"/>
              </a:defRPr>
            </a:lvl6pPr>
            <a:lvl7pPr>
              <a:buNone/>
              <a:defRPr sz="1425" b="0">
                <a:solidFill>
                  <a:srgbClr val="596875"/>
                </a:solidFill>
                <a:latin typeface="Yu Gothic"/>
                <a:ea typeface="Yu Gothic"/>
                <a:cs typeface="Yu Gothic"/>
              </a:defRPr>
            </a:lvl7pPr>
            <a:lvl8pPr>
              <a:buNone/>
              <a:defRPr sz="1425" b="0">
                <a:solidFill>
                  <a:srgbClr val="596875"/>
                </a:solidFill>
                <a:latin typeface="Yu Gothic"/>
                <a:ea typeface="Yu Gothic"/>
                <a:cs typeface="Yu Gothic"/>
              </a:defRPr>
            </a:lvl8pPr>
            <a:lvl9pPr>
              <a:buNone/>
              <a:defRPr sz="1425" b="0">
                <a:solidFill>
                  <a:srgbClr val="596875"/>
                </a:solidFill>
                <a:latin typeface="Yu Gothic"/>
                <a:ea typeface="Yu Gothic"/>
                <a:cs typeface="Yu Gothic"/>
              </a:defRPr>
            </a:lvl9pPr>
          </a:lstStyle>
          <a:p>
            <a:pPr>
              <a:buNone/>
              <a:defRPr sz="1425" b="0">
                <a:solidFill>
                  <a:srgbClr val="596875"/>
                </a:solidFill>
                <a:latin typeface="Yu Gothic"/>
                <a:ea typeface="Yu Gothic"/>
                <a:cs typeface="Yu Gothic"/>
              </a:defRPr>
            </a:pPr>
            <a:r>
              <a:rPr lang="ja-JP" altLang="en-US" sz="1425" b="0">
                <a:solidFill>
                  <a:srgbClr val="596875"/>
                </a:solidFill>
                <a:latin typeface="Yu Gothic"/>
                <a:ea typeface="Yu Gothic"/>
                <a:cs typeface="Yu Gothic"/>
              </a:rPr>
              <a:t>木材及び木質材料学　新第</a:t>
            </a:r>
            <a:r>
              <a:rPr lang="en-US" altLang="ja-JP" sz="1425" b="0">
                <a:solidFill>
                  <a:srgbClr val="596875"/>
                </a:solidFill>
                <a:latin typeface="Yu Gothic"/>
                <a:ea typeface="Yu Gothic"/>
                <a:cs typeface="Yu Gothic"/>
              </a:rPr>
              <a:t>14</a:t>
            </a:r>
            <a:r>
              <a:rPr lang="ja-JP" altLang="en-US" sz="1425" b="0">
                <a:solidFill>
                  <a:srgbClr val="596875"/>
                </a:solidFill>
                <a:latin typeface="Yu Gothic"/>
                <a:ea typeface="Yu Gothic"/>
                <a:cs typeface="Yu Gothic"/>
              </a:rPr>
              <a:t>回　構造・燃焼</a:t>
            </a:r>
            <a:endParaRPr sz="1425" b="0">
              <a:solidFill>
                <a:srgbClr val="596875"/>
              </a:solidFill>
              <a:latin typeface="Yu Gothic"/>
              <a:ea typeface="Yu Gothic"/>
              <a:cs typeface="Yu Gothic"/>
            </a:endParaRPr>
          </a:p>
        </p:txBody>
      </p:sp>
      <p:sp>
        <p:nvSpPr>
          <p:cNvPr id="4" name="正方形/長方形 3">
            <a:extLst>
              <a:ext uri="{FF2B5EF4-FFF2-40B4-BE49-F238E27FC236}">
                <a16:creationId xmlns:a16="http://schemas.microsoft.com/office/drawing/2014/main" id="{74228FF0-1D31-4BF0-B125-7D2A64FFF4B8}"/>
              </a:ext>
            </a:extLst>
          </p:cNvPr>
          <p:cNvSpPr>
            <a:spLocks noGrp="1"/>
          </p:cNvSpPr>
          <p:nvPr/>
        </p:nvSpPr>
        <p:spPr>
          <a:xfrm>
            <a:off x="10763250" y="6419850"/>
            <a:ext cx="742950" cy="257175"/>
          </a:xfrm>
          <a:prstGeom prst="rect">
            <a:avLst/>
          </a:prstGeom>
          <a:noFill/>
          <a:ln w="0">
            <a:noFill/>
          </a:ln>
        </p:spPr>
        <p:txBody>
          <a:bodyPr lIns="0" tIns="0" rIns="0" bIns="0" anchor="ctr">
            <a:noAutofit/>
          </a:bodyPr>
          <a:lstStyle>
            <a:defPPr>
              <a:defRPr sz="1425" b="0">
                <a:solidFill>
                  <a:srgbClr val="596875"/>
                </a:solidFill>
                <a:latin typeface="Yu Gothic"/>
                <a:ea typeface="Yu Gothic"/>
                <a:cs typeface="Yu Gothic"/>
              </a:defRPr>
            </a:defPPr>
            <a:lvl1pPr>
              <a:buNone/>
              <a:defRPr sz="1425" b="0">
                <a:solidFill>
                  <a:srgbClr val="596875"/>
                </a:solidFill>
                <a:latin typeface="Yu Gothic"/>
                <a:ea typeface="Yu Gothic"/>
                <a:cs typeface="Yu Gothic"/>
              </a:defRPr>
            </a:lvl1pPr>
            <a:lvl2pPr>
              <a:buNone/>
              <a:defRPr sz="1425" b="0">
                <a:solidFill>
                  <a:srgbClr val="596875"/>
                </a:solidFill>
                <a:latin typeface="Yu Gothic"/>
                <a:ea typeface="Yu Gothic"/>
                <a:cs typeface="Yu Gothic"/>
              </a:defRPr>
            </a:lvl2pPr>
            <a:lvl3pPr>
              <a:buNone/>
              <a:defRPr sz="1425" b="0">
                <a:solidFill>
                  <a:srgbClr val="596875"/>
                </a:solidFill>
                <a:latin typeface="Yu Gothic"/>
                <a:ea typeface="Yu Gothic"/>
                <a:cs typeface="Yu Gothic"/>
              </a:defRPr>
            </a:lvl3pPr>
            <a:lvl4pPr>
              <a:buNone/>
              <a:defRPr sz="1425" b="0">
                <a:solidFill>
                  <a:srgbClr val="596875"/>
                </a:solidFill>
                <a:latin typeface="Yu Gothic"/>
                <a:ea typeface="Yu Gothic"/>
                <a:cs typeface="Yu Gothic"/>
              </a:defRPr>
            </a:lvl4pPr>
            <a:lvl5pPr>
              <a:buNone/>
              <a:defRPr sz="1425" b="0">
                <a:solidFill>
                  <a:srgbClr val="596875"/>
                </a:solidFill>
                <a:latin typeface="Yu Gothic"/>
                <a:ea typeface="Yu Gothic"/>
                <a:cs typeface="Yu Gothic"/>
              </a:defRPr>
            </a:lvl5pPr>
            <a:lvl6pPr>
              <a:buNone/>
              <a:defRPr sz="1425" b="0">
                <a:solidFill>
                  <a:srgbClr val="596875"/>
                </a:solidFill>
                <a:latin typeface="Yu Gothic"/>
                <a:ea typeface="Yu Gothic"/>
                <a:cs typeface="Yu Gothic"/>
              </a:defRPr>
            </a:lvl6pPr>
            <a:lvl7pPr>
              <a:buNone/>
              <a:defRPr sz="1425" b="0">
                <a:solidFill>
                  <a:srgbClr val="596875"/>
                </a:solidFill>
                <a:latin typeface="Yu Gothic"/>
                <a:ea typeface="Yu Gothic"/>
                <a:cs typeface="Yu Gothic"/>
              </a:defRPr>
            </a:lvl7pPr>
            <a:lvl8pPr>
              <a:buNone/>
              <a:defRPr sz="1425" b="0">
                <a:solidFill>
                  <a:srgbClr val="596875"/>
                </a:solidFill>
                <a:latin typeface="Yu Gothic"/>
                <a:ea typeface="Yu Gothic"/>
                <a:cs typeface="Yu Gothic"/>
              </a:defRPr>
            </a:lvl8pPr>
            <a:lvl9pPr>
              <a:buNone/>
              <a:defRPr sz="1425" b="0">
                <a:solidFill>
                  <a:srgbClr val="596875"/>
                </a:solidFill>
                <a:latin typeface="Yu Gothic"/>
                <a:ea typeface="Yu Gothic"/>
                <a:cs typeface="Yu Gothic"/>
              </a:defRPr>
            </a:lvl9pPr>
          </a:lstStyle>
          <a:p>
            <a:pPr>
              <a:buNone/>
              <a:defRPr sz="1425" b="0">
                <a:solidFill>
                  <a:srgbClr val="596875"/>
                </a:solidFill>
                <a:latin typeface="Yu Gothic"/>
                <a:ea typeface="Yu Gothic"/>
                <a:cs typeface="Yu Gothic"/>
              </a:defRPr>
            </a:pPr>
            <a:r>
              <a:rPr lang="en-US" altLang="ja-JP" sz="1425" b="0">
                <a:solidFill>
                  <a:srgbClr val="596875"/>
                </a:solidFill>
                <a:latin typeface="Yu Gothic"/>
                <a:ea typeface="Yu Gothic"/>
                <a:cs typeface="Yu Gothic"/>
              </a:rPr>
              <a:t>4</a:t>
            </a:r>
            <a:endParaRPr sz="1425" b="0">
              <a:solidFill>
                <a:srgbClr val="596875"/>
              </a:solidFill>
              <a:latin typeface="Yu Gothic"/>
              <a:ea typeface="Yu Gothic"/>
              <a:cs typeface="Yu Gothic"/>
            </a:endParaRPr>
          </a:p>
        </p:txBody>
      </p:sp>
      <p:sp>
        <p:nvSpPr>
          <p:cNvPr id="5" name="正方形/長方形 4">
            <a:extLst>
              <a:ext uri="{FF2B5EF4-FFF2-40B4-BE49-F238E27FC236}">
                <a16:creationId xmlns:a16="http://schemas.microsoft.com/office/drawing/2014/main" id="{41277843-F9DE-41C0-BF2F-13380B540AD1}"/>
              </a:ext>
            </a:extLst>
          </p:cNvPr>
          <p:cNvSpPr>
            <a:spLocks noGrp="1"/>
          </p:cNvSpPr>
          <p:nvPr/>
        </p:nvSpPr>
        <p:spPr>
          <a:xfrm>
            <a:off x="838200" y="1571625"/>
            <a:ext cx="5715000" cy="571500"/>
          </a:xfrm>
          <a:prstGeom prst="rect">
            <a:avLst/>
          </a:prstGeom>
          <a:noFill/>
          <a:ln w="0">
            <a:noFill/>
          </a:ln>
        </p:spPr>
        <p:txBody>
          <a:bodyPr lIns="0" tIns="0" rIns="0" bIns="0" anchor="ctr">
            <a:noAutofit/>
          </a:bodyPr>
          <a:lstStyle>
            <a:defPPr>
              <a:defRPr sz="2175" b="1">
                <a:solidFill>
                  <a:srgbClr val="253C4D"/>
                </a:solidFill>
                <a:latin typeface="Yu Gothic"/>
                <a:ea typeface="Yu Gothic"/>
                <a:cs typeface="Yu Gothic"/>
              </a:defRPr>
            </a:defPPr>
            <a:lvl1pPr>
              <a:buNone/>
              <a:defRPr sz="2175" b="1">
                <a:solidFill>
                  <a:srgbClr val="253C4D"/>
                </a:solidFill>
                <a:latin typeface="Yu Gothic"/>
                <a:ea typeface="Yu Gothic"/>
                <a:cs typeface="Yu Gothic"/>
              </a:defRPr>
            </a:lvl1pPr>
            <a:lvl2pPr>
              <a:buNone/>
              <a:defRPr sz="2175" b="1">
                <a:solidFill>
                  <a:srgbClr val="253C4D"/>
                </a:solidFill>
                <a:latin typeface="Yu Gothic"/>
                <a:ea typeface="Yu Gothic"/>
                <a:cs typeface="Yu Gothic"/>
              </a:defRPr>
            </a:lvl2pPr>
            <a:lvl3pPr>
              <a:buNone/>
              <a:defRPr sz="2175" b="1">
                <a:solidFill>
                  <a:srgbClr val="253C4D"/>
                </a:solidFill>
                <a:latin typeface="Yu Gothic"/>
                <a:ea typeface="Yu Gothic"/>
                <a:cs typeface="Yu Gothic"/>
              </a:defRPr>
            </a:lvl3pPr>
            <a:lvl4pPr>
              <a:buNone/>
              <a:defRPr sz="2175" b="1">
                <a:solidFill>
                  <a:srgbClr val="253C4D"/>
                </a:solidFill>
                <a:latin typeface="Yu Gothic"/>
                <a:ea typeface="Yu Gothic"/>
                <a:cs typeface="Yu Gothic"/>
              </a:defRPr>
            </a:lvl4pPr>
            <a:lvl5pPr>
              <a:buNone/>
              <a:defRPr sz="2175" b="1">
                <a:solidFill>
                  <a:srgbClr val="253C4D"/>
                </a:solidFill>
                <a:latin typeface="Yu Gothic"/>
                <a:ea typeface="Yu Gothic"/>
                <a:cs typeface="Yu Gothic"/>
              </a:defRPr>
            </a:lvl5pPr>
            <a:lvl6pPr>
              <a:buNone/>
              <a:defRPr sz="2175" b="1">
                <a:solidFill>
                  <a:srgbClr val="253C4D"/>
                </a:solidFill>
                <a:latin typeface="Yu Gothic"/>
                <a:ea typeface="Yu Gothic"/>
                <a:cs typeface="Yu Gothic"/>
              </a:defRPr>
            </a:lvl6pPr>
            <a:lvl7pPr>
              <a:buNone/>
              <a:defRPr sz="2175" b="1">
                <a:solidFill>
                  <a:srgbClr val="253C4D"/>
                </a:solidFill>
                <a:latin typeface="Yu Gothic"/>
                <a:ea typeface="Yu Gothic"/>
                <a:cs typeface="Yu Gothic"/>
              </a:defRPr>
            </a:lvl7pPr>
            <a:lvl8pPr>
              <a:buNone/>
              <a:defRPr sz="2175" b="1">
                <a:solidFill>
                  <a:srgbClr val="253C4D"/>
                </a:solidFill>
                <a:latin typeface="Yu Gothic"/>
                <a:ea typeface="Yu Gothic"/>
                <a:cs typeface="Yu Gothic"/>
              </a:defRPr>
            </a:lvl8pPr>
            <a:lvl9pPr>
              <a:buNone/>
              <a:defRPr sz="2175" b="1">
                <a:solidFill>
                  <a:srgbClr val="253C4D"/>
                </a:solidFill>
                <a:latin typeface="Yu Gothic"/>
                <a:ea typeface="Yu Gothic"/>
                <a:cs typeface="Yu Gothic"/>
              </a:defRPr>
            </a:lvl9pPr>
          </a:lstStyle>
          <a:p>
            <a:pPr>
              <a:buNone/>
              <a:defRPr sz="2175" b="1">
                <a:solidFill>
                  <a:srgbClr val="253C4D"/>
                </a:solidFill>
                <a:latin typeface="Yu Gothic"/>
                <a:ea typeface="Yu Gothic"/>
                <a:cs typeface="Yu Gothic"/>
              </a:defRPr>
            </a:pPr>
            <a:r>
              <a:rPr sz="2175" b="1">
                <a:solidFill>
                  <a:srgbClr val="253C4D"/>
                </a:solidFill>
                <a:latin typeface="Yu Gothic"/>
                <a:ea typeface="Yu Gothic"/>
                <a:cs typeface="Yu Gothic"/>
              </a:rPr>
              <a:t>① 木口のくし形加工と接着</a:t>
            </a:r>
          </a:p>
        </p:txBody>
      </p:sp>
      <p:sp>
        <p:nvSpPr>
          <p:cNvPr id="6" name="正方形/長方形 5">
            <a:extLst>
              <a:ext uri="{FF2B5EF4-FFF2-40B4-BE49-F238E27FC236}">
                <a16:creationId xmlns:a16="http://schemas.microsoft.com/office/drawing/2014/main" id="{A1EDB2D3-10A1-416C-B91E-7D158733A278}"/>
              </a:ext>
            </a:extLst>
          </p:cNvPr>
          <p:cNvSpPr>
            <a:spLocks noGrp="1"/>
          </p:cNvSpPr>
          <p:nvPr/>
        </p:nvSpPr>
        <p:spPr>
          <a:xfrm>
            <a:off x="952500" y="2647950"/>
            <a:ext cx="2190750" cy="1047750"/>
          </a:xfrm>
          <a:prstGeom prst="rect">
            <a:avLst/>
          </a:prstGeom>
          <a:solidFill>
            <a:srgbClr val="EBD7B8"/>
          </a:solidFill>
          <a:ln w="0">
            <a:noFill/>
          </a:ln>
        </p:spPr>
      </p:sp>
      <p:sp>
        <p:nvSpPr>
          <p:cNvPr id="7" name="正方形/長方形 6">
            <a:extLst>
              <a:ext uri="{FF2B5EF4-FFF2-40B4-BE49-F238E27FC236}">
                <a16:creationId xmlns:a16="http://schemas.microsoft.com/office/drawing/2014/main" id="{4B20E436-F61C-4FED-B643-209A48E5ADF3}"/>
              </a:ext>
            </a:extLst>
          </p:cNvPr>
          <p:cNvSpPr>
            <a:spLocks noGrp="1"/>
          </p:cNvSpPr>
          <p:nvPr/>
        </p:nvSpPr>
        <p:spPr>
          <a:xfrm>
            <a:off x="3143250" y="2647950"/>
            <a:ext cx="2190750" cy="1047750"/>
          </a:xfrm>
          <a:prstGeom prst="rect">
            <a:avLst/>
          </a:prstGeom>
          <a:solidFill>
            <a:srgbClr val="D8E4E9"/>
          </a:solidFill>
          <a:ln w="0">
            <a:noFill/>
          </a:ln>
        </p:spPr>
      </p:sp>
      <p:sp>
        <p:nvSpPr>
          <p:cNvPr id="8" name="フリーフォーム: 図形 7">
            <a:extLst>
              <a:ext uri="{FF2B5EF4-FFF2-40B4-BE49-F238E27FC236}">
                <a16:creationId xmlns:a16="http://schemas.microsoft.com/office/drawing/2014/main" id="{63B546A6-932E-49E5-91A7-17C81FD871D5}"/>
              </a:ext>
            </a:extLst>
          </p:cNvPr>
          <p:cNvSpPr>
            <a:spLocks noGrp="1"/>
          </p:cNvSpPr>
          <p:nvPr/>
        </p:nvSpPr>
        <p:spPr>
          <a:xfrm>
            <a:off x="2905125" y="2647950"/>
            <a:ext cx="476250" cy="1047750"/>
          </a:xfrm>
          <a:custGeom>
            <a:avLst/>
            <a:gdLst/>
            <a:ahLst/>
            <a:cxnLst/>
            <a:rect l="0" t="0" r="0" b="0"/>
            <a:pathLst>
              <a:path w="476250" h="1047750">
                <a:moveTo>
                  <a:pt x="0" y="0"/>
                </a:moveTo>
                <a:lnTo>
                  <a:pt x="476250" y="104775"/>
                </a:lnTo>
                <a:lnTo>
                  <a:pt x="0" y="209550"/>
                </a:lnTo>
                <a:lnTo>
                  <a:pt x="476250" y="314325"/>
                </a:lnTo>
                <a:lnTo>
                  <a:pt x="0" y="419100"/>
                </a:lnTo>
                <a:lnTo>
                  <a:pt x="476250" y="523875"/>
                </a:lnTo>
                <a:lnTo>
                  <a:pt x="0" y="628650"/>
                </a:lnTo>
                <a:lnTo>
                  <a:pt x="476250" y="733425"/>
                </a:lnTo>
                <a:lnTo>
                  <a:pt x="0" y="838200"/>
                </a:lnTo>
                <a:lnTo>
                  <a:pt x="476250" y="942975"/>
                </a:lnTo>
                <a:lnTo>
                  <a:pt x="0" y="1047750"/>
                </a:lnTo>
              </a:path>
            </a:pathLst>
          </a:custGeom>
          <a:noFill/>
          <a:ln w="28575">
            <a:solidFill>
              <a:srgbClr val="18364F"/>
            </a:solidFill>
          </a:ln>
        </p:spPr>
      </p:sp>
      <p:sp>
        <p:nvSpPr>
          <p:cNvPr id="9" name="フリーフォーム: 図形 8">
            <a:extLst>
              <a:ext uri="{FF2B5EF4-FFF2-40B4-BE49-F238E27FC236}">
                <a16:creationId xmlns:a16="http://schemas.microsoft.com/office/drawing/2014/main" id="{C66F0E24-6A93-41AC-AA4D-40E1A4146B79}"/>
              </a:ext>
            </a:extLst>
          </p:cNvPr>
          <p:cNvSpPr>
            <a:spLocks noGrp="1"/>
          </p:cNvSpPr>
          <p:nvPr/>
        </p:nvSpPr>
        <p:spPr>
          <a:xfrm>
            <a:off x="1381125" y="4095750"/>
            <a:ext cx="3476625" cy="9525"/>
          </a:xfrm>
          <a:custGeom>
            <a:avLst/>
            <a:gdLst/>
            <a:ahLst/>
            <a:cxnLst/>
            <a:rect l="0" t="0" r="0" b="0"/>
            <a:pathLst>
              <a:path w="3476625" h="9525">
                <a:moveTo>
                  <a:pt x="0" y="0"/>
                </a:moveTo>
                <a:lnTo>
                  <a:pt x="3476625" y="0"/>
                </a:lnTo>
              </a:path>
            </a:pathLst>
          </a:custGeom>
          <a:noFill/>
          <a:ln w="38100">
            <a:solidFill>
              <a:srgbClr val="2876A8"/>
            </a:solidFill>
          </a:ln>
        </p:spPr>
      </p:sp>
      <p:sp>
        <p:nvSpPr>
          <p:cNvPr id="10" name="フリーフォーム: 図形 9">
            <a:extLst>
              <a:ext uri="{FF2B5EF4-FFF2-40B4-BE49-F238E27FC236}">
                <a16:creationId xmlns:a16="http://schemas.microsoft.com/office/drawing/2014/main" id="{282B2C7F-2BA1-4C10-BDEF-EFCA653A50BF}"/>
              </a:ext>
            </a:extLst>
          </p:cNvPr>
          <p:cNvSpPr>
            <a:spLocks noGrp="1"/>
          </p:cNvSpPr>
          <p:nvPr/>
        </p:nvSpPr>
        <p:spPr>
          <a:xfrm>
            <a:off x="4735946" y="4095750"/>
            <a:ext cx="121804" cy="74679"/>
          </a:xfrm>
          <a:custGeom>
            <a:avLst/>
            <a:gdLst/>
            <a:ahLst/>
            <a:cxnLst/>
            <a:rect l="0" t="0" r="0" b="0"/>
            <a:pathLst>
              <a:path w="121804" h="74679">
                <a:moveTo>
                  <a:pt x="121804" y="0"/>
                </a:moveTo>
                <a:lnTo>
                  <a:pt x="0" y="74679"/>
                </a:lnTo>
              </a:path>
            </a:pathLst>
          </a:custGeom>
          <a:noFill/>
          <a:ln w="38100">
            <a:solidFill>
              <a:srgbClr val="2876A8"/>
            </a:solidFill>
          </a:ln>
        </p:spPr>
      </p:sp>
      <p:sp>
        <p:nvSpPr>
          <p:cNvPr id="11" name="フリーフォーム: 図形 10">
            <a:extLst>
              <a:ext uri="{FF2B5EF4-FFF2-40B4-BE49-F238E27FC236}">
                <a16:creationId xmlns:a16="http://schemas.microsoft.com/office/drawing/2014/main" id="{2451F605-D1B1-46BE-808B-0CB6E08C040A}"/>
              </a:ext>
            </a:extLst>
          </p:cNvPr>
          <p:cNvSpPr>
            <a:spLocks noGrp="1"/>
          </p:cNvSpPr>
          <p:nvPr/>
        </p:nvSpPr>
        <p:spPr>
          <a:xfrm>
            <a:off x="4735946" y="4021071"/>
            <a:ext cx="121804" cy="74679"/>
          </a:xfrm>
          <a:custGeom>
            <a:avLst/>
            <a:gdLst/>
            <a:ahLst/>
            <a:cxnLst/>
            <a:rect l="0" t="0" r="0" b="0"/>
            <a:pathLst>
              <a:path w="121804" h="74679">
                <a:moveTo>
                  <a:pt x="121804" y="74679"/>
                </a:moveTo>
                <a:lnTo>
                  <a:pt x="0" y="0"/>
                </a:lnTo>
              </a:path>
            </a:pathLst>
          </a:custGeom>
          <a:noFill/>
          <a:ln w="38100">
            <a:solidFill>
              <a:srgbClr val="2876A8"/>
            </a:solidFill>
          </a:ln>
        </p:spPr>
      </p:sp>
      <p:sp>
        <p:nvSpPr>
          <p:cNvPr id="12" name="正方形/長方形 11">
            <a:extLst>
              <a:ext uri="{FF2B5EF4-FFF2-40B4-BE49-F238E27FC236}">
                <a16:creationId xmlns:a16="http://schemas.microsoft.com/office/drawing/2014/main" id="{EDB391FB-2653-4237-9A77-A8E3A3DE4D2A}"/>
              </a:ext>
            </a:extLst>
          </p:cNvPr>
          <p:cNvSpPr>
            <a:spLocks noGrp="1"/>
          </p:cNvSpPr>
          <p:nvPr/>
        </p:nvSpPr>
        <p:spPr>
          <a:xfrm>
            <a:off x="1285875" y="4324350"/>
            <a:ext cx="4476750" cy="571500"/>
          </a:xfrm>
          <a:prstGeom prst="rect">
            <a:avLst/>
          </a:prstGeom>
          <a:noFill/>
          <a:ln w="0">
            <a:noFill/>
          </a:ln>
        </p:spPr>
        <p:txBody>
          <a:bodyPr lIns="0" tIns="0" rIns="0" bIns="0" anchor="ctr">
            <a:noAutofit/>
          </a:bodyPr>
          <a:lstStyle>
            <a:defPPr>
              <a:defRPr sz="2175" b="1">
                <a:solidFill>
                  <a:srgbClr val="253C4D"/>
                </a:solidFill>
                <a:latin typeface="Yu Gothic"/>
                <a:ea typeface="Yu Gothic"/>
                <a:cs typeface="Yu Gothic"/>
              </a:defRPr>
            </a:defPPr>
            <a:lvl1pPr>
              <a:buNone/>
              <a:defRPr sz="2175" b="1">
                <a:solidFill>
                  <a:srgbClr val="253C4D"/>
                </a:solidFill>
                <a:latin typeface="Yu Gothic"/>
                <a:ea typeface="Yu Gothic"/>
                <a:cs typeface="Yu Gothic"/>
              </a:defRPr>
            </a:lvl1pPr>
            <a:lvl2pPr>
              <a:buNone/>
              <a:defRPr sz="2175" b="1">
                <a:solidFill>
                  <a:srgbClr val="253C4D"/>
                </a:solidFill>
                <a:latin typeface="Yu Gothic"/>
                <a:ea typeface="Yu Gothic"/>
                <a:cs typeface="Yu Gothic"/>
              </a:defRPr>
            </a:lvl2pPr>
            <a:lvl3pPr>
              <a:buNone/>
              <a:defRPr sz="2175" b="1">
                <a:solidFill>
                  <a:srgbClr val="253C4D"/>
                </a:solidFill>
                <a:latin typeface="Yu Gothic"/>
                <a:ea typeface="Yu Gothic"/>
                <a:cs typeface="Yu Gothic"/>
              </a:defRPr>
            </a:lvl3pPr>
            <a:lvl4pPr>
              <a:buNone/>
              <a:defRPr sz="2175" b="1">
                <a:solidFill>
                  <a:srgbClr val="253C4D"/>
                </a:solidFill>
                <a:latin typeface="Yu Gothic"/>
                <a:ea typeface="Yu Gothic"/>
                <a:cs typeface="Yu Gothic"/>
              </a:defRPr>
            </a:lvl4pPr>
            <a:lvl5pPr>
              <a:buNone/>
              <a:defRPr sz="2175" b="1">
                <a:solidFill>
                  <a:srgbClr val="253C4D"/>
                </a:solidFill>
                <a:latin typeface="Yu Gothic"/>
                <a:ea typeface="Yu Gothic"/>
                <a:cs typeface="Yu Gothic"/>
              </a:defRPr>
            </a:lvl5pPr>
            <a:lvl6pPr>
              <a:buNone/>
              <a:defRPr sz="2175" b="1">
                <a:solidFill>
                  <a:srgbClr val="253C4D"/>
                </a:solidFill>
                <a:latin typeface="Yu Gothic"/>
                <a:ea typeface="Yu Gothic"/>
                <a:cs typeface="Yu Gothic"/>
              </a:defRPr>
            </a:lvl6pPr>
            <a:lvl7pPr>
              <a:buNone/>
              <a:defRPr sz="2175" b="1">
                <a:solidFill>
                  <a:srgbClr val="253C4D"/>
                </a:solidFill>
                <a:latin typeface="Yu Gothic"/>
                <a:ea typeface="Yu Gothic"/>
                <a:cs typeface="Yu Gothic"/>
              </a:defRPr>
            </a:lvl7pPr>
            <a:lvl8pPr>
              <a:buNone/>
              <a:defRPr sz="2175" b="1">
                <a:solidFill>
                  <a:srgbClr val="253C4D"/>
                </a:solidFill>
                <a:latin typeface="Yu Gothic"/>
                <a:ea typeface="Yu Gothic"/>
                <a:cs typeface="Yu Gothic"/>
              </a:defRPr>
            </a:lvl8pPr>
            <a:lvl9pPr>
              <a:buNone/>
              <a:defRPr sz="2175" b="1">
                <a:solidFill>
                  <a:srgbClr val="253C4D"/>
                </a:solidFill>
                <a:latin typeface="Yu Gothic"/>
                <a:ea typeface="Yu Gothic"/>
                <a:cs typeface="Yu Gothic"/>
              </a:defRPr>
            </a:lvl9pPr>
          </a:lstStyle>
          <a:p>
            <a:pPr>
              <a:buNone/>
              <a:defRPr sz="2175" b="1">
                <a:solidFill>
                  <a:srgbClr val="253C4D"/>
                </a:solidFill>
                <a:latin typeface="Yu Gothic"/>
                <a:ea typeface="Yu Gothic"/>
                <a:cs typeface="Yu Gothic"/>
              </a:defRPr>
            </a:pPr>
            <a:r>
              <a:rPr sz="2175" b="1">
                <a:solidFill>
                  <a:srgbClr val="253C4D"/>
                </a:solidFill>
                <a:latin typeface="Yu Gothic"/>
                <a:ea typeface="Yu Gothic"/>
                <a:cs typeface="Yu Gothic"/>
              </a:rPr>
              <a:t>長いラミナをつくる</a:t>
            </a:r>
          </a:p>
        </p:txBody>
      </p:sp>
      <p:sp>
        <p:nvSpPr>
          <p:cNvPr id="13" name="正方形/長方形 12">
            <a:extLst>
              <a:ext uri="{FF2B5EF4-FFF2-40B4-BE49-F238E27FC236}">
                <a16:creationId xmlns:a16="http://schemas.microsoft.com/office/drawing/2014/main" id="{6E716EFA-A458-447C-9BEF-176D83C285E0}"/>
              </a:ext>
            </a:extLst>
          </p:cNvPr>
          <p:cNvSpPr>
            <a:spLocks noGrp="1"/>
          </p:cNvSpPr>
          <p:nvPr/>
        </p:nvSpPr>
        <p:spPr>
          <a:xfrm>
            <a:off x="6191250" y="1571625"/>
            <a:ext cx="5286375" cy="571500"/>
          </a:xfrm>
          <a:prstGeom prst="rect">
            <a:avLst/>
          </a:prstGeom>
          <a:noFill/>
          <a:ln w="0">
            <a:noFill/>
          </a:ln>
        </p:spPr>
        <p:txBody>
          <a:bodyPr lIns="0" tIns="0" rIns="0" bIns="0" anchor="ctr">
            <a:noAutofit/>
          </a:bodyPr>
          <a:lstStyle>
            <a:defPPr>
              <a:defRPr sz="2175" b="1">
                <a:solidFill>
                  <a:srgbClr val="253C4D"/>
                </a:solidFill>
                <a:latin typeface="Yu Gothic"/>
                <a:ea typeface="Yu Gothic"/>
                <a:cs typeface="Yu Gothic"/>
              </a:defRPr>
            </a:defPPr>
            <a:lvl1pPr>
              <a:buNone/>
              <a:defRPr sz="2175" b="1">
                <a:solidFill>
                  <a:srgbClr val="253C4D"/>
                </a:solidFill>
                <a:latin typeface="Yu Gothic"/>
                <a:ea typeface="Yu Gothic"/>
                <a:cs typeface="Yu Gothic"/>
              </a:defRPr>
            </a:lvl1pPr>
            <a:lvl2pPr>
              <a:buNone/>
              <a:defRPr sz="2175" b="1">
                <a:solidFill>
                  <a:srgbClr val="253C4D"/>
                </a:solidFill>
                <a:latin typeface="Yu Gothic"/>
                <a:ea typeface="Yu Gothic"/>
                <a:cs typeface="Yu Gothic"/>
              </a:defRPr>
            </a:lvl2pPr>
            <a:lvl3pPr>
              <a:buNone/>
              <a:defRPr sz="2175" b="1">
                <a:solidFill>
                  <a:srgbClr val="253C4D"/>
                </a:solidFill>
                <a:latin typeface="Yu Gothic"/>
                <a:ea typeface="Yu Gothic"/>
                <a:cs typeface="Yu Gothic"/>
              </a:defRPr>
            </a:lvl3pPr>
            <a:lvl4pPr>
              <a:buNone/>
              <a:defRPr sz="2175" b="1">
                <a:solidFill>
                  <a:srgbClr val="253C4D"/>
                </a:solidFill>
                <a:latin typeface="Yu Gothic"/>
                <a:ea typeface="Yu Gothic"/>
                <a:cs typeface="Yu Gothic"/>
              </a:defRPr>
            </a:lvl4pPr>
            <a:lvl5pPr>
              <a:buNone/>
              <a:defRPr sz="2175" b="1">
                <a:solidFill>
                  <a:srgbClr val="253C4D"/>
                </a:solidFill>
                <a:latin typeface="Yu Gothic"/>
                <a:ea typeface="Yu Gothic"/>
                <a:cs typeface="Yu Gothic"/>
              </a:defRPr>
            </a:lvl5pPr>
            <a:lvl6pPr>
              <a:buNone/>
              <a:defRPr sz="2175" b="1">
                <a:solidFill>
                  <a:srgbClr val="253C4D"/>
                </a:solidFill>
                <a:latin typeface="Yu Gothic"/>
                <a:ea typeface="Yu Gothic"/>
                <a:cs typeface="Yu Gothic"/>
              </a:defRPr>
            </a:lvl6pPr>
            <a:lvl7pPr>
              <a:buNone/>
              <a:defRPr sz="2175" b="1">
                <a:solidFill>
                  <a:srgbClr val="253C4D"/>
                </a:solidFill>
                <a:latin typeface="Yu Gothic"/>
                <a:ea typeface="Yu Gothic"/>
                <a:cs typeface="Yu Gothic"/>
              </a:defRPr>
            </a:lvl7pPr>
            <a:lvl8pPr>
              <a:buNone/>
              <a:defRPr sz="2175" b="1">
                <a:solidFill>
                  <a:srgbClr val="253C4D"/>
                </a:solidFill>
                <a:latin typeface="Yu Gothic"/>
                <a:ea typeface="Yu Gothic"/>
                <a:cs typeface="Yu Gothic"/>
              </a:defRPr>
            </a:lvl8pPr>
            <a:lvl9pPr>
              <a:buNone/>
              <a:defRPr sz="2175" b="1">
                <a:solidFill>
                  <a:srgbClr val="253C4D"/>
                </a:solidFill>
                <a:latin typeface="Yu Gothic"/>
                <a:ea typeface="Yu Gothic"/>
                <a:cs typeface="Yu Gothic"/>
              </a:defRPr>
            </a:lvl9pPr>
          </a:lstStyle>
          <a:p>
            <a:pPr>
              <a:buNone/>
              <a:defRPr sz="2175" b="1">
                <a:solidFill>
                  <a:srgbClr val="253C4D"/>
                </a:solidFill>
                <a:latin typeface="Yu Gothic"/>
                <a:ea typeface="Yu Gothic"/>
                <a:cs typeface="Yu Gothic"/>
              </a:defRPr>
            </a:pPr>
            <a:r>
              <a:rPr sz="2175" b="1">
                <a:solidFill>
                  <a:srgbClr val="253C4D"/>
                </a:solidFill>
                <a:latin typeface="Yu Gothic"/>
                <a:ea typeface="Yu Gothic"/>
                <a:cs typeface="Yu Gothic"/>
              </a:rPr>
              <a:t>② 薄いラミナを型に沿わせる</a:t>
            </a:r>
          </a:p>
        </p:txBody>
      </p:sp>
      <p:sp>
        <p:nvSpPr>
          <p:cNvPr id="14" name="フリーフォーム: 図形 13">
            <a:extLst>
              <a:ext uri="{FF2B5EF4-FFF2-40B4-BE49-F238E27FC236}">
                <a16:creationId xmlns:a16="http://schemas.microsoft.com/office/drawing/2014/main" id="{8D8F57F7-61E4-4322-8D92-5B0CE12A0ECF}"/>
              </a:ext>
            </a:extLst>
          </p:cNvPr>
          <p:cNvSpPr>
            <a:spLocks noGrp="1"/>
          </p:cNvSpPr>
          <p:nvPr/>
        </p:nvSpPr>
        <p:spPr>
          <a:xfrm>
            <a:off x="6381750" y="2762250"/>
            <a:ext cx="4572000" cy="1047750"/>
          </a:xfrm>
          <a:custGeom>
            <a:avLst/>
            <a:gdLst/>
            <a:ahLst/>
            <a:cxnLst/>
            <a:rect l="0" t="0" r="0" b="0"/>
            <a:pathLst>
              <a:path w="4572000" h="1047750">
                <a:moveTo>
                  <a:pt x="0" y="1047750"/>
                </a:moveTo>
                <a:lnTo>
                  <a:pt x="114300" y="965544"/>
                </a:lnTo>
                <a:lnTo>
                  <a:pt x="228600" y="883846"/>
                </a:lnTo>
                <a:lnTo>
                  <a:pt x="342900" y="803158"/>
                </a:lnTo>
                <a:lnTo>
                  <a:pt x="457200" y="723977"/>
                </a:lnTo>
                <a:lnTo>
                  <a:pt x="571500" y="646793"/>
                </a:lnTo>
                <a:lnTo>
                  <a:pt x="685800" y="572081"/>
                </a:lnTo>
                <a:lnTo>
                  <a:pt x="800100" y="500302"/>
                </a:lnTo>
                <a:lnTo>
                  <a:pt x="914400" y="431898"/>
                </a:lnTo>
                <a:lnTo>
                  <a:pt x="1028700" y="367291"/>
                </a:lnTo>
                <a:lnTo>
                  <a:pt x="1143000" y="306879"/>
                </a:lnTo>
                <a:lnTo>
                  <a:pt x="1257300" y="251035"/>
                </a:lnTo>
                <a:lnTo>
                  <a:pt x="1371600" y="200102"/>
                </a:lnTo>
                <a:lnTo>
                  <a:pt x="1485900" y="154396"/>
                </a:lnTo>
                <a:lnTo>
                  <a:pt x="1600200" y="114198"/>
                </a:lnTo>
                <a:lnTo>
                  <a:pt x="1714500" y="79755"/>
                </a:lnTo>
                <a:lnTo>
                  <a:pt x="1828800" y="51281"/>
                </a:lnTo>
                <a:lnTo>
                  <a:pt x="1943100" y="28949"/>
                </a:lnTo>
                <a:lnTo>
                  <a:pt x="2057400" y="12900"/>
                </a:lnTo>
                <a:lnTo>
                  <a:pt x="2171700" y="3230"/>
                </a:lnTo>
                <a:lnTo>
                  <a:pt x="2286000" y="0"/>
                </a:lnTo>
                <a:lnTo>
                  <a:pt x="2400300" y="3230"/>
                </a:lnTo>
                <a:lnTo>
                  <a:pt x="2514600" y="12900"/>
                </a:lnTo>
                <a:lnTo>
                  <a:pt x="2628900" y="28949"/>
                </a:lnTo>
                <a:lnTo>
                  <a:pt x="2743200" y="51281"/>
                </a:lnTo>
                <a:lnTo>
                  <a:pt x="2857500" y="79755"/>
                </a:lnTo>
                <a:lnTo>
                  <a:pt x="2971800" y="114198"/>
                </a:lnTo>
                <a:lnTo>
                  <a:pt x="3086100" y="154396"/>
                </a:lnTo>
                <a:lnTo>
                  <a:pt x="3200400" y="200102"/>
                </a:lnTo>
                <a:lnTo>
                  <a:pt x="3314700" y="251035"/>
                </a:lnTo>
                <a:lnTo>
                  <a:pt x="3429000" y="306879"/>
                </a:lnTo>
                <a:lnTo>
                  <a:pt x="3543300" y="367291"/>
                </a:lnTo>
                <a:lnTo>
                  <a:pt x="3657600" y="431898"/>
                </a:lnTo>
                <a:lnTo>
                  <a:pt x="3771900" y="500302"/>
                </a:lnTo>
                <a:lnTo>
                  <a:pt x="3886200" y="572081"/>
                </a:lnTo>
                <a:lnTo>
                  <a:pt x="4000500" y="646793"/>
                </a:lnTo>
                <a:lnTo>
                  <a:pt x="4114800" y="723977"/>
                </a:lnTo>
                <a:lnTo>
                  <a:pt x="4229100" y="803158"/>
                </a:lnTo>
                <a:lnTo>
                  <a:pt x="4343400" y="883846"/>
                </a:lnTo>
                <a:lnTo>
                  <a:pt x="4457700" y="965544"/>
                </a:lnTo>
                <a:lnTo>
                  <a:pt x="4572000" y="1047750"/>
                </a:lnTo>
              </a:path>
            </a:pathLst>
          </a:custGeom>
          <a:noFill/>
          <a:ln w="76200">
            <a:solidFill>
              <a:srgbClr val="B9884E"/>
            </a:solidFill>
          </a:ln>
        </p:spPr>
      </p:sp>
      <p:sp>
        <p:nvSpPr>
          <p:cNvPr id="15" name="フリーフォーム: 図形 14">
            <a:extLst>
              <a:ext uri="{FF2B5EF4-FFF2-40B4-BE49-F238E27FC236}">
                <a16:creationId xmlns:a16="http://schemas.microsoft.com/office/drawing/2014/main" id="{336F9DD2-D8BD-4E2A-BE1D-5C9830A1DD6A}"/>
              </a:ext>
            </a:extLst>
          </p:cNvPr>
          <p:cNvSpPr>
            <a:spLocks noGrp="1"/>
          </p:cNvSpPr>
          <p:nvPr/>
        </p:nvSpPr>
        <p:spPr>
          <a:xfrm>
            <a:off x="6381750" y="2876550"/>
            <a:ext cx="4572000" cy="1047750"/>
          </a:xfrm>
          <a:custGeom>
            <a:avLst/>
            <a:gdLst/>
            <a:ahLst/>
            <a:cxnLst/>
            <a:rect l="0" t="0" r="0" b="0"/>
            <a:pathLst>
              <a:path w="4572000" h="1047750">
                <a:moveTo>
                  <a:pt x="0" y="1047750"/>
                </a:moveTo>
                <a:lnTo>
                  <a:pt x="114300" y="965544"/>
                </a:lnTo>
                <a:lnTo>
                  <a:pt x="228600" y="883846"/>
                </a:lnTo>
                <a:lnTo>
                  <a:pt x="342900" y="803158"/>
                </a:lnTo>
                <a:lnTo>
                  <a:pt x="457200" y="723977"/>
                </a:lnTo>
                <a:lnTo>
                  <a:pt x="571500" y="646793"/>
                </a:lnTo>
                <a:lnTo>
                  <a:pt x="685800" y="572081"/>
                </a:lnTo>
                <a:lnTo>
                  <a:pt x="800100" y="500302"/>
                </a:lnTo>
                <a:lnTo>
                  <a:pt x="914400" y="431898"/>
                </a:lnTo>
                <a:lnTo>
                  <a:pt x="1028700" y="367291"/>
                </a:lnTo>
                <a:lnTo>
                  <a:pt x="1143000" y="306879"/>
                </a:lnTo>
                <a:lnTo>
                  <a:pt x="1257300" y="251035"/>
                </a:lnTo>
                <a:lnTo>
                  <a:pt x="1371600" y="200102"/>
                </a:lnTo>
                <a:lnTo>
                  <a:pt x="1485900" y="154396"/>
                </a:lnTo>
                <a:lnTo>
                  <a:pt x="1600200" y="114198"/>
                </a:lnTo>
                <a:lnTo>
                  <a:pt x="1714500" y="79755"/>
                </a:lnTo>
                <a:lnTo>
                  <a:pt x="1828800" y="51281"/>
                </a:lnTo>
                <a:lnTo>
                  <a:pt x="1943100" y="28949"/>
                </a:lnTo>
                <a:lnTo>
                  <a:pt x="2057400" y="12900"/>
                </a:lnTo>
                <a:lnTo>
                  <a:pt x="2171700" y="3230"/>
                </a:lnTo>
                <a:lnTo>
                  <a:pt x="2286000" y="0"/>
                </a:lnTo>
                <a:lnTo>
                  <a:pt x="2400300" y="3230"/>
                </a:lnTo>
                <a:lnTo>
                  <a:pt x="2514600" y="12900"/>
                </a:lnTo>
                <a:lnTo>
                  <a:pt x="2628900" y="28949"/>
                </a:lnTo>
                <a:lnTo>
                  <a:pt x="2743200" y="51281"/>
                </a:lnTo>
                <a:lnTo>
                  <a:pt x="2857500" y="79755"/>
                </a:lnTo>
                <a:lnTo>
                  <a:pt x="2971800" y="114198"/>
                </a:lnTo>
                <a:lnTo>
                  <a:pt x="3086100" y="154396"/>
                </a:lnTo>
                <a:lnTo>
                  <a:pt x="3200400" y="200102"/>
                </a:lnTo>
                <a:lnTo>
                  <a:pt x="3314700" y="251035"/>
                </a:lnTo>
                <a:lnTo>
                  <a:pt x="3429000" y="306879"/>
                </a:lnTo>
                <a:lnTo>
                  <a:pt x="3543300" y="367291"/>
                </a:lnTo>
                <a:lnTo>
                  <a:pt x="3657600" y="431898"/>
                </a:lnTo>
                <a:lnTo>
                  <a:pt x="3771900" y="500302"/>
                </a:lnTo>
                <a:lnTo>
                  <a:pt x="3886200" y="572081"/>
                </a:lnTo>
                <a:lnTo>
                  <a:pt x="4000500" y="646793"/>
                </a:lnTo>
                <a:lnTo>
                  <a:pt x="4114800" y="723977"/>
                </a:lnTo>
                <a:lnTo>
                  <a:pt x="4229100" y="803158"/>
                </a:lnTo>
                <a:lnTo>
                  <a:pt x="4343400" y="883846"/>
                </a:lnTo>
                <a:lnTo>
                  <a:pt x="4457700" y="965544"/>
                </a:lnTo>
                <a:lnTo>
                  <a:pt x="4572000" y="1047750"/>
                </a:lnTo>
              </a:path>
            </a:pathLst>
          </a:custGeom>
          <a:noFill/>
          <a:ln w="76200">
            <a:solidFill>
              <a:srgbClr val="B9884E"/>
            </a:solidFill>
          </a:ln>
        </p:spPr>
      </p:sp>
      <p:sp>
        <p:nvSpPr>
          <p:cNvPr id="16" name="フリーフォーム: 図形 15">
            <a:extLst>
              <a:ext uri="{FF2B5EF4-FFF2-40B4-BE49-F238E27FC236}">
                <a16:creationId xmlns:a16="http://schemas.microsoft.com/office/drawing/2014/main" id="{42BA82EF-F75B-4777-BFC5-FF3F7F9410CC}"/>
              </a:ext>
            </a:extLst>
          </p:cNvPr>
          <p:cNvSpPr>
            <a:spLocks noGrp="1"/>
          </p:cNvSpPr>
          <p:nvPr/>
        </p:nvSpPr>
        <p:spPr>
          <a:xfrm>
            <a:off x="6381750" y="2990850"/>
            <a:ext cx="4572000" cy="1047750"/>
          </a:xfrm>
          <a:custGeom>
            <a:avLst/>
            <a:gdLst/>
            <a:ahLst/>
            <a:cxnLst/>
            <a:rect l="0" t="0" r="0" b="0"/>
            <a:pathLst>
              <a:path w="4572000" h="1047750">
                <a:moveTo>
                  <a:pt x="0" y="1047750"/>
                </a:moveTo>
                <a:lnTo>
                  <a:pt x="114300" y="965544"/>
                </a:lnTo>
                <a:lnTo>
                  <a:pt x="228600" y="883846"/>
                </a:lnTo>
                <a:lnTo>
                  <a:pt x="342900" y="803158"/>
                </a:lnTo>
                <a:lnTo>
                  <a:pt x="457200" y="723977"/>
                </a:lnTo>
                <a:lnTo>
                  <a:pt x="571500" y="646793"/>
                </a:lnTo>
                <a:lnTo>
                  <a:pt x="685800" y="572081"/>
                </a:lnTo>
                <a:lnTo>
                  <a:pt x="800100" y="500302"/>
                </a:lnTo>
                <a:lnTo>
                  <a:pt x="914400" y="431898"/>
                </a:lnTo>
                <a:lnTo>
                  <a:pt x="1028700" y="367291"/>
                </a:lnTo>
                <a:lnTo>
                  <a:pt x="1143000" y="306879"/>
                </a:lnTo>
                <a:lnTo>
                  <a:pt x="1257300" y="251035"/>
                </a:lnTo>
                <a:lnTo>
                  <a:pt x="1371600" y="200102"/>
                </a:lnTo>
                <a:lnTo>
                  <a:pt x="1485900" y="154396"/>
                </a:lnTo>
                <a:lnTo>
                  <a:pt x="1600200" y="114198"/>
                </a:lnTo>
                <a:lnTo>
                  <a:pt x="1714500" y="79755"/>
                </a:lnTo>
                <a:lnTo>
                  <a:pt x="1828800" y="51281"/>
                </a:lnTo>
                <a:lnTo>
                  <a:pt x="1943100" y="28949"/>
                </a:lnTo>
                <a:lnTo>
                  <a:pt x="2057400" y="12900"/>
                </a:lnTo>
                <a:lnTo>
                  <a:pt x="2171700" y="3230"/>
                </a:lnTo>
                <a:lnTo>
                  <a:pt x="2286000" y="0"/>
                </a:lnTo>
                <a:lnTo>
                  <a:pt x="2400300" y="3230"/>
                </a:lnTo>
                <a:lnTo>
                  <a:pt x="2514600" y="12900"/>
                </a:lnTo>
                <a:lnTo>
                  <a:pt x="2628900" y="28949"/>
                </a:lnTo>
                <a:lnTo>
                  <a:pt x="2743200" y="51281"/>
                </a:lnTo>
                <a:lnTo>
                  <a:pt x="2857500" y="79755"/>
                </a:lnTo>
                <a:lnTo>
                  <a:pt x="2971800" y="114198"/>
                </a:lnTo>
                <a:lnTo>
                  <a:pt x="3086100" y="154396"/>
                </a:lnTo>
                <a:lnTo>
                  <a:pt x="3200400" y="200102"/>
                </a:lnTo>
                <a:lnTo>
                  <a:pt x="3314700" y="251035"/>
                </a:lnTo>
                <a:lnTo>
                  <a:pt x="3429000" y="306879"/>
                </a:lnTo>
                <a:lnTo>
                  <a:pt x="3543300" y="367291"/>
                </a:lnTo>
                <a:lnTo>
                  <a:pt x="3657600" y="431898"/>
                </a:lnTo>
                <a:lnTo>
                  <a:pt x="3771900" y="500302"/>
                </a:lnTo>
                <a:lnTo>
                  <a:pt x="3886200" y="572081"/>
                </a:lnTo>
                <a:lnTo>
                  <a:pt x="4000500" y="646793"/>
                </a:lnTo>
                <a:lnTo>
                  <a:pt x="4114800" y="723977"/>
                </a:lnTo>
                <a:lnTo>
                  <a:pt x="4229100" y="803158"/>
                </a:lnTo>
                <a:lnTo>
                  <a:pt x="4343400" y="883846"/>
                </a:lnTo>
                <a:lnTo>
                  <a:pt x="4457700" y="965544"/>
                </a:lnTo>
                <a:lnTo>
                  <a:pt x="4572000" y="1047750"/>
                </a:lnTo>
              </a:path>
            </a:pathLst>
          </a:custGeom>
          <a:noFill/>
          <a:ln w="76200">
            <a:solidFill>
              <a:srgbClr val="B9884E"/>
            </a:solidFill>
          </a:ln>
        </p:spPr>
      </p:sp>
      <p:sp>
        <p:nvSpPr>
          <p:cNvPr id="17" name="フリーフォーム: 図形 16">
            <a:extLst>
              <a:ext uri="{FF2B5EF4-FFF2-40B4-BE49-F238E27FC236}">
                <a16:creationId xmlns:a16="http://schemas.microsoft.com/office/drawing/2014/main" id="{D0A7D3B2-6F3A-476A-B9B4-EE5FF9F8218A}"/>
              </a:ext>
            </a:extLst>
          </p:cNvPr>
          <p:cNvSpPr>
            <a:spLocks noGrp="1"/>
          </p:cNvSpPr>
          <p:nvPr/>
        </p:nvSpPr>
        <p:spPr>
          <a:xfrm>
            <a:off x="6381750" y="3105150"/>
            <a:ext cx="4572000" cy="1047750"/>
          </a:xfrm>
          <a:custGeom>
            <a:avLst/>
            <a:gdLst/>
            <a:ahLst/>
            <a:cxnLst/>
            <a:rect l="0" t="0" r="0" b="0"/>
            <a:pathLst>
              <a:path w="4572000" h="1047750">
                <a:moveTo>
                  <a:pt x="0" y="1047750"/>
                </a:moveTo>
                <a:lnTo>
                  <a:pt x="114300" y="965544"/>
                </a:lnTo>
                <a:lnTo>
                  <a:pt x="228600" y="883846"/>
                </a:lnTo>
                <a:lnTo>
                  <a:pt x="342900" y="803158"/>
                </a:lnTo>
                <a:lnTo>
                  <a:pt x="457200" y="723977"/>
                </a:lnTo>
                <a:lnTo>
                  <a:pt x="571500" y="646793"/>
                </a:lnTo>
                <a:lnTo>
                  <a:pt x="685800" y="572081"/>
                </a:lnTo>
                <a:lnTo>
                  <a:pt x="800100" y="500302"/>
                </a:lnTo>
                <a:lnTo>
                  <a:pt x="914400" y="431898"/>
                </a:lnTo>
                <a:lnTo>
                  <a:pt x="1028700" y="367291"/>
                </a:lnTo>
                <a:lnTo>
                  <a:pt x="1143000" y="306879"/>
                </a:lnTo>
                <a:lnTo>
                  <a:pt x="1257300" y="251035"/>
                </a:lnTo>
                <a:lnTo>
                  <a:pt x="1371600" y="200102"/>
                </a:lnTo>
                <a:lnTo>
                  <a:pt x="1485900" y="154396"/>
                </a:lnTo>
                <a:lnTo>
                  <a:pt x="1600200" y="114198"/>
                </a:lnTo>
                <a:lnTo>
                  <a:pt x="1714500" y="79755"/>
                </a:lnTo>
                <a:lnTo>
                  <a:pt x="1828800" y="51281"/>
                </a:lnTo>
                <a:lnTo>
                  <a:pt x="1943100" y="28949"/>
                </a:lnTo>
                <a:lnTo>
                  <a:pt x="2057400" y="12900"/>
                </a:lnTo>
                <a:lnTo>
                  <a:pt x="2171700" y="3230"/>
                </a:lnTo>
                <a:lnTo>
                  <a:pt x="2286000" y="0"/>
                </a:lnTo>
                <a:lnTo>
                  <a:pt x="2400300" y="3230"/>
                </a:lnTo>
                <a:lnTo>
                  <a:pt x="2514600" y="12900"/>
                </a:lnTo>
                <a:lnTo>
                  <a:pt x="2628900" y="28949"/>
                </a:lnTo>
                <a:lnTo>
                  <a:pt x="2743200" y="51281"/>
                </a:lnTo>
                <a:lnTo>
                  <a:pt x="2857500" y="79755"/>
                </a:lnTo>
                <a:lnTo>
                  <a:pt x="2971800" y="114198"/>
                </a:lnTo>
                <a:lnTo>
                  <a:pt x="3086100" y="154396"/>
                </a:lnTo>
                <a:lnTo>
                  <a:pt x="3200400" y="200102"/>
                </a:lnTo>
                <a:lnTo>
                  <a:pt x="3314700" y="251035"/>
                </a:lnTo>
                <a:lnTo>
                  <a:pt x="3429000" y="306879"/>
                </a:lnTo>
                <a:lnTo>
                  <a:pt x="3543300" y="367291"/>
                </a:lnTo>
                <a:lnTo>
                  <a:pt x="3657600" y="431898"/>
                </a:lnTo>
                <a:lnTo>
                  <a:pt x="3771900" y="500302"/>
                </a:lnTo>
                <a:lnTo>
                  <a:pt x="3886200" y="572081"/>
                </a:lnTo>
                <a:lnTo>
                  <a:pt x="4000500" y="646793"/>
                </a:lnTo>
                <a:lnTo>
                  <a:pt x="4114800" y="723977"/>
                </a:lnTo>
                <a:lnTo>
                  <a:pt x="4229100" y="803158"/>
                </a:lnTo>
                <a:lnTo>
                  <a:pt x="4343400" y="883846"/>
                </a:lnTo>
                <a:lnTo>
                  <a:pt x="4457700" y="965544"/>
                </a:lnTo>
                <a:lnTo>
                  <a:pt x="4572000" y="1047750"/>
                </a:lnTo>
              </a:path>
            </a:pathLst>
          </a:custGeom>
          <a:noFill/>
          <a:ln w="76200">
            <a:solidFill>
              <a:srgbClr val="B9884E"/>
            </a:solidFill>
          </a:ln>
        </p:spPr>
      </p:sp>
      <p:sp>
        <p:nvSpPr>
          <p:cNvPr id="18" name="フリーフォーム: 図形 17">
            <a:extLst>
              <a:ext uri="{FF2B5EF4-FFF2-40B4-BE49-F238E27FC236}">
                <a16:creationId xmlns:a16="http://schemas.microsoft.com/office/drawing/2014/main" id="{173783DB-188A-4EAF-83F2-52D88B669F5B}"/>
              </a:ext>
            </a:extLst>
          </p:cNvPr>
          <p:cNvSpPr>
            <a:spLocks noGrp="1"/>
          </p:cNvSpPr>
          <p:nvPr/>
        </p:nvSpPr>
        <p:spPr>
          <a:xfrm>
            <a:off x="6381750" y="3219450"/>
            <a:ext cx="4572000" cy="1047750"/>
          </a:xfrm>
          <a:custGeom>
            <a:avLst/>
            <a:gdLst/>
            <a:ahLst/>
            <a:cxnLst/>
            <a:rect l="0" t="0" r="0" b="0"/>
            <a:pathLst>
              <a:path w="4572000" h="1047750">
                <a:moveTo>
                  <a:pt x="0" y="1047750"/>
                </a:moveTo>
                <a:lnTo>
                  <a:pt x="114300" y="965544"/>
                </a:lnTo>
                <a:lnTo>
                  <a:pt x="228600" y="883846"/>
                </a:lnTo>
                <a:lnTo>
                  <a:pt x="342900" y="803158"/>
                </a:lnTo>
                <a:lnTo>
                  <a:pt x="457200" y="723977"/>
                </a:lnTo>
                <a:lnTo>
                  <a:pt x="571500" y="646793"/>
                </a:lnTo>
                <a:lnTo>
                  <a:pt x="685800" y="572081"/>
                </a:lnTo>
                <a:lnTo>
                  <a:pt x="800100" y="500302"/>
                </a:lnTo>
                <a:lnTo>
                  <a:pt x="914400" y="431898"/>
                </a:lnTo>
                <a:lnTo>
                  <a:pt x="1028700" y="367291"/>
                </a:lnTo>
                <a:lnTo>
                  <a:pt x="1143000" y="306879"/>
                </a:lnTo>
                <a:lnTo>
                  <a:pt x="1257300" y="251035"/>
                </a:lnTo>
                <a:lnTo>
                  <a:pt x="1371600" y="200102"/>
                </a:lnTo>
                <a:lnTo>
                  <a:pt x="1485900" y="154396"/>
                </a:lnTo>
                <a:lnTo>
                  <a:pt x="1600200" y="114198"/>
                </a:lnTo>
                <a:lnTo>
                  <a:pt x="1714500" y="79755"/>
                </a:lnTo>
                <a:lnTo>
                  <a:pt x="1828800" y="51281"/>
                </a:lnTo>
                <a:lnTo>
                  <a:pt x="1943100" y="28949"/>
                </a:lnTo>
                <a:lnTo>
                  <a:pt x="2057400" y="12900"/>
                </a:lnTo>
                <a:lnTo>
                  <a:pt x="2171700" y="3230"/>
                </a:lnTo>
                <a:lnTo>
                  <a:pt x="2286000" y="0"/>
                </a:lnTo>
                <a:lnTo>
                  <a:pt x="2400300" y="3230"/>
                </a:lnTo>
                <a:lnTo>
                  <a:pt x="2514600" y="12900"/>
                </a:lnTo>
                <a:lnTo>
                  <a:pt x="2628900" y="28949"/>
                </a:lnTo>
                <a:lnTo>
                  <a:pt x="2743200" y="51281"/>
                </a:lnTo>
                <a:lnTo>
                  <a:pt x="2857500" y="79755"/>
                </a:lnTo>
                <a:lnTo>
                  <a:pt x="2971800" y="114198"/>
                </a:lnTo>
                <a:lnTo>
                  <a:pt x="3086100" y="154396"/>
                </a:lnTo>
                <a:lnTo>
                  <a:pt x="3200400" y="200102"/>
                </a:lnTo>
                <a:lnTo>
                  <a:pt x="3314700" y="251035"/>
                </a:lnTo>
                <a:lnTo>
                  <a:pt x="3429000" y="306879"/>
                </a:lnTo>
                <a:lnTo>
                  <a:pt x="3543300" y="367291"/>
                </a:lnTo>
                <a:lnTo>
                  <a:pt x="3657600" y="431898"/>
                </a:lnTo>
                <a:lnTo>
                  <a:pt x="3771900" y="500302"/>
                </a:lnTo>
                <a:lnTo>
                  <a:pt x="3886200" y="572081"/>
                </a:lnTo>
                <a:lnTo>
                  <a:pt x="4000500" y="646793"/>
                </a:lnTo>
                <a:lnTo>
                  <a:pt x="4114800" y="723977"/>
                </a:lnTo>
                <a:lnTo>
                  <a:pt x="4229100" y="803158"/>
                </a:lnTo>
                <a:lnTo>
                  <a:pt x="4343400" y="883846"/>
                </a:lnTo>
                <a:lnTo>
                  <a:pt x="4457700" y="965544"/>
                </a:lnTo>
                <a:lnTo>
                  <a:pt x="4572000" y="1047750"/>
                </a:lnTo>
              </a:path>
            </a:pathLst>
          </a:custGeom>
          <a:noFill/>
          <a:ln w="76200">
            <a:solidFill>
              <a:srgbClr val="B9884E"/>
            </a:solidFill>
          </a:ln>
        </p:spPr>
      </p:sp>
      <p:sp>
        <p:nvSpPr>
          <p:cNvPr id="19" name="フリーフォーム: 図形 18">
            <a:extLst>
              <a:ext uri="{FF2B5EF4-FFF2-40B4-BE49-F238E27FC236}">
                <a16:creationId xmlns:a16="http://schemas.microsoft.com/office/drawing/2014/main" id="{59FE63D4-DB84-4A70-A772-B2F54144D367}"/>
              </a:ext>
            </a:extLst>
          </p:cNvPr>
          <p:cNvSpPr>
            <a:spLocks noGrp="1"/>
          </p:cNvSpPr>
          <p:nvPr/>
        </p:nvSpPr>
        <p:spPr>
          <a:xfrm>
            <a:off x="6381750" y="3333750"/>
            <a:ext cx="4572000" cy="1047750"/>
          </a:xfrm>
          <a:custGeom>
            <a:avLst/>
            <a:gdLst/>
            <a:ahLst/>
            <a:cxnLst/>
            <a:rect l="0" t="0" r="0" b="0"/>
            <a:pathLst>
              <a:path w="4572000" h="1047750">
                <a:moveTo>
                  <a:pt x="0" y="1047750"/>
                </a:moveTo>
                <a:lnTo>
                  <a:pt x="114300" y="965544"/>
                </a:lnTo>
                <a:lnTo>
                  <a:pt x="228600" y="883846"/>
                </a:lnTo>
                <a:lnTo>
                  <a:pt x="342900" y="803158"/>
                </a:lnTo>
                <a:lnTo>
                  <a:pt x="457200" y="723977"/>
                </a:lnTo>
                <a:lnTo>
                  <a:pt x="571500" y="646793"/>
                </a:lnTo>
                <a:lnTo>
                  <a:pt x="685800" y="572081"/>
                </a:lnTo>
                <a:lnTo>
                  <a:pt x="800100" y="500302"/>
                </a:lnTo>
                <a:lnTo>
                  <a:pt x="914400" y="431898"/>
                </a:lnTo>
                <a:lnTo>
                  <a:pt x="1028700" y="367291"/>
                </a:lnTo>
                <a:lnTo>
                  <a:pt x="1143000" y="306879"/>
                </a:lnTo>
                <a:lnTo>
                  <a:pt x="1257300" y="251035"/>
                </a:lnTo>
                <a:lnTo>
                  <a:pt x="1371600" y="200102"/>
                </a:lnTo>
                <a:lnTo>
                  <a:pt x="1485900" y="154396"/>
                </a:lnTo>
                <a:lnTo>
                  <a:pt x="1600200" y="114198"/>
                </a:lnTo>
                <a:lnTo>
                  <a:pt x="1714500" y="79755"/>
                </a:lnTo>
                <a:lnTo>
                  <a:pt x="1828800" y="51281"/>
                </a:lnTo>
                <a:lnTo>
                  <a:pt x="1943100" y="28949"/>
                </a:lnTo>
                <a:lnTo>
                  <a:pt x="2057400" y="12900"/>
                </a:lnTo>
                <a:lnTo>
                  <a:pt x="2171700" y="3230"/>
                </a:lnTo>
                <a:lnTo>
                  <a:pt x="2286000" y="0"/>
                </a:lnTo>
                <a:lnTo>
                  <a:pt x="2400300" y="3230"/>
                </a:lnTo>
                <a:lnTo>
                  <a:pt x="2514600" y="12900"/>
                </a:lnTo>
                <a:lnTo>
                  <a:pt x="2628900" y="28949"/>
                </a:lnTo>
                <a:lnTo>
                  <a:pt x="2743200" y="51281"/>
                </a:lnTo>
                <a:lnTo>
                  <a:pt x="2857500" y="79755"/>
                </a:lnTo>
                <a:lnTo>
                  <a:pt x="2971800" y="114198"/>
                </a:lnTo>
                <a:lnTo>
                  <a:pt x="3086100" y="154396"/>
                </a:lnTo>
                <a:lnTo>
                  <a:pt x="3200400" y="200102"/>
                </a:lnTo>
                <a:lnTo>
                  <a:pt x="3314700" y="251035"/>
                </a:lnTo>
                <a:lnTo>
                  <a:pt x="3429000" y="306879"/>
                </a:lnTo>
                <a:lnTo>
                  <a:pt x="3543300" y="367291"/>
                </a:lnTo>
                <a:lnTo>
                  <a:pt x="3657600" y="431898"/>
                </a:lnTo>
                <a:lnTo>
                  <a:pt x="3771900" y="500302"/>
                </a:lnTo>
                <a:lnTo>
                  <a:pt x="3886200" y="572081"/>
                </a:lnTo>
                <a:lnTo>
                  <a:pt x="4000500" y="646793"/>
                </a:lnTo>
                <a:lnTo>
                  <a:pt x="4114800" y="723977"/>
                </a:lnTo>
                <a:lnTo>
                  <a:pt x="4229100" y="803158"/>
                </a:lnTo>
                <a:lnTo>
                  <a:pt x="4343400" y="883846"/>
                </a:lnTo>
                <a:lnTo>
                  <a:pt x="4457700" y="965544"/>
                </a:lnTo>
                <a:lnTo>
                  <a:pt x="4572000" y="1047750"/>
                </a:lnTo>
              </a:path>
            </a:pathLst>
          </a:custGeom>
          <a:noFill/>
          <a:ln w="76200">
            <a:solidFill>
              <a:srgbClr val="B9884E"/>
            </a:solidFill>
          </a:ln>
        </p:spPr>
      </p:sp>
      <p:sp>
        <p:nvSpPr>
          <p:cNvPr id="20" name="正方形/長方形 19">
            <a:extLst>
              <a:ext uri="{FF2B5EF4-FFF2-40B4-BE49-F238E27FC236}">
                <a16:creationId xmlns:a16="http://schemas.microsoft.com/office/drawing/2014/main" id="{22158CAD-7FCC-4898-815E-8DE91D1FF303}"/>
              </a:ext>
            </a:extLst>
          </p:cNvPr>
          <p:cNvSpPr>
            <a:spLocks noGrp="1"/>
          </p:cNvSpPr>
          <p:nvPr/>
        </p:nvSpPr>
        <p:spPr>
          <a:xfrm>
            <a:off x="6953250" y="4762500"/>
            <a:ext cx="4381500" cy="571500"/>
          </a:xfrm>
          <a:prstGeom prst="rect">
            <a:avLst/>
          </a:prstGeom>
          <a:noFill/>
          <a:ln w="0">
            <a:noFill/>
          </a:ln>
        </p:spPr>
        <p:txBody>
          <a:bodyPr lIns="0" tIns="0" rIns="0" bIns="0" anchor="ctr">
            <a:noAutofit/>
          </a:bodyPr>
          <a:lstStyle>
            <a:defPPr>
              <a:defRPr sz="2175" b="1">
                <a:solidFill>
                  <a:srgbClr val="253C4D"/>
                </a:solidFill>
                <a:latin typeface="Yu Gothic"/>
                <a:ea typeface="Yu Gothic"/>
                <a:cs typeface="Yu Gothic"/>
              </a:defRPr>
            </a:defPPr>
            <a:lvl1pPr>
              <a:buNone/>
              <a:defRPr sz="2175" b="1">
                <a:solidFill>
                  <a:srgbClr val="253C4D"/>
                </a:solidFill>
                <a:latin typeface="Yu Gothic"/>
                <a:ea typeface="Yu Gothic"/>
                <a:cs typeface="Yu Gothic"/>
              </a:defRPr>
            </a:lvl1pPr>
            <a:lvl2pPr>
              <a:buNone/>
              <a:defRPr sz="2175" b="1">
                <a:solidFill>
                  <a:srgbClr val="253C4D"/>
                </a:solidFill>
                <a:latin typeface="Yu Gothic"/>
                <a:ea typeface="Yu Gothic"/>
                <a:cs typeface="Yu Gothic"/>
              </a:defRPr>
            </a:lvl2pPr>
            <a:lvl3pPr>
              <a:buNone/>
              <a:defRPr sz="2175" b="1">
                <a:solidFill>
                  <a:srgbClr val="253C4D"/>
                </a:solidFill>
                <a:latin typeface="Yu Gothic"/>
                <a:ea typeface="Yu Gothic"/>
                <a:cs typeface="Yu Gothic"/>
              </a:defRPr>
            </a:lvl3pPr>
            <a:lvl4pPr>
              <a:buNone/>
              <a:defRPr sz="2175" b="1">
                <a:solidFill>
                  <a:srgbClr val="253C4D"/>
                </a:solidFill>
                <a:latin typeface="Yu Gothic"/>
                <a:ea typeface="Yu Gothic"/>
                <a:cs typeface="Yu Gothic"/>
              </a:defRPr>
            </a:lvl4pPr>
            <a:lvl5pPr>
              <a:buNone/>
              <a:defRPr sz="2175" b="1">
                <a:solidFill>
                  <a:srgbClr val="253C4D"/>
                </a:solidFill>
                <a:latin typeface="Yu Gothic"/>
                <a:ea typeface="Yu Gothic"/>
                <a:cs typeface="Yu Gothic"/>
              </a:defRPr>
            </a:lvl5pPr>
            <a:lvl6pPr>
              <a:buNone/>
              <a:defRPr sz="2175" b="1">
                <a:solidFill>
                  <a:srgbClr val="253C4D"/>
                </a:solidFill>
                <a:latin typeface="Yu Gothic"/>
                <a:ea typeface="Yu Gothic"/>
                <a:cs typeface="Yu Gothic"/>
              </a:defRPr>
            </a:lvl6pPr>
            <a:lvl7pPr>
              <a:buNone/>
              <a:defRPr sz="2175" b="1">
                <a:solidFill>
                  <a:srgbClr val="253C4D"/>
                </a:solidFill>
                <a:latin typeface="Yu Gothic"/>
                <a:ea typeface="Yu Gothic"/>
                <a:cs typeface="Yu Gothic"/>
              </a:defRPr>
            </a:lvl7pPr>
            <a:lvl8pPr>
              <a:buNone/>
              <a:defRPr sz="2175" b="1">
                <a:solidFill>
                  <a:srgbClr val="253C4D"/>
                </a:solidFill>
                <a:latin typeface="Yu Gothic"/>
                <a:ea typeface="Yu Gothic"/>
                <a:cs typeface="Yu Gothic"/>
              </a:defRPr>
            </a:lvl8pPr>
            <a:lvl9pPr>
              <a:buNone/>
              <a:defRPr sz="2175" b="1">
                <a:solidFill>
                  <a:srgbClr val="253C4D"/>
                </a:solidFill>
                <a:latin typeface="Yu Gothic"/>
                <a:ea typeface="Yu Gothic"/>
                <a:cs typeface="Yu Gothic"/>
              </a:defRPr>
            </a:lvl9pPr>
          </a:lstStyle>
          <a:p>
            <a:pPr>
              <a:buNone/>
              <a:defRPr sz="2175" b="1">
                <a:solidFill>
                  <a:srgbClr val="253C4D"/>
                </a:solidFill>
                <a:latin typeface="Yu Gothic"/>
                <a:ea typeface="Yu Gothic"/>
                <a:cs typeface="Yu Gothic"/>
              </a:defRPr>
            </a:pPr>
            <a:r>
              <a:rPr sz="2175" b="1">
                <a:solidFill>
                  <a:srgbClr val="253C4D"/>
                </a:solidFill>
                <a:latin typeface="Yu Gothic"/>
                <a:ea typeface="Yu Gothic"/>
                <a:cs typeface="Yu Gothic"/>
              </a:rPr>
              <a:t>曲線部材をつくる</a:t>
            </a:r>
          </a:p>
        </p:txBody>
      </p:sp>
      <p:sp>
        <p:nvSpPr>
          <p:cNvPr id="21" name="正方形/長方形 20">
            <a:extLst>
              <a:ext uri="{FF2B5EF4-FFF2-40B4-BE49-F238E27FC236}">
                <a16:creationId xmlns:a16="http://schemas.microsoft.com/office/drawing/2014/main" id="{73C064C7-E9FF-4C0C-87FE-C24F569895A0}"/>
              </a:ext>
            </a:extLst>
          </p:cNvPr>
          <p:cNvSpPr>
            <a:spLocks noGrp="1"/>
          </p:cNvSpPr>
          <p:nvPr/>
        </p:nvSpPr>
        <p:spPr>
          <a:xfrm>
            <a:off x="838200" y="5867400"/>
            <a:ext cx="10477500" cy="400050"/>
          </a:xfrm>
          <a:prstGeom prst="rect">
            <a:avLst/>
          </a:prstGeom>
          <a:noFill/>
          <a:ln w="0">
            <a:noFill/>
          </a:ln>
        </p:spPr>
        <p:txBody>
          <a:bodyPr lIns="0" tIns="0" rIns="0" bIns="0" anchor="ctr">
            <a:noAutofit/>
          </a:bodyPr>
          <a:lstStyle>
            <a:defPPr>
              <a:defRPr sz="1425" b="1">
                <a:solidFill>
                  <a:srgbClr val="087E8B"/>
                </a:solidFill>
                <a:latin typeface="Yu Gothic"/>
                <a:ea typeface="Yu Gothic"/>
                <a:cs typeface="Yu Gothic"/>
              </a:defRPr>
            </a:defPPr>
            <a:lvl1pPr>
              <a:buNone/>
              <a:defRPr sz="1425" b="1">
                <a:solidFill>
                  <a:srgbClr val="087E8B"/>
                </a:solidFill>
                <a:latin typeface="Yu Gothic"/>
                <a:ea typeface="Yu Gothic"/>
                <a:cs typeface="Yu Gothic"/>
              </a:defRPr>
            </a:lvl1pPr>
            <a:lvl2pPr>
              <a:buNone/>
              <a:defRPr sz="1425" b="1">
                <a:solidFill>
                  <a:srgbClr val="087E8B"/>
                </a:solidFill>
                <a:latin typeface="Yu Gothic"/>
                <a:ea typeface="Yu Gothic"/>
                <a:cs typeface="Yu Gothic"/>
              </a:defRPr>
            </a:lvl2pPr>
            <a:lvl3pPr>
              <a:buNone/>
              <a:defRPr sz="1425" b="1">
                <a:solidFill>
                  <a:srgbClr val="087E8B"/>
                </a:solidFill>
                <a:latin typeface="Yu Gothic"/>
                <a:ea typeface="Yu Gothic"/>
                <a:cs typeface="Yu Gothic"/>
              </a:defRPr>
            </a:lvl3pPr>
            <a:lvl4pPr>
              <a:buNone/>
              <a:defRPr sz="1425" b="1">
                <a:solidFill>
                  <a:srgbClr val="087E8B"/>
                </a:solidFill>
                <a:latin typeface="Yu Gothic"/>
                <a:ea typeface="Yu Gothic"/>
                <a:cs typeface="Yu Gothic"/>
              </a:defRPr>
            </a:lvl4pPr>
            <a:lvl5pPr>
              <a:buNone/>
              <a:defRPr sz="1425" b="1">
                <a:solidFill>
                  <a:srgbClr val="087E8B"/>
                </a:solidFill>
                <a:latin typeface="Yu Gothic"/>
                <a:ea typeface="Yu Gothic"/>
                <a:cs typeface="Yu Gothic"/>
              </a:defRPr>
            </a:lvl5pPr>
            <a:lvl6pPr>
              <a:buNone/>
              <a:defRPr sz="1425" b="1">
                <a:solidFill>
                  <a:srgbClr val="087E8B"/>
                </a:solidFill>
                <a:latin typeface="Yu Gothic"/>
                <a:ea typeface="Yu Gothic"/>
                <a:cs typeface="Yu Gothic"/>
              </a:defRPr>
            </a:lvl6pPr>
            <a:lvl7pPr>
              <a:buNone/>
              <a:defRPr sz="1425" b="1">
                <a:solidFill>
                  <a:srgbClr val="087E8B"/>
                </a:solidFill>
                <a:latin typeface="Yu Gothic"/>
                <a:ea typeface="Yu Gothic"/>
                <a:cs typeface="Yu Gothic"/>
              </a:defRPr>
            </a:lvl7pPr>
            <a:lvl8pPr>
              <a:buNone/>
              <a:defRPr sz="1425" b="1">
                <a:solidFill>
                  <a:srgbClr val="087E8B"/>
                </a:solidFill>
                <a:latin typeface="Yu Gothic"/>
                <a:ea typeface="Yu Gothic"/>
                <a:cs typeface="Yu Gothic"/>
              </a:defRPr>
            </a:lvl8pPr>
            <a:lvl9pPr>
              <a:buNone/>
              <a:defRPr sz="1425" b="1">
                <a:solidFill>
                  <a:srgbClr val="087E8B"/>
                </a:solidFill>
                <a:latin typeface="Yu Gothic"/>
                <a:ea typeface="Yu Gothic"/>
                <a:cs typeface="Yu Gothic"/>
              </a:defRPr>
            </a:lvl9pPr>
          </a:lstStyle>
          <a:p>
            <a:pPr>
              <a:buNone/>
              <a:defRPr sz="1425" b="1">
                <a:solidFill>
                  <a:srgbClr val="087E8B"/>
                </a:solidFill>
                <a:latin typeface="Yu Gothic"/>
                <a:ea typeface="Yu Gothic"/>
                <a:cs typeface="Yu Gothic"/>
              </a:defRPr>
            </a:pPr>
            <a:r>
              <a:rPr sz="1425" b="1">
                <a:solidFill>
                  <a:srgbClr val="087E8B"/>
                </a:solidFill>
                <a:latin typeface="Yu Gothic"/>
                <a:ea typeface="Yu Gothic"/>
                <a:cs typeface="Yu Gothic"/>
              </a:rPr>
              <a:t>ラミナの縦継ぎ／積層面の接着／現場の部材接合を区別する。</a:t>
            </a:r>
          </a:p>
        </p:txBody>
      </p:sp>
    </p:spTree>
    <p:extLst>
      <p:ext uri="{BB962C8B-B14F-4D97-AF65-F5344CB8AC3E}">
        <p14:creationId xmlns:p14="http://schemas.microsoft.com/office/powerpoint/2010/main" val="174494250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正方形/長方形 9">
            <a:extLst>
              <a:ext uri="{FF2B5EF4-FFF2-40B4-BE49-F238E27FC236}">
                <a16:creationId xmlns:a16="http://schemas.microsoft.com/office/drawing/2014/main" id="{2E40E3C4-2AF2-42F4-A1CE-E57114DFE735}"/>
              </a:ext>
            </a:extLst>
          </p:cNvPr>
          <p:cNvSpPr>
            <a:spLocks noGrp="1"/>
          </p:cNvSpPr>
          <p:nvPr/>
        </p:nvSpPr>
        <p:spPr>
          <a:xfrm>
            <a:off x="685800" y="361950"/>
            <a:ext cx="10820400" cy="647700"/>
          </a:xfrm>
          <a:prstGeom prst="rect">
            <a:avLst/>
          </a:prstGeom>
          <a:noFill/>
          <a:ln w="0">
            <a:noFill/>
          </a:ln>
        </p:spPr>
        <p:txBody>
          <a:bodyPr lIns="0" tIns="0" rIns="0" bIns="0" anchor="ctr">
            <a:noAutofit/>
          </a:bodyPr>
          <a:lstStyle>
            <a:defPPr algn="l">
              <a:defRPr sz="3000" b="1">
                <a:solidFill>
                  <a:srgbClr val="18364F"/>
                </a:solidFill>
                <a:latin typeface="Yu Gothic"/>
                <a:ea typeface="Yu Gothic"/>
                <a:cs typeface="Yu Gothic"/>
              </a:defRPr>
            </a:defPPr>
            <a:lvl1pPr algn="l">
              <a:buNone/>
              <a:defRPr sz="3000" b="1">
                <a:solidFill>
                  <a:srgbClr val="18364F"/>
                </a:solidFill>
                <a:latin typeface="Yu Gothic"/>
                <a:ea typeface="Yu Gothic"/>
                <a:cs typeface="Yu Gothic"/>
              </a:defRPr>
            </a:lvl1pPr>
            <a:lvl2pPr algn="l">
              <a:buNone/>
              <a:defRPr sz="3000" b="1">
                <a:solidFill>
                  <a:srgbClr val="18364F"/>
                </a:solidFill>
                <a:latin typeface="Yu Gothic"/>
                <a:ea typeface="Yu Gothic"/>
                <a:cs typeface="Yu Gothic"/>
              </a:defRPr>
            </a:lvl2pPr>
            <a:lvl3pPr algn="l">
              <a:buNone/>
              <a:defRPr sz="3000" b="1">
                <a:solidFill>
                  <a:srgbClr val="18364F"/>
                </a:solidFill>
                <a:latin typeface="Yu Gothic"/>
                <a:ea typeface="Yu Gothic"/>
                <a:cs typeface="Yu Gothic"/>
              </a:defRPr>
            </a:lvl3pPr>
            <a:lvl4pPr algn="l">
              <a:buNone/>
              <a:defRPr sz="3000" b="1">
                <a:solidFill>
                  <a:srgbClr val="18364F"/>
                </a:solidFill>
                <a:latin typeface="Yu Gothic"/>
                <a:ea typeface="Yu Gothic"/>
                <a:cs typeface="Yu Gothic"/>
              </a:defRPr>
            </a:lvl4pPr>
            <a:lvl5pPr algn="l">
              <a:buNone/>
              <a:defRPr sz="3000" b="1">
                <a:solidFill>
                  <a:srgbClr val="18364F"/>
                </a:solidFill>
                <a:latin typeface="Yu Gothic"/>
                <a:ea typeface="Yu Gothic"/>
                <a:cs typeface="Yu Gothic"/>
              </a:defRPr>
            </a:lvl5pPr>
            <a:lvl6pPr algn="l">
              <a:buNone/>
              <a:defRPr sz="3000" b="1">
                <a:solidFill>
                  <a:srgbClr val="18364F"/>
                </a:solidFill>
                <a:latin typeface="Yu Gothic"/>
                <a:ea typeface="Yu Gothic"/>
                <a:cs typeface="Yu Gothic"/>
              </a:defRPr>
            </a:lvl6pPr>
            <a:lvl7pPr algn="l">
              <a:buNone/>
              <a:defRPr sz="3000" b="1">
                <a:solidFill>
                  <a:srgbClr val="18364F"/>
                </a:solidFill>
                <a:latin typeface="Yu Gothic"/>
                <a:ea typeface="Yu Gothic"/>
                <a:cs typeface="Yu Gothic"/>
              </a:defRPr>
            </a:lvl7pPr>
            <a:lvl8pPr algn="l">
              <a:buNone/>
              <a:defRPr sz="3000" b="1">
                <a:solidFill>
                  <a:srgbClr val="18364F"/>
                </a:solidFill>
                <a:latin typeface="Yu Gothic"/>
                <a:ea typeface="Yu Gothic"/>
                <a:cs typeface="Yu Gothic"/>
              </a:defRPr>
            </a:lvl8pPr>
            <a:lvl9pPr algn="l">
              <a:buNone/>
              <a:defRPr sz="3000" b="1">
                <a:solidFill>
                  <a:srgbClr val="18364F"/>
                </a:solidFill>
                <a:latin typeface="Yu Gothic"/>
                <a:ea typeface="Yu Gothic"/>
                <a:cs typeface="Yu Gothic"/>
              </a:defRPr>
            </a:lvl9pPr>
          </a:lstStyle>
          <a:p>
            <a:pPr algn="l">
              <a:buNone/>
              <a:defRPr sz="3000" b="1">
                <a:solidFill>
                  <a:srgbClr val="18364F"/>
                </a:solidFill>
                <a:latin typeface="Yu Gothic"/>
                <a:ea typeface="Yu Gothic"/>
                <a:cs typeface="Yu Gothic"/>
              </a:defRPr>
            </a:pPr>
            <a:r>
              <a:rPr sz="3000" b="1">
                <a:solidFill>
                  <a:srgbClr val="18364F"/>
                </a:solidFill>
                <a:latin typeface="Yu Gothic"/>
                <a:ea typeface="Yu Gothic"/>
                <a:cs typeface="Yu Gothic"/>
              </a:rPr>
              <a:t>集成材とラミナの配置</a:t>
            </a:r>
          </a:p>
        </p:txBody>
      </p:sp>
      <p:cxnSp>
        <p:nvCxnSpPr>
          <p:cNvPr id="2" name="直線矢印コネクタ 1">
            <a:extLst>
              <a:ext uri="{FF2B5EF4-FFF2-40B4-BE49-F238E27FC236}">
                <a16:creationId xmlns:a16="http://schemas.microsoft.com/office/drawing/2014/main" id="{6931772D-B608-43FD-8DE5-80089601D16F}"/>
              </a:ext>
            </a:extLst>
          </p:cNvPr>
          <p:cNvCxnSpPr/>
          <p:nvPr/>
        </p:nvCxnSpPr>
        <p:spPr>
          <a:xfrm>
            <a:off x="685800" y="1190625"/>
            <a:ext cx="10820400" cy="0"/>
          </a:xfrm>
          <a:prstGeom prst="straightConnector1">
            <a:avLst/>
          </a:prstGeom>
          <a:ln w="22860">
            <a:solidFill>
              <a:srgbClr val="18364F"/>
            </a:solidFill>
          </a:ln>
        </p:spPr>
      </p:cxnSp>
      <p:sp>
        <p:nvSpPr>
          <p:cNvPr id="3" name="正方形/長方形 2">
            <a:extLst>
              <a:ext uri="{FF2B5EF4-FFF2-40B4-BE49-F238E27FC236}">
                <a16:creationId xmlns:a16="http://schemas.microsoft.com/office/drawing/2014/main" id="{1D83D076-8396-42A7-AB03-CB86B6E7F184}"/>
              </a:ext>
            </a:extLst>
          </p:cNvPr>
          <p:cNvSpPr>
            <a:spLocks noGrp="1"/>
          </p:cNvSpPr>
          <p:nvPr/>
        </p:nvSpPr>
        <p:spPr>
          <a:xfrm>
            <a:off x="685800" y="6419850"/>
            <a:ext cx="9048750" cy="238125"/>
          </a:xfrm>
          <a:prstGeom prst="rect">
            <a:avLst/>
          </a:prstGeom>
          <a:noFill/>
          <a:ln w="0">
            <a:noFill/>
          </a:ln>
        </p:spPr>
        <p:txBody>
          <a:bodyPr lIns="0" tIns="0" rIns="0" bIns="0" anchor="ctr">
            <a:noAutofit/>
          </a:bodyPr>
          <a:lstStyle>
            <a:defPPr algn="l">
              <a:defRPr sz="1425" b="0">
                <a:solidFill>
                  <a:srgbClr val="596875"/>
                </a:solidFill>
                <a:latin typeface="Yu Gothic"/>
                <a:ea typeface="Yu Gothic"/>
                <a:cs typeface="Yu Gothic"/>
              </a:defRPr>
            </a:defPPr>
            <a:lvl1pPr algn="l">
              <a:buNone/>
              <a:defRPr sz="1425" b="0">
                <a:solidFill>
                  <a:srgbClr val="596875"/>
                </a:solidFill>
                <a:latin typeface="Yu Gothic"/>
                <a:ea typeface="Yu Gothic"/>
                <a:cs typeface="Yu Gothic"/>
              </a:defRPr>
            </a:lvl1pPr>
            <a:lvl2pPr algn="l">
              <a:buNone/>
              <a:defRPr sz="1425" b="0">
                <a:solidFill>
                  <a:srgbClr val="596875"/>
                </a:solidFill>
                <a:latin typeface="Yu Gothic"/>
                <a:ea typeface="Yu Gothic"/>
                <a:cs typeface="Yu Gothic"/>
              </a:defRPr>
            </a:lvl2pPr>
            <a:lvl3pPr algn="l">
              <a:buNone/>
              <a:defRPr sz="1425" b="0">
                <a:solidFill>
                  <a:srgbClr val="596875"/>
                </a:solidFill>
                <a:latin typeface="Yu Gothic"/>
                <a:ea typeface="Yu Gothic"/>
                <a:cs typeface="Yu Gothic"/>
              </a:defRPr>
            </a:lvl3pPr>
            <a:lvl4pPr algn="l">
              <a:buNone/>
              <a:defRPr sz="1425" b="0">
                <a:solidFill>
                  <a:srgbClr val="596875"/>
                </a:solidFill>
                <a:latin typeface="Yu Gothic"/>
                <a:ea typeface="Yu Gothic"/>
                <a:cs typeface="Yu Gothic"/>
              </a:defRPr>
            </a:lvl4pPr>
            <a:lvl5pPr algn="l">
              <a:buNone/>
              <a:defRPr sz="1425" b="0">
                <a:solidFill>
                  <a:srgbClr val="596875"/>
                </a:solidFill>
                <a:latin typeface="Yu Gothic"/>
                <a:ea typeface="Yu Gothic"/>
                <a:cs typeface="Yu Gothic"/>
              </a:defRPr>
            </a:lvl5pPr>
            <a:lvl6pPr algn="l">
              <a:buNone/>
              <a:defRPr sz="1425" b="0">
                <a:solidFill>
                  <a:srgbClr val="596875"/>
                </a:solidFill>
                <a:latin typeface="Yu Gothic"/>
                <a:ea typeface="Yu Gothic"/>
                <a:cs typeface="Yu Gothic"/>
              </a:defRPr>
            </a:lvl6pPr>
            <a:lvl7pPr algn="l">
              <a:buNone/>
              <a:defRPr sz="1425" b="0">
                <a:solidFill>
                  <a:srgbClr val="596875"/>
                </a:solidFill>
                <a:latin typeface="Yu Gothic"/>
                <a:ea typeface="Yu Gothic"/>
                <a:cs typeface="Yu Gothic"/>
              </a:defRPr>
            </a:lvl7pPr>
            <a:lvl8pPr algn="l">
              <a:buNone/>
              <a:defRPr sz="1425" b="0">
                <a:solidFill>
                  <a:srgbClr val="596875"/>
                </a:solidFill>
                <a:latin typeface="Yu Gothic"/>
                <a:ea typeface="Yu Gothic"/>
                <a:cs typeface="Yu Gothic"/>
              </a:defRPr>
            </a:lvl8pPr>
            <a:lvl9pPr algn="l">
              <a:buNone/>
              <a:defRPr sz="1425" b="0">
                <a:solidFill>
                  <a:srgbClr val="596875"/>
                </a:solidFill>
                <a:latin typeface="Yu Gothic"/>
                <a:ea typeface="Yu Gothic"/>
                <a:cs typeface="Yu Gothic"/>
              </a:defRPr>
            </a:lvl9pPr>
          </a:lstStyle>
          <a:p>
            <a:pPr algn="l">
              <a:buNone/>
              <a:defRPr sz="1425" b="0">
                <a:solidFill>
                  <a:srgbClr val="596875"/>
                </a:solidFill>
                <a:latin typeface="Yu Gothic"/>
                <a:ea typeface="Yu Gothic"/>
                <a:cs typeface="Yu Gothic"/>
              </a:defRPr>
            </a:pPr>
            <a:r>
              <a:rPr lang="ja-JP" altLang="en-US" sz="1425" b="0">
                <a:solidFill>
                  <a:srgbClr val="596875"/>
                </a:solidFill>
                <a:latin typeface="Yu Gothic"/>
                <a:ea typeface="Yu Gothic"/>
                <a:cs typeface="Yu Gothic"/>
              </a:rPr>
              <a:t>木材及び木質材料学　新第</a:t>
            </a:r>
            <a:r>
              <a:rPr lang="en-US" altLang="ja-JP" sz="1425" b="0">
                <a:solidFill>
                  <a:srgbClr val="596875"/>
                </a:solidFill>
                <a:latin typeface="Yu Gothic"/>
                <a:ea typeface="Yu Gothic"/>
                <a:cs typeface="Yu Gothic"/>
              </a:rPr>
              <a:t>14</a:t>
            </a:r>
            <a:r>
              <a:rPr lang="ja-JP" altLang="en-US" sz="1425" b="0">
                <a:solidFill>
                  <a:srgbClr val="596875"/>
                </a:solidFill>
                <a:latin typeface="Yu Gothic"/>
                <a:ea typeface="Yu Gothic"/>
                <a:cs typeface="Yu Gothic"/>
              </a:rPr>
              <a:t>回　構造・燃焼</a:t>
            </a:r>
            <a:endParaRPr sz="1425" b="0">
              <a:solidFill>
                <a:srgbClr val="596875"/>
              </a:solidFill>
              <a:latin typeface="Yu Gothic"/>
              <a:ea typeface="Yu Gothic"/>
              <a:cs typeface="Yu Gothic"/>
            </a:endParaRPr>
          </a:p>
        </p:txBody>
      </p:sp>
      <p:sp>
        <p:nvSpPr>
          <p:cNvPr id="4" name="正方形/長方形 3">
            <a:extLst>
              <a:ext uri="{FF2B5EF4-FFF2-40B4-BE49-F238E27FC236}">
                <a16:creationId xmlns:a16="http://schemas.microsoft.com/office/drawing/2014/main" id="{05A0FB08-417E-423D-8D2F-B7810CF78591}"/>
              </a:ext>
            </a:extLst>
          </p:cNvPr>
          <p:cNvSpPr>
            <a:spLocks noGrp="1"/>
          </p:cNvSpPr>
          <p:nvPr/>
        </p:nvSpPr>
        <p:spPr>
          <a:xfrm>
            <a:off x="10858500" y="6419850"/>
            <a:ext cx="647700" cy="238125"/>
          </a:xfrm>
          <a:prstGeom prst="rect">
            <a:avLst/>
          </a:prstGeom>
          <a:noFill/>
          <a:ln w="0">
            <a:noFill/>
          </a:ln>
        </p:spPr>
        <p:txBody>
          <a:bodyPr lIns="0" tIns="0" rIns="0" bIns="0" anchor="ctr">
            <a:noAutofit/>
          </a:bodyPr>
          <a:lstStyle>
            <a:defPPr algn="r">
              <a:defRPr sz="1425" b="0">
                <a:solidFill>
                  <a:srgbClr val="596875"/>
                </a:solidFill>
                <a:latin typeface="Yu Gothic"/>
                <a:ea typeface="Yu Gothic"/>
                <a:cs typeface="Yu Gothic"/>
              </a:defRPr>
            </a:defPPr>
            <a:lvl1pPr algn="r">
              <a:buNone/>
              <a:defRPr sz="1425" b="0">
                <a:solidFill>
                  <a:srgbClr val="596875"/>
                </a:solidFill>
                <a:latin typeface="Yu Gothic"/>
                <a:ea typeface="Yu Gothic"/>
                <a:cs typeface="Yu Gothic"/>
              </a:defRPr>
            </a:lvl1pPr>
            <a:lvl2pPr algn="r">
              <a:buNone/>
              <a:defRPr sz="1425" b="0">
                <a:solidFill>
                  <a:srgbClr val="596875"/>
                </a:solidFill>
                <a:latin typeface="Yu Gothic"/>
                <a:ea typeface="Yu Gothic"/>
                <a:cs typeface="Yu Gothic"/>
              </a:defRPr>
            </a:lvl2pPr>
            <a:lvl3pPr algn="r">
              <a:buNone/>
              <a:defRPr sz="1425" b="0">
                <a:solidFill>
                  <a:srgbClr val="596875"/>
                </a:solidFill>
                <a:latin typeface="Yu Gothic"/>
                <a:ea typeface="Yu Gothic"/>
                <a:cs typeface="Yu Gothic"/>
              </a:defRPr>
            </a:lvl3pPr>
            <a:lvl4pPr algn="r">
              <a:buNone/>
              <a:defRPr sz="1425" b="0">
                <a:solidFill>
                  <a:srgbClr val="596875"/>
                </a:solidFill>
                <a:latin typeface="Yu Gothic"/>
                <a:ea typeface="Yu Gothic"/>
                <a:cs typeface="Yu Gothic"/>
              </a:defRPr>
            </a:lvl4pPr>
            <a:lvl5pPr algn="r">
              <a:buNone/>
              <a:defRPr sz="1425" b="0">
                <a:solidFill>
                  <a:srgbClr val="596875"/>
                </a:solidFill>
                <a:latin typeface="Yu Gothic"/>
                <a:ea typeface="Yu Gothic"/>
                <a:cs typeface="Yu Gothic"/>
              </a:defRPr>
            </a:lvl5pPr>
            <a:lvl6pPr algn="r">
              <a:buNone/>
              <a:defRPr sz="1425" b="0">
                <a:solidFill>
                  <a:srgbClr val="596875"/>
                </a:solidFill>
                <a:latin typeface="Yu Gothic"/>
                <a:ea typeface="Yu Gothic"/>
                <a:cs typeface="Yu Gothic"/>
              </a:defRPr>
            </a:lvl6pPr>
            <a:lvl7pPr algn="r">
              <a:buNone/>
              <a:defRPr sz="1425" b="0">
                <a:solidFill>
                  <a:srgbClr val="596875"/>
                </a:solidFill>
                <a:latin typeface="Yu Gothic"/>
                <a:ea typeface="Yu Gothic"/>
                <a:cs typeface="Yu Gothic"/>
              </a:defRPr>
            </a:lvl7pPr>
            <a:lvl8pPr algn="r">
              <a:buNone/>
              <a:defRPr sz="1425" b="0">
                <a:solidFill>
                  <a:srgbClr val="596875"/>
                </a:solidFill>
                <a:latin typeface="Yu Gothic"/>
                <a:ea typeface="Yu Gothic"/>
                <a:cs typeface="Yu Gothic"/>
              </a:defRPr>
            </a:lvl8pPr>
            <a:lvl9pPr algn="r">
              <a:buNone/>
              <a:defRPr sz="1425" b="0">
                <a:solidFill>
                  <a:srgbClr val="596875"/>
                </a:solidFill>
                <a:latin typeface="Yu Gothic"/>
                <a:ea typeface="Yu Gothic"/>
                <a:cs typeface="Yu Gothic"/>
              </a:defRPr>
            </a:lvl9pPr>
          </a:lstStyle>
          <a:p>
            <a:pPr algn="r">
              <a:buNone/>
              <a:defRPr sz="1425" b="0">
                <a:solidFill>
                  <a:srgbClr val="596875"/>
                </a:solidFill>
                <a:latin typeface="Yu Gothic"/>
                <a:ea typeface="Yu Gothic"/>
                <a:cs typeface="Yu Gothic"/>
              </a:defRPr>
            </a:pPr>
            <a:r>
              <a:rPr lang="en-US" altLang="ja-JP" sz="1425" b="0">
                <a:solidFill>
                  <a:srgbClr val="596875"/>
                </a:solidFill>
                <a:latin typeface="Yu Gothic"/>
                <a:ea typeface="Yu Gothic"/>
                <a:cs typeface="Yu Gothic"/>
              </a:rPr>
              <a:t>5</a:t>
            </a:r>
            <a:endParaRPr sz="1425" b="0">
              <a:solidFill>
                <a:srgbClr val="596875"/>
              </a:solidFill>
              <a:latin typeface="Yu Gothic"/>
              <a:ea typeface="Yu Gothic"/>
              <a:cs typeface="Yu Gothic"/>
            </a:endParaRPr>
          </a:p>
        </p:txBody>
      </p:sp>
      <p:sp>
        <p:nvSpPr>
          <p:cNvPr id="5" name="正方形/長方形 4">
            <a:extLst>
              <a:ext uri="{FF2B5EF4-FFF2-40B4-BE49-F238E27FC236}">
                <a16:creationId xmlns:a16="http://schemas.microsoft.com/office/drawing/2014/main" id="{F6AF955A-0633-4CE9-ABDA-0ED0BC525CF6}"/>
              </a:ext>
            </a:extLst>
          </p:cNvPr>
          <p:cNvSpPr>
            <a:spLocks noGrp="1"/>
          </p:cNvSpPr>
          <p:nvPr/>
        </p:nvSpPr>
        <p:spPr>
          <a:xfrm>
            <a:off x="685800" y="1571625"/>
            <a:ext cx="10820400" cy="666750"/>
          </a:xfrm>
          <a:prstGeom prst="rect">
            <a:avLst/>
          </a:prstGeom>
          <a:noFill/>
          <a:ln w="0">
            <a:noFill/>
          </a:ln>
        </p:spPr>
        <p:txBody>
          <a:bodyPr lIns="0" tIns="0" rIns="0" bIns="0" anchor="ctr">
            <a:noAutofit/>
          </a:bodyPr>
          <a:lstStyle>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ラミナと呼ぶひき板を、主な繊維方向をそろえて接着積層する</a:t>
            </a:r>
          </a:p>
        </p:txBody>
      </p:sp>
      <p:sp>
        <p:nvSpPr>
          <p:cNvPr id="6" name="正方形/長方形 5">
            <a:extLst>
              <a:ext uri="{FF2B5EF4-FFF2-40B4-BE49-F238E27FC236}">
                <a16:creationId xmlns:a16="http://schemas.microsoft.com/office/drawing/2014/main" id="{9D23BD20-71FE-46D1-AB17-6B38FC96A48D}"/>
              </a:ext>
            </a:extLst>
          </p:cNvPr>
          <p:cNvSpPr>
            <a:spLocks noGrp="1"/>
          </p:cNvSpPr>
          <p:nvPr/>
        </p:nvSpPr>
        <p:spPr>
          <a:xfrm>
            <a:off x="685800" y="2352675"/>
            <a:ext cx="10820400" cy="666750"/>
          </a:xfrm>
          <a:prstGeom prst="rect">
            <a:avLst/>
          </a:prstGeom>
          <a:noFill/>
          <a:ln w="0">
            <a:noFill/>
          </a:ln>
        </p:spPr>
        <p:txBody>
          <a:bodyPr lIns="0" tIns="0" rIns="0" bIns="0" anchor="ctr">
            <a:noAutofit/>
          </a:bodyPr>
          <a:lstStyle>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乾燥・選別・接合・圧締を管理し、断面や長さを構成する</a:t>
            </a:r>
          </a:p>
        </p:txBody>
      </p:sp>
      <p:sp>
        <p:nvSpPr>
          <p:cNvPr id="7" name="正方形/長方形 6">
            <a:extLst>
              <a:ext uri="{FF2B5EF4-FFF2-40B4-BE49-F238E27FC236}">
                <a16:creationId xmlns:a16="http://schemas.microsoft.com/office/drawing/2014/main" id="{6070E109-191A-426F-B26F-610D7C1442FC}"/>
              </a:ext>
            </a:extLst>
          </p:cNvPr>
          <p:cNvSpPr>
            <a:spLocks noGrp="1"/>
          </p:cNvSpPr>
          <p:nvPr/>
        </p:nvSpPr>
        <p:spPr>
          <a:xfrm>
            <a:off x="685800" y="3133725"/>
            <a:ext cx="10820400" cy="666750"/>
          </a:xfrm>
          <a:prstGeom prst="rect">
            <a:avLst/>
          </a:prstGeom>
          <a:noFill/>
          <a:ln w="0">
            <a:noFill/>
          </a:ln>
        </p:spPr>
        <p:txBody>
          <a:bodyPr lIns="0" tIns="0" rIns="0" bIns="0" anchor="ctr">
            <a:noAutofit/>
          </a:bodyPr>
          <a:lstStyle>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ラミナの等級や配置を調整して、部材の性能を設計する</a:t>
            </a:r>
          </a:p>
        </p:txBody>
      </p:sp>
      <p:sp>
        <p:nvSpPr>
          <p:cNvPr id="8" name="正方形/長方形 7">
            <a:extLst>
              <a:ext uri="{FF2B5EF4-FFF2-40B4-BE49-F238E27FC236}">
                <a16:creationId xmlns:a16="http://schemas.microsoft.com/office/drawing/2014/main" id="{11B992AB-5EF3-41B7-B364-C469A3D48B59}"/>
              </a:ext>
            </a:extLst>
          </p:cNvPr>
          <p:cNvSpPr>
            <a:spLocks noGrp="1"/>
          </p:cNvSpPr>
          <p:nvPr/>
        </p:nvSpPr>
        <p:spPr>
          <a:xfrm>
            <a:off x="685800" y="3914775"/>
            <a:ext cx="10820400" cy="666750"/>
          </a:xfrm>
          <a:prstGeom prst="rect">
            <a:avLst/>
          </a:prstGeom>
          <a:noFill/>
          <a:ln w="0">
            <a:noFill/>
          </a:ln>
        </p:spPr>
        <p:txBody>
          <a:bodyPr lIns="0" tIns="0" rIns="0" bIns="0" anchor="ctr">
            <a:noAutofit/>
          </a:bodyPr>
          <a:lstStyle>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曲げでは表層の役割が大きく、層の位置が性能に影響する</a:t>
            </a:r>
          </a:p>
        </p:txBody>
      </p:sp>
      <p:sp>
        <p:nvSpPr>
          <p:cNvPr id="9" name="正方形/長方形 8">
            <a:extLst>
              <a:ext uri="{FF2B5EF4-FFF2-40B4-BE49-F238E27FC236}">
                <a16:creationId xmlns:a16="http://schemas.microsoft.com/office/drawing/2014/main" id="{69985EC2-91F7-4692-8548-2A442C732057}"/>
              </a:ext>
            </a:extLst>
          </p:cNvPr>
          <p:cNvSpPr>
            <a:spLocks noGrp="1"/>
          </p:cNvSpPr>
          <p:nvPr/>
        </p:nvSpPr>
        <p:spPr>
          <a:xfrm>
            <a:off x="685800" y="4695825"/>
            <a:ext cx="10820400" cy="666750"/>
          </a:xfrm>
          <a:prstGeom prst="rect">
            <a:avLst/>
          </a:prstGeom>
          <a:noFill/>
          <a:ln w="0">
            <a:noFill/>
          </a:ln>
        </p:spPr>
        <p:txBody>
          <a:bodyPr lIns="0" tIns="0" rIns="0" bIns="0" anchor="ctr">
            <a:noAutofit/>
          </a:bodyPr>
          <a:lstStyle>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節を分散できても、節や接着部の影響が自動的に消えるわけではない</a:t>
            </a:r>
          </a:p>
        </p:txBody>
      </p:sp>
    </p:spTree>
    <p:extLst>
      <p:ext uri="{BB962C8B-B14F-4D97-AF65-F5344CB8AC3E}">
        <p14:creationId xmlns:p14="http://schemas.microsoft.com/office/powerpoint/2010/main" val="247041359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正方形/長方形 30">
            <a:extLst>
              <a:ext uri="{FF2B5EF4-FFF2-40B4-BE49-F238E27FC236}">
                <a16:creationId xmlns:a16="http://schemas.microsoft.com/office/drawing/2014/main" id="{AE83495C-11C4-47A7-A9F7-6D4A8A9FFA6E}"/>
              </a:ext>
            </a:extLst>
          </p:cNvPr>
          <p:cNvSpPr>
            <a:spLocks noGrp="1"/>
          </p:cNvSpPr>
          <p:nvPr/>
        </p:nvSpPr>
        <p:spPr>
          <a:xfrm>
            <a:off x="685800" y="342900"/>
            <a:ext cx="10820400" cy="666750"/>
          </a:xfrm>
          <a:prstGeom prst="rect">
            <a:avLst/>
          </a:prstGeom>
          <a:noFill/>
          <a:ln w="0">
            <a:noFill/>
          </a:ln>
        </p:spPr>
        <p:txBody>
          <a:bodyPr lIns="0" tIns="0" rIns="0" bIns="0" anchor="ctr">
            <a:noAutofit/>
          </a:bodyPr>
          <a:lstStyle>
            <a:defPPr>
              <a:defRPr sz="3000" b="1">
                <a:solidFill>
                  <a:srgbClr val="18364F"/>
                </a:solidFill>
                <a:latin typeface="Yu Gothic"/>
                <a:ea typeface="Yu Gothic"/>
                <a:cs typeface="Yu Gothic"/>
              </a:defRPr>
            </a:defPPr>
            <a:lvl1pPr>
              <a:buNone/>
              <a:defRPr sz="3000" b="1">
                <a:solidFill>
                  <a:srgbClr val="18364F"/>
                </a:solidFill>
                <a:latin typeface="Yu Gothic"/>
                <a:ea typeface="Yu Gothic"/>
                <a:cs typeface="Yu Gothic"/>
              </a:defRPr>
            </a:lvl1pPr>
            <a:lvl2pPr>
              <a:buNone/>
              <a:defRPr sz="3000" b="1">
                <a:solidFill>
                  <a:srgbClr val="18364F"/>
                </a:solidFill>
                <a:latin typeface="Yu Gothic"/>
                <a:ea typeface="Yu Gothic"/>
                <a:cs typeface="Yu Gothic"/>
              </a:defRPr>
            </a:lvl2pPr>
            <a:lvl3pPr>
              <a:buNone/>
              <a:defRPr sz="3000" b="1">
                <a:solidFill>
                  <a:srgbClr val="18364F"/>
                </a:solidFill>
                <a:latin typeface="Yu Gothic"/>
                <a:ea typeface="Yu Gothic"/>
                <a:cs typeface="Yu Gothic"/>
              </a:defRPr>
            </a:lvl3pPr>
            <a:lvl4pPr>
              <a:buNone/>
              <a:defRPr sz="3000" b="1">
                <a:solidFill>
                  <a:srgbClr val="18364F"/>
                </a:solidFill>
                <a:latin typeface="Yu Gothic"/>
                <a:ea typeface="Yu Gothic"/>
                <a:cs typeface="Yu Gothic"/>
              </a:defRPr>
            </a:lvl4pPr>
            <a:lvl5pPr>
              <a:buNone/>
              <a:defRPr sz="3000" b="1">
                <a:solidFill>
                  <a:srgbClr val="18364F"/>
                </a:solidFill>
                <a:latin typeface="Yu Gothic"/>
                <a:ea typeface="Yu Gothic"/>
                <a:cs typeface="Yu Gothic"/>
              </a:defRPr>
            </a:lvl5pPr>
            <a:lvl6pPr>
              <a:buNone/>
              <a:defRPr sz="3000" b="1">
                <a:solidFill>
                  <a:srgbClr val="18364F"/>
                </a:solidFill>
                <a:latin typeface="Yu Gothic"/>
                <a:ea typeface="Yu Gothic"/>
                <a:cs typeface="Yu Gothic"/>
              </a:defRPr>
            </a:lvl6pPr>
            <a:lvl7pPr>
              <a:buNone/>
              <a:defRPr sz="3000" b="1">
                <a:solidFill>
                  <a:srgbClr val="18364F"/>
                </a:solidFill>
                <a:latin typeface="Yu Gothic"/>
                <a:ea typeface="Yu Gothic"/>
                <a:cs typeface="Yu Gothic"/>
              </a:defRPr>
            </a:lvl7pPr>
            <a:lvl8pPr>
              <a:buNone/>
              <a:defRPr sz="3000" b="1">
                <a:solidFill>
                  <a:srgbClr val="18364F"/>
                </a:solidFill>
                <a:latin typeface="Yu Gothic"/>
                <a:ea typeface="Yu Gothic"/>
                <a:cs typeface="Yu Gothic"/>
              </a:defRPr>
            </a:lvl8pPr>
            <a:lvl9pPr>
              <a:buNone/>
              <a:defRPr sz="3000" b="1">
                <a:solidFill>
                  <a:srgbClr val="18364F"/>
                </a:solidFill>
                <a:latin typeface="Yu Gothic"/>
                <a:ea typeface="Yu Gothic"/>
                <a:cs typeface="Yu Gothic"/>
              </a:defRPr>
            </a:lvl9pPr>
          </a:lstStyle>
          <a:p>
            <a:pPr>
              <a:buNone/>
              <a:defRPr sz="3000" b="1">
                <a:solidFill>
                  <a:srgbClr val="18364F"/>
                </a:solidFill>
                <a:latin typeface="Yu Gothic"/>
                <a:ea typeface="Yu Gothic"/>
                <a:cs typeface="Yu Gothic"/>
              </a:defRPr>
            </a:pPr>
            <a:r>
              <a:rPr sz="3000" b="1">
                <a:solidFill>
                  <a:srgbClr val="18364F"/>
                </a:solidFill>
                <a:latin typeface="Yu Gothic"/>
                <a:ea typeface="Yu Gothic"/>
                <a:cs typeface="Yu Gothic"/>
              </a:rPr>
              <a:t>ラミナをどこに置くか：曲げとの関係</a:t>
            </a:r>
          </a:p>
        </p:txBody>
      </p:sp>
      <p:sp>
        <p:nvSpPr>
          <p:cNvPr id="2" name="正方形/長方形 1">
            <a:extLst>
              <a:ext uri="{FF2B5EF4-FFF2-40B4-BE49-F238E27FC236}">
                <a16:creationId xmlns:a16="http://schemas.microsoft.com/office/drawing/2014/main" id="{BC0E715E-833F-4DE2-8CB0-5A2E205E7B52}"/>
              </a:ext>
            </a:extLst>
          </p:cNvPr>
          <p:cNvSpPr>
            <a:spLocks noGrp="1"/>
          </p:cNvSpPr>
          <p:nvPr/>
        </p:nvSpPr>
        <p:spPr>
          <a:xfrm>
            <a:off x="685800" y="1181100"/>
            <a:ext cx="10820400" cy="19050"/>
          </a:xfrm>
          <a:prstGeom prst="rect">
            <a:avLst/>
          </a:prstGeom>
          <a:solidFill>
            <a:srgbClr val="18364F"/>
          </a:solidFill>
          <a:ln w="0">
            <a:noFill/>
          </a:ln>
        </p:spPr>
      </p:sp>
      <p:sp>
        <p:nvSpPr>
          <p:cNvPr id="3" name="正方形/長方形 2">
            <a:extLst>
              <a:ext uri="{FF2B5EF4-FFF2-40B4-BE49-F238E27FC236}">
                <a16:creationId xmlns:a16="http://schemas.microsoft.com/office/drawing/2014/main" id="{2737302E-114E-4110-A20D-FBE87CF40281}"/>
              </a:ext>
            </a:extLst>
          </p:cNvPr>
          <p:cNvSpPr>
            <a:spLocks noGrp="1"/>
          </p:cNvSpPr>
          <p:nvPr/>
        </p:nvSpPr>
        <p:spPr>
          <a:xfrm>
            <a:off x="685800" y="6419850"/>
            <a:ext cx="9334500" cy="257175"/>
          </a:xfrm>
          <a:prstGeom prst="rect">
            <a:avLst/>
          </a:prstGeom>
          <a:noFill/>
          <a:ln w="0">
            <a:noFill/>
          </a:ln>
        </p:spPr>
        <p:txBody>
          <a:bodyPr lIns="0" tIns="0" rIns="0" bIns="0" anchor="ctr">
            <a:noAutofit/>
          </a:bodyPr>
          <a:lstStyle>
            <a:defPPr>
              <a:defRPr sz="1425" b="0">
                <a:solidFill>
                  <a:srgbClr val="596875"/>
                </a:solidFill>
                <a:latin typeface="Yu Gothic"/>
                <a:ea typeface="Yu Gothic"/>
                <a:cs typeface="Yu Gothic"/>
              </a:defRPr>
            </a:defPPr>
            <a:lvl1pPr>
              <a:buNone/>
              <a:defRPr sz="1425" b="0">
                <a:solidFill>
                  <a:srgbClr val="596875"/>
                </a:solidFill>
                <a:latin typeface="Yu Gothic"/>
                <a:ea typeface="Yu Gothic"/>
                <a:cs typeface="Yu Gothic"/>
              </a:defRPr>
            </a:lvl1pPr>
            <a:lvl2pPr>
              <a:buNone/>
              <a:defRPr sz="1425" b="0">
                <a:solidFill>
                  <a:srgbClr val="596875"/>
                </a:solidFill>
                <a:latin typeface="Yu Gothic"/>
                <a:ea typeface="Yu Gothic"/>
                <a:cs typeface="Yu Gothic"/>
              </a:defRPr>
            </a:lvl2pPr>
            <a:lvl3pPr>
              <a:buNone/>
              <a:defRPr sz="1425" b="0">
                <a:solidFill>
                  <a:srgbClr val="596875"/>
                </a:solidFill>
                <a:latin typeface="Yu Gothic"/>
                <a:ea typeface="Yu Gothic"/>
                <a:cs typeface="Yu Gothic"/>
              </a:defRPr>
            </a:lvl3pPr>
            <a:lvl4pPr>
              <a:buNone/>
              <a:defRPr sz="1425" b="0">
                <a:solidFill>
                  <a:srgbClr val="596875"/>
                </a:solidFill>
                <a:latin typeface="Yu Gothic"/>
                <a:ea typeface="Yu Gothic"/>
                <a:cs typeface="Yu Gothic"/>
              </a:defRPr>
            </a:lvl4pPr>
            <a:lvl5pPr>
              <a:buNone/>
              <a:defRPr sz="1425" b="0">
                <a:solidFill>
                  <a:srgbClr val="596875"/>
                </a:solidFill>
                <a:latin typeface="Yu Gothic"/>
                <a:ea typeface="Yu Gothic"/>
                <a:cs typeface="Yu Gothic"/>
              </a:defRPr>
            </a:lvl5pPr>
            <a:lvl6pPr>
              <a:buNone/>
              <a:defRPr sz="1425" b="0">
                <a:solidFill>
                  <a:srgbClr val="596875"/>
                </a:solidFill>
                <a:latin typeface="Yu Gothic"/>
                <a:ea typeface="Yu Gothic"/>
                <a:cs typeface="Yu Gothic"/>
              </a:defRPr>
            </a:lvl6pPr>
            <a:lvl7pPr>
              <a:buNone/>
              <a:defRPr sz="1425" b="0">
                <a:solidFill>
                  <a:srgbClr val="596875"/>
                </a:solidFill>
                <a:latin typeface="Yu Gothic"/>
                <a:ea typeface="Yu Gothic"/>
                <a:cs typeface="Yu Gothic"/>
              </a:defRPr>
            </a:lvl7pPr>
            <a:lvl8pPr>
              <a:buNone/>
              <a:defRPr sz="1425" b="0">
                <a:solidFill>
                  <a:srgbClr val="596875"/>
                </a:solidFill>
                <a:latin typeface="Yu Gothic"/>
                <a:ea typeface="Yu Gothic"/>
                <a:cs typeface="Yu Gothic"/>
              </a:defRPr>
            </a:lvl8pPr>
            <a:lvl9pPr>
              <a:buNone/>
              <a:defRPr sz="1425" b="0">
                <a:solidFill>
                  <a:srgbClr val="596875"/>
                </a:solidFill>
                <a:latin typeface="Yu Gothic"/>
                <a:ea typeface="Yu Gothic"/>
                <a:cs typeface="Yu Gothic"/>
              </a:defRPr>
            </a:lvl9pPr>
          </a:lstStyle>
          <a:p>
            <a:pPr>
              <a:buNone/>
              <a:defRPr sz="1425" b="0">
                <a:solidFill>
                  <a:srgbClr val="596875"/>
                </a:solidFill>
                <a:latin typeface="Yu Gothic"/>
                <a:ea typeface="Yu Gothic"/>
                <a:cs typeface="Yu Gothic"/>
              </a:defRPr>
            </a:pPr>
            <a:r>
              <a:rPr lang="ja-JP" altLang="en-US" sz="1425" b="0">
                <a:solidFill>
                  <a:srgbClr val="596875"/>
                </a:solidFill>
                <a:latin typeface="Yu Gothic"/>
                <a:ea typeface="Yu Gothic"/>
                <a:cs typeface="Yu Gothic"/>
              </a:rPr>
              <a:t>木材及び木質材料学　新第</a:t>
            </a:r>
            <a:r>
              <a:rPr lang="en-US" altLang="ja-JP" sz="1425" b="0">
                <a:solidFill>
                  <a:srgbClr val="596875"/>
                </a:solidFill>
                <a:latin typeface="Yu Gothic"/>
                <a:ea typeface="Yu Gothic"/>
                <a:cs typeface="Yu Gothic"/>
              </a:rPr>
              <a:t>14</a:t>
            </a:r>
            <a:r>
              <a:rPr lang="ja-JP" altLang="en-US" sz="1425" b="0">
                <a:solidFill>
                  <a:srgbClr val="596875"/>
                </a:solidFill>
                <a:latin typeface="Yu Gothic"/>
                <a:ea typeface="Yu Gothic"/>
                <a:cs typeface="Yu Gothic"/>
              </a:rPr>
              <a:t>回　構造・燃焼</a:t>
            </a:r>
            <a:endParaRPr sz="1425" b="0">
              <a:solidFill>
                <a:srgbClr val="596875"/>
              </a:solidFill>
              <a:latin typeface="Yu Gothic"/>
              <a:ea typeface="Yu Gothic"/>
              <a:cs typeface="Yu Gothic"/>
            </a:endParaRPr>
          </a:p>
        </p:txBody>
      </p:sp>
      <p:sp>
        <p:nvSpPr>
          <p:cNvPr id="4" name="正方形/長方形 3">
            <a:extLst>
              <a:ext uri="{FF2B5EF4-FFF2-40B4-BE49-F238E27FC236}">
                <a16:creationId xmlns:a16="http://schemas.microsoft.com/office/drawing/2014/main" id="{42758F5D-6DA8-42EC-A573-D0C9B00A9AAD}"/>
              </a:ext>
            </a:extLst>
          </p:cNvPr>
          <p:cNvSpPr>
            <a:spLocks noGrp="1"/>
          </p:cNvSpPr>
          <p:nvPr/>
        </p:nvSpPr>
        <p:spPr>
          <a:xfrm>
            <a:off x="10763250" y="6419850"/>
            <a:ext cx="742950" cy="257175"/>
          </a:xfrm>
          <a:prstGeom prst="rect">
            <a:avLst/>
          </a:prstGeom>
          <a:noFill/>
          <a:ln w="0">
            <a:noFill/>
          </a:ln>
        </p:spPr>
        <p:txBody>
          <a:bodyPr lIns="0" tIns="0" rIns="0" bIns="0" anchor="ctr">
            <a:noAutofit/>
          </a:bodyPr>
          <a:lstStyle>
            <a:defPPr>
              <a:defRPr sz="1425" b="0">
                <a:solidFill>
                  <a:srgbClr val="596875"/>
                </a:solidFill>
                <a:latin typeface="Yu Gothic"/>
                <a:ea typeface="Yu Gothic"/>
                <a:cs typeface="Yu Gothic"/>
              </a:defRPr>
            </a:defPPr>
            <a:lvl1pPr>
              <a:buNone/>
              <a:defRPr sz="1425" b="0">
                <a:solidFill>
                  <a:srgbClr val="596875"/>
                </a:solidFill>
                <a:latin typeface="Yu Gothic"/>
                <a:ea typeface="Yu Gothic"/>
                <a:cs typeface="Yu Gothic"/>
              </a:defRPr>
            </a:lvl1pPr>
            <a:lvl2pPr>
              <a:buNone/>
              <a:defRPr sz="1425" b="0">
                <a:solidFill>
                  <a:srgbClr val="596875"/>
                </a:solidFill>
                <a:latin typeface="Yu Gothic"/>
                <a:ea typeface="Yu Gothic"/>
                <a:cs typeface="Yu Gothic"/>
              </a:defRPr>
            </a:lvl2pPr>
            <a:lvl3pPr>
              <a:buNone/>
              <a:defRPr sz="1425" b="0">
                <a:solidFill>
                  <a:srgbClr val="596875"/>
                </a:solidFill>
                <a:latin typeface="Yu Gothic"/>
                <a:ea typeface="Yu Gothic"/>
                <a:cs typeface="Yu Gothic"/>
              </a:defRPr>
            </a:lvl3pPr>
            <a:lvl4pPr>
              <a:buNone/>
              <a:defRPr sz="1425" b="0">
                <a:solidFill>
                  <a:srgbClr val="596875"/>
                </a:solidFill>
                <a:latin typeface="Yu Gothic"/>
                <a:ea typeface="Yu Gothic"/>
                <a:cs typeface="Yu Gothic"/>
              </a:defRPr>
            </a:lvl4pPr>
            <a:lvl5pPr>
              <a:buNone/>
              <a:defRPr sz="1425" b="0">
                <a:solidFill>
                  <a:srgbClr val="596875"/>
                </a:solidFill>
                <a:latin typeface="Yu Gothic"/>
                <a:ea typeface="Yu Gothic"/>
                <a:cs typeface="Yu Gothic"/>
              </a:defRPr>
            </a:lvl5pPr>
            <a:lvl6pPr>
              <a:buNone/>
              <a:defRPr sz="1425" b="0">
                <a:solidFill>
                  <a:srgbClr val="596875"/>
                </a:solidFill>
                <a:latin typeface="Yu Gothic"/>
                <a:ea typeface="Yu Gothic"/>
                <a:cs typeface="Yu Gothic"/>
              </a:defRPr>
            </a:lvl6pPr>
            <a:lvl7pPr>
              <a:buNone/>
              <a:defRPr sz="1425" b="0">
                <a:solidFill>
                  <a:srgbClr val="596875"/>
                </a:solidFill>
                <a:latin typeface="Yu Gothic"/>
                <a:ea typeface="Yu Gothic"/>
                <a:cs typeface="Yu Gothic"/>
              </a:defRPr>
            </a:lvl7pPr>
            <a:lvl8pPr>
              <a:buNone/>
              <a:defRPr sz="1425" b="0">
                <a:solidFill>
                  <a:srgbClr val="596875"/>
                </a:solidFill>
                <a:latin typeface="Yu Gothic"/>
                <a:ea typeface="Yu Gothic"/>
                <a:cs typeface="Yu Gothic"/>
              </a:defRPr>
            </a:lvl8pPr>
            <a:lvl9pPr>
              <a:buNone/>
              <a:defRPr sz="1425" b="0">
                <a:solidFill>
                  <a:srgbClr val="596875"/>
                </a:solidFill>
                <a:latin typeface="Yu Gothic"/>
                <a:ea typeface="Yu Gothic"/>
                <a:cs typeface="Yu Gothic"/>
              </a:defRPr>
            </a:lvl9pPr>
          </a:lstStyle>
          <a:p>
            <a:pPr>
              <a:buNone/>
              <a:defRPr sz="1425" b="0">
                <a:solidFill>
                  <a:srgbClr val="596875"/>
                </a:solidFill>
                <a:latin typeface="Yu Gothic"/>
                <a:ea typeface="Yu Gothic"/>
                <a:cs typeface="Yu Gothic"/>
              </a:defRPr>
            </a:pPr>
            <a:r>
              <a:rPr lang="en-US" altLang="ja-JP" sz="1425" b="0">
                <a:solidFill>
                  <a:srgbClr val="596875"/>
                </a:solidFill>
                <a:latin typeface="Yu Gothic"/>
                <a:ea typeface="Yu Gothic"/>
                <a:cs typeface="Yu Gothic"/>
              </a:rPr>
              <a:t>6</a:t>
            </a:r>
            <a:endParaRPr sz="1425" b="0">
              <a:solidFill>
                <a:srgbClr val="596875"/>
              </a:solidFill>
              <a:latin typeface="Yu Gothic"/>
              <a:ea typeface="Yu Gothic"/>
              <a:cs typeface="Yu Gothic"/>
            </a:endParaRPr>
          </a:p>
        </p:txBody>
      </p:sp>
      <p:sp>
        <p:nvSpPr>
          <p:cNvPr id="5" name="正方形/長方形 4">
            <a:extLst>
              <a:ext uri="{FF2B5EF4-FFF2-40B4-BE49-F238E27FC236}">
                <a16:creationId xmlns:a16="http://schemas.microsoft.com/office/drawing/2014/main" id="{F97C13A2-6FD0-4671-A661-887E6C074FC9}"/>
              </a:ext>
            </a:extLst>
          </p:cNvPr>
          <p:cNvSpPr>
            <a:spLocks noGrp="1"/>
          </p:cNvSpPr>
          <p:nvPr/>
        </p:nvSpPr>
        <p:spPr>
          <a:xfrm>
            <a:off x="1000125" y="2171700"/>
            <a:ext cx="5143500" cy="485775"/>
          </a:xfrm>
          <a:prstGeom prst="rect">
            <a:avLst/>
          </a:prstGeom>
          <a:solidFill>
            <a:srgbClr val="EBD7B8"/>
          </a:solidFill>
          <a:ln w="9525">
            <a:solidFill>
              <a:srgbClr val="596875"/>
            </a:solidFill>
          </a:ln>
        </p:spPr>
      </p:sp>
      <p:sp>
        <p:nvSpPr>
          <p:cNvPr id="6" name="フリーフォーム: 図形 5">
            <a:extLst>
              <a:ext uri="{FF2B5EF4-FFF2-40B4-BE49-F238E27FC236}">
                <a16:creationId xmlns:a16="http://schemas.microsoft.com/office/drawing/2014/main" id="{0A04080E-D5B4-4802-8BC4-B246B46AEEC9}"/>
              </a:ext>
            </a:extLst>
          </p:cNvPr>
          <p:cNvSpPr>
            <a:spLocks noGrp="1"/>
          </p:cNvSpPr>
          <p:nvPr/>
        </p:nvSpPr>
        <p:spPr>
          <a:xfrm>
            <a:off x="1114425" y="2341721"/>
            <a:ext cx="4914900" cy="9525"/>
          </a:xfrm>
          <a:custGeom>
            <a:avLst/>
            <a:gdLst/>
            <a:ahLst/>
            <a:cxnLst/>
            <a:rect l="0" t="0" r="0" b="0"/>
            <a:pathLst>
              <a:path w="4914900" h="9525">
                <a:moveTo>
                  <a:pt x="0" y="0"/>
                </a:moveTo>
                <a:lnTo>
                  <a:pt x="4914900" y="0"/>
                </a:lnTo>
              </a:path>
            </a:pathLst>
          </a:custGeom>
          <a:noFill/>
          <a:ln w="19050">
            <a:solidFill>
              <a:srgbClr val="A36C2F"/>
            </a:solidFill>
          </a:ln>
        </p:spPr>
      </p:sp>
      <p:sp>
        <p:nvSpPr>
          <p:cNvPr id="7" name="フリーフォーム: 図形 6">
            <a:extLst>
              <a:ext uri="{FF2B5EF4-FFF2-40B4-BE49-F238E27FC236}">
                <a16:creationId xmlns:a16="http://schemas.microsoft.com/office/drawing/2014/main" id="{181F1AC5-CC40-4772-BCEE-E56B0C34ECA0}"/>
              </a:ext>
            </a:extLst>
          </p:cNvPr>
          <p:cNvSpPr>
            <a:spLocks noGrp="1"/>
          </p:cNvSpPr>
          <p:nvPr/>
        </p:nvSpPr>
        <p:spPr>
          <a:xfrm>
            <a:off x="1114425" y="2487454"/>
            <a:ext cx="4914900" cy="9525"/>
          </a:xfrm>
          <a:custGeom>
            <a:avLst/>
            <a:gdLst/>
            <a:ahLst/>
            <a:cxnLst/>
            <a:rect l="0" t="0" r="0" b="0"/>
            <a:pathLst>
              <a:path w="4914900" h="9525">
                <a:moveTo>
                  <a:pt x="0" y="0"/>
                </a:moveTo>
                <a:lnTo>
                  <a:pt x="4914900" y="0"/>
                </a:lnTo>
              </a:path>
            </a:pathLst>
          </a:custGeom>
          <a:noFill/>
          <a:ln w="19050">
            <a:solidFill>
              <a:srgbClr val="A36C2F"/>
            </a:solidFill>
          </a:ln>
        </p:spPr>
      </p:sp>
      <p:sp>
        <p:nvSpPr>
          <p:cNvPr id="8" name="正方形/長方形 7">
            <a:extLst>
              <a:ext uri="{FF2B5EF4-FFF2-40B4-BE49-F238E27FC236}">
                <a16:creationId xmlns:a16="http://schemas.microsoft.com/office/drawing/2014/main" id="{1BC2B8DC-732F-4AFB-8C19-E7421E3A9472}"/>
              </a:ext>
            </a:extLst>
          </p:cNvPr>
          <p:cNvSpPr>
            <a:spLocks noGrp="1"/>
          </p:cNvSpPr>
          <p:nvPr/>
        </p:nvSpPr>
        <p:spPr>
          <a:xfrm>
            <a:off x="1000125" y="2686050"/>
            <a:ext cx="5143500" cy="485775"/>
          </a:xfrm>
          <a:prstGeom prst="rect">
            <a:avLst/>
          </a:prstGeom>
          <a:solidFill>
            <a:srgbClr val="EBD7B8"/>
          </a:solidFill>
          <a:ln w="9525">
            <a:solidFill>
              <a:srgbClr val="596875"/>
            </a:solidFill>
          </a:ln>
        </p:spPr>
      </p:sp>
      <p:sp>
        <p:nvSpPr>
          <p:cNvPr id="9" name="フリーフォーム: 図形 8">
            <a:extLst>
              <a:ext uri="{FF2B5EF4-FFF2-40B4-BE49-F238E27FC236}">
                <a16:creationId xmlns:a16="http://schemas.microsoft.com/office/drawing/2014/main" id="{4AB8EBCF-FA6D-4F24-84D0-E3256299181B}"/>
              </a:ext>
            </a:extLst>
          </p:cNvPr>
          <p:cNvSpPr>
            <a:spLocks noGrp="1"/>
          </p:cNvSpPr>
          <p:nvPr/>
        </p:nvSpPr>
        <p:spPr>
          <a:xfrm>
            <a:off x="1114425" y="2856071"/>
            <a:ext cx="4914900" cy="9525"/>
          </a:xfrm>
          <a:custGeom>
            <a:avLst/>
            <a:gdLst/>
            <a:ahLst/>
            <a:cxnLst/>
            <a:rect l="0" t="0" r="0" b="0"/>
            <a:pathLst>
              <a:path w="4914900" h="9525">
                <a:moveTo>
                  <a:pt x="0" y="0"/>
                </a:moveTo>
                <a:lnTo>
                  <a:pt x="4914900" y="0"/>
                </a:lnTo>
              </a:path>
            </a:pathLst>
          </a:custGeom>
          <a:noFill/>
          <a:ln w="19050">
            <a:solidFill>
              <a:srgbClr val="A36C2F"/>
            </a:solidFill>
          </a:ln>
        </p:spPr>
      </p:sp>
      <p:sp>
        <p:nvSpPr>
          <p:cNvPr id="10" name="フリーフォーム: 図形 9">
            <a:extLst>
              <a:ext uri="{FF2B5EF4-FFF2-40B4-BE49-F238E27FC236}">
                <a16:creationId xmlns:a16="http://schemas.microsoft.com/office/drawing/2014/main" id="{803FC4E5-EB44-4D57-A6FF-ABBAA52A53E2}"/>
              </a:ext>
            </a:extLst>
          </p:cNvPr>
          <p:cNvSpPr>
            <a:spLocks noGrp="1"/>
          </p:cNvSpPr>
          <p:nvPr/>
        </p:nvSpPr>
        <p:spPr>
          <a:xfrm>
            <a:off x="1114425" y="3001804"/>
            <a:ext cx="4914900" cy="9525"/>
          </a:xfrm>
          <a:custGeom>
            <a:avLst/>
            <a:gdLst/>
            <a:ahLst/>
            <a:cxnLst/>
            <a:rect l="0" t="0" r="0" b="0"/>
            <a:pathLst>
              <a:path w="4914900" h="9525">
                <a:moveTo>
                  <a:pt x="0" y="0"/>
                </a:moveTo>
                <a:lnTo>
                  <a:pt x="4914900" y="0"/>
                </a:lnTo>
              </a:path>
            </a:pathLst>
          </a:custGeom>
          <a:noFill/>
          <a:ln w="19050">
            <a:solidFill>
              <a:srgbClr val="A36C2F"/>
            </a:solidFill>
          </a:ln>
        </p:spPr>
      </p:sp>
      <p:sp>
        <p:nvSpPr>
          <p:cNvPr id="11" name="正方形/長方形 10">
            <a:extLst>
              <a:ext uri="{FF2B5EF4-FFF2-40B4-BE49-F238E27FC236}">
                <a16:creationId xmlns:a16="http://schemas.microsoft.com/office/drawing/2014/main" id="{4EA91BA1-29B7-4EA2-A4E9-83974FF2B0D4}"/>
              </a:ext>
            </a:extLst>
          </p:cNvPr>
          <p:cNvSpPr>
            <a:spLocks noGrp="1"/>
          </p:cNvSpPr>
          <p:nvPr/>
        </p:nvSpPr>
        <p:spPr>
          <a:xfrm>
            <a:off x="1000125" y="3200400"/>
            <a:ext cx="5143500" cy="485775"/>
          </a:xfrm>
          <a:prstGeom prst="rect">
            <a:avLst/>
          </a:prstGeom>
          <a:solidFill>
            <a:srgbClr val="EBD7B8"/>
          </a:solidFill>
          <a:ln w="9525">
            <a:solidFill>
              <a:srgbClr val="596875"/>
            </a:solidFill>
          </a:ln>
        </p:spPr>
      </p:sp>
      <p:sp>
        <p:nvSpPr>
          <p:cNvPr id="12" name="フリーフォーム: 図形 11">
            <a:extLst>
              <a:ext uri="{FF2B5EF4-FFF2-40B4-BE49-F238E27FC236}">
                <a16:creationId xmlns:a16="http://schemas.microsoft.com/office/drawing/2014/main" id="{1608269E-F9B5-4D2F-8A3F-0CDE2561BE87}"/>
              </a:ext>
            </a:extLst>
          </p:cNvPr>
          <p:cNvSpPr>
            <a:spLocks noGrp="1"/>
          </p:cNvSpPr>
          <p:nvPr/>
        </p:nvSpPr>
        <p:spPr>
          <a:xfrm>
            <a:off x="1114425" y="3370421"/>
            <a:ext cx="4914900" cy="9525"/>
          </a:xfrm>
          <a:custGeom>
            <a:avLst/>
            <a:gdLst/>
            <a:ahLst/>
            <a:cxnLst/>
            <a:rect l="0" t="0" r="0" b="0"/>
            <a:pathLst>
              <a:path w="4914900" h="9525">
                <a:moveTo>
                  <a:pt x="0" y="0"/>
                </a:moveTo>
                <a:lnTo>
                  <a:pt x="4914900" y="0"/>
                </a:lnTo>
              </a:path>
            </a:pathLst>
          </a:custGeom>
          <a:noFill/>
          <a:ln w="19050">
            <a:solidFill>
              <a:srgbClr val="A36C2F"/>
            </a:solidFill>
          </a:ln>
        </p:spPr>
      </p:sp>
      <p:sp>
        <p:nvSpPr>
          <p:cNvPr id="13" name="フリーフォーム: 図形 12">
            <a:extLst>
              <a:ext uri="{FF2B5EF4-FFF2-40B4-BE49-F238E27FC236}">
                <a16:creationId xmlns:a16="http://schemas.microsoft.com/office/drawing/2014/main" id="{31528AB1-8E2E-49BB-B0D0-25554C94EC47}"/>
              </a:ext>
            </a:extLst>
          </p:cNvPr>
          <p:cNvSpPr>
            <a:spLocks noGrp="1"/>
          </p:cNvSpPr>
          <p:nvPr/>
        </p:nvSpPr>
        <p:spPr>
          <a:xfrm>
            <a:off x="1114425" y="3516154"/>
            <a:ext cx="4914900" cy="9525"/>
          </a:xfrm>
          <a:custGeom>
            <a:avLst/>
            <a:gdLst/>
            <a:ahLst/>
            <a:cxnLst/>
            <a:rect l="0" t="0" r="0" b="0"/>
            <a:pathLst>
              <a:path w="4914900" h="9525">
                <a:moveTo>
                  <a:pt x="0" y="0"/>
                </a:moveTo>
                <a:lnTo>
                  <a:pt x="4914900" y="0"/>
                </a:lnTo>
              </a:path>
            </a:pathLst>
          </a:custGeom>
          <a:noFill/>
          <a:ln w="19050">
            <a:solidFill>
              <a:srgbClr val="A36C2F"/>
            </a:solidFill>
          </a:ln>
        </p:spPr>
      </p:sp>
      <p:sp>
        <p:nvSpPr>
          <p:cNvPr id="14" name="正方形/長方形 13">
            <a:extLst>
              <a:ext uri="{FF2B5EF4-FFF2-40B4-BE49-F238E27FC236}">
                <a16:creationId xmlns:a16="http://schemas.microsoft.com/office/drawing/2014/main" id="{76C3AE49-E703-4CEB-9296-7EDBA1BF684D}"/>
              </a:ext>
            </a:extLst>
          </p:cNvPr>
          <p:cNvSpPr>
            <a:spLocks noGrp="1"/>
          </p:cNvSpPr>
          <p:nvPr/>
        </p:nvSpPr>
        <p:spPr>
          <a:xfrm>
            <a:off x="1000125" y="3714750"/>
            <a:ext cx="5143500" cy="485775"/>
          </a:xfrm>
          <a:prstGeom prst="rect">
            <a:avLst/>
          </a:prstGeom>
          <a:solidFill>
            <a:srgbClr val="EBD7B8"/>
          </a:solidFill>
          <a:ln w="9525">
            <a:solidFill>
              <a:srgbClr val="596875"/>
            </a:solidFill>
          </a:ln>
        </p:spPr>
      </p:sp>
      <p:sp>
        <p:nvSpPr>
          <p:cNvPr id="15" name="フリーフォーム: 図形 14">
            <a:extLst>
              <a:ext uri="{FF2B5EF4-FFF2-40B4-BE49-F238E27FC236}">
                <a16:creationId xmlns:a16="http://schemas.microsoft.com/office/drawing/2014/main" id="{E102DD15-ACB3-4D80-9236-C7D367D51631}"/>
              </a:ext>
            </a:extLst>
          </p:cNvPr>
          <p:cNvSpPr>
            <a:spLocks noGrp="1"/>
          </p:cNvSpPr>
          <p:nvPr/>
        </p:nvSpPr>
        <p:spPr>
          <a:xfrm>
            <a:off x="1114425" y="3884771"/>
            <a:ext cx="4914900" cy="9525"/>
          </a:xfrm>
          <a:custGeom>
            <a:avLst/>
            <a:gdLst/>
            <a:ahLst/>
            <a:cxnLst/>
            <a:rect l="0" t="0" r="0" b="0"/>
            <a:pathLst>
              <a:path w="4914900" h="9525">
                <a:moveTo>
                  <a:pt x="0" y="0"/>
                </a:moveTo>
                <a:lnTo>
                  <a:pt x="4914900" y="0"/>
                </a:lnTo>
              </a:path>
            </a:pathLst>
          </a:custGeom>
          <a:noFill/>
          <a:ln w="19050">
            <a:solidFill>
              <a:srgbClr val="A36C2F"/>
            </a:solidFill>
          </a:ln>
        </p:spPr>
      </p:sp>
      <p:sp>
        <p:nvSpPr>
          <p:cNvPr id="16" name="フリーフォーム: 図形 15">
            <a:extLst>
              <a:ext uri="{FF2B5EF4-FFF2-40B4-BE49-F238E27FC236}">
                <a16:creationId xmlns:a16="http://schemas.microsoft.com/office/drawing/2014/main" id="{6CF41FB5-799F-47C7-8DF1-3B380497F172}"/>
              </a:ext>
            </a:extLst>
          </p:cNvPr>
          <p:cNvSpPr>
            <a:spLocks noGrp="1"/>
          </p:cNvSpPr>
          <p:nvPr/>
        </p:nvSpPr>
        <p:spPr>
          <a:xfrm>
            <a:off x="1114425" y="4030504"/>
            <a:ext cx="4914900" cy="9525"/>
          </a:xfrm>
          <a:custGeom>
            <a:avLst/>
            <a:gdLst/>
            <a:ahLst/>
            <a:cxnLst/>
            <a:rect l="0" t="0" r="0" b="0"/>
            <a:pathLst>
              <a:path w="4914900" h="9525">
                <a:moveTo>
                  <a:pt x="0" y="0"/>
                </a:moveTo>
                <a:lnTo>
                  <a:pt x="4914900" y="0"/>
                </a:lnTo>
              </a:path>
            </a:pathLst>
          </a:custGeom>
          <a:noFill/>
          <a:ln w="19050">
            <a:solidFill>
              <a:srgbClr val="A36C2F"/>
            </a:solidFill>
          </a:ln>
        </p:spPr>
      </p:sp>
      <p:sp>
        <p:nvSpPr>
          <p:cNvPr id="17" name="正方形/長方形 16">
            <a:extLst>
              <a:ext uri="{FF2B5EF4-FFF2-40B4-BE49-F238E27FC236}">
                <a16:creationId xmlns:a16="http://schemas.microsoft.com/office/drawing/2014/main" id="{8B8E453C-4777-4A5D-917A-BF2E0B32FF90}"/>
              </a:ext>
            </a:extLst>
          </p:cNvPr>
          <p:cNvSpPr>
            <a:spLocks noGrp="1"/>
          </p:cNvSpPr>
          <p:nvPr/>
        </p:nvSpPr>
        <p:spPr>
          <a:xfrm>
            <a:off x="1000125" y="4229100"/>
            <a:ext cx="5143500" cy="485775"/>
          </a:xfrm>
          <a:prstGeom prst="rect">
            <a:avLst/>
          </a:prstGeom>
          <a:solidFill>
            <a:srgbClr val="EBD7B8"/>
          </a:solidFill>
          <a:ln w="9525">
            <a:solidFill>
              <a:srgbClr val="596875"/>
            </a:solidFill>
          </a:ln>
        </p:spPr>
      </p:sp>
      <p:sp>
        <p:nvSpPr>
          <p:cNvPr id="18" name="フリーフォーム: 図形 17">
            <a:extLst>
              <a:ext uri="{FF2B5EF4-FFF2-40B4-BE49-F238E27FC236}">
                <a16:creationId xmlns:a16="http://schemas.microsoft.com/office/drawing/2014/main" id="{9DB880EB-EA06-4DE1-9D1F-987E7EF6D630}"/>
              </a:ext>
            </a:extLst>
          </p:cNvPr>
          <p:cNvSpPr>
            <a:spLocks noGrp="1"/>
          </p:cNvSpPr>
          <p:nvPr/>
        </p:nvSpPr>
        <p:spPr>
          <a:xfrm>
            <a:off x="1114425" y="4399121"/>
            <a:ext cx="4914900" cy="9525"/>
          </a:xfrm>
          <a:custGeom>
            <a:avLst/>
            <a:gdLst/>
            <a:ahLst/>
            <a:cxnLst/>
            <a:rect l="0" t="0" r="0" b="0"/>
            <a:pathLst>
              <a:path w="4914900" h="9525">
                <a:moveTo>
                  <a:pt x="0" y="0"/>
                </a:moveTo>
                <a:lnTo>
                  <a:pt x="4914900" y="0"/>
                </a:lnTo>
              </a:path>
            </a:pathLst>
          </a:custGeom>
          <a:noFill/>
          <a:ln w="19050">
            <a:solidFill>
              <a:srgbClr val="A36C2F"/>
            </a:solidFill>
          </a:ln>
        </p:spPr>
      </p:sp>
      <p:sp>
        <p:nvSpPr>
          <p:cNvPr id="19" name="フリーフォーム: 図形 18">
            <a:extLst>
              <a:ext uri="{FF2B5EF4-FFF2-40B4-BE49-F238E27FC236}">
                <a16:creationId xmlns:a16="http://schemas.microsoft.com/office/drawing/2014/main" id="{3AE079B3-3D1C-45A6-9617-3011BF6DCE91}"/>
              </a:ext>
            </a:extLst>
          </p:cNvPr>
          <p:cNvSpPr>
            <a:spLocks noGrp="1"/>
          </p:cNvSpPr>
          <p:nvPr/>
        </p:nvSpPr>
        <p:spPr>
          <a:xfrm>
            <a:off x="1114425" y="4544854"/>
            <a:ext cx="4914900" cy="9525"/>
          </a:xfrm>
          <a:custGeom>
            <a:avLst/>
            <a:gdLst/>
            <a:ahLst/>
            <a:cxnLst/>
            <a:rect l="0" t="0" r="0" b="0"/>
            <a:pathLst>
              <a:path w="4914900" h="9525">
                <a:moveTo>
                  <a:pt x="0" y="0"/>
                </a:moveTo>
                <a:lnTo>
                  <a:pt x="4914900" y="0"/>
                </a:lnTo>
              </a:path>
            </a:pathLst>
          </a:custGeom>
          <a:noFill/>
          <a:ln w="19050">
            <a:solidFill>
              <a:srgbClr val="A36C2F"/>
            </a:solidFill>
          </a:ln>
        </p:spPr>
      </p:sp>
      <p:sp>
        <p:nvSpPr>
          <p:cNvPr id="20" name="正方形/長方形 19">
            <a:extLst>
              <a:ext uri="{FF2B5EF4-FFF2-40B4-BE49-F238E27FC236}">
                <a16:creationId xmlns:a16="http://schemas.microsoft.com/office/drawing/2014/main" id="{E51556D5-13A7-4207-874D-EA298F523868}"/>
              </a:ext>
            </a:extLst>
          </p:cNvPr>
          <p:cNvSpPr>
            <a:spLocks noGrp="1"/>
          </p:cNvSpPr>
          <p:nvPr/>
        </p:nvSpPr>
        <p:spPr>
          <a:xfrm>
            <a:off x="1000125" y="2171700"/>
            <a:ext cx="5143500" cy="485775"/>
          </a:xfrm>
          <a:prstGeom prst="rect">
            <a:avLst/>
          </a:prstGeom>
          <a:noFill/>
          <a:ln w="38100">
            <a:solidFill>
              <a:srgbClr val="C4483C"/>
            </a:solidFill>
          </a:ln>
        </p:spPr>
      </p:sp>
      <p:sp>
        <p:nvSpPr>
          <p:cNvPr id="21" name="正方形/長方形 20">
            <a:extLst>
              <a:ext uri="{FF2B5EF4-FFF2-40B4-BE49-F238E27FC236}">
                <a16:creationId xmlns:a16="http://schemas.microsoft.com/office/drawing/2014/main" id="{E104402B-14F7-4764-9D6E-73F2CA2CF406}"/>
              </a:ext>
            </a:extLst>
          </p:cNvPr>
          <p:cNvSpPr>
            <a:spLocks noGrp="1"/>
          </p:cNvSpPr>
          <p:nvPr/>
        </p:nvSpPr>
        <p:spPr>
          <a:xfrm>
            <a:off x="1000125" y="4229100"/>
            <a:ext cx="5143500" cy="485775"/>
          </a:xfrm>
          <a:prstGeom prst="rect">
            <a:avLst/>
          </a:prstGeom>
          <a:noFill/>
          <a:ln w="38100">
            <a:solidFill>
              <a:srgbClr val="2876A8"/>
            </a:solidFill>
          </a:ln>
        </p:spPr>
      </p:sp>
      <p:sp>
        <p:nvSpPr>
          <p:cNvPr id="22" name="フリーフォーム: 図形 21">
            <a:extLst>
              <a:ext uri="{FF2B5EF4-FFF2-40B4-BE49-F238E27FC236}">
                <a16:creationId xmlns:a16="http://schemas.microsoft.com/office/drawing/2014/main" id="{78F93DE2-6843-4C6E-9918-4A197B23C151}"/>
              </a:ext>
            </a:extLst>
          </p:cNvPr>
          <p:cNvSpPr>
            <a:spLocks noGrp="1"/>
          </p:cNvSpPr>
          <p:nvPr/>
        </p:nvSpPr>
        <p:spPr>
          <a:xfrm>
            <a:off x="714375" y="3457575"/>
            <a:ext cx="5762625" cy="9525"/>
          </a:xfrm>
          <a:custGeom>
            <a:avLst/>
            <a:gdLst/>
            <a:ahLst/>
            <a:cxnLst/>
            <a:rect l="0" t="0" r="0" b="0"/>
            <a:pathLst>
              <a:path w="5762625" h="9525">
                <a:moveTo>
                  <a:pt x="0" y="0"/>
                </a:moveTo>
                <a:lnTo>
                  <a:pt x="5762625" y="0"/>
                </a:lnTo>
              </a:path>
            </a:pathLst>
          </a:custGeom>
          <a:noFill/>
          <a:ln w="19050">
            <a:solidFill>
              <a:srgbClr val="596875"/>
            </a:solidFill>
          </a:ln>
        </p:spPr>
      </p:sp>
      <p:sp>
        <p:nvSpPr>
          <p:cNvPr id="23" name="正方形/長方形 22">
            <a:extLst>
              <a:ext uri="{FF2B5EF4-FFF2-40B4-BE49-F238E27FC236}">
                <a16:creationId xmlns:a16="http://schemas.microsoft.com/office/drawing/2014/main" id="{D5EA935B-6C10-45B1-8F77-76985D6B9299}"/>
              </a:ext>
            </a:extLst>
          </p:cNvPr>
          <p:cNvSpPr>
            <a:spLocks noGrp="1"/>
          </p:cNvSpPr>
          <p:nvPr/>
        </p:nvSpPr>
        <p:spPr>
          <a:xfrm>
            <a:off x="6677025" y="3190875"/>
            <a:ext cx="2190750" cy="495300"/>
          </a:xfrm>
          <a:prstGeom prst="rect">
            <a:avLst/>
          </a:prstGeom>
          <a:noFill/>
          <a:ln w="0">
            <a:noFill/>
          </a:ln>
        </p:spPr>
        <p:txBody>
          <a:bodyPr lIns="0" tIns="0" rIns="0" bIns="0" anchor="ctr">
            <a:noAutofit/>
          </a:bodyPr>
          <a:lstStyle>
            <a:defPPr>
              <a:defRPr sz="1950" b="0">
                <a:solidFill>
                  <a:srgbClr val="596875"/>
                </a:solidFill>
                <a:latin typeface="Yu Gothic"/>
                <a:ea typeface="Yu Gothic"/>
                <a:cs typeface="Yu Gothic"/>
              </a:defRPr>
            </a:defPPr>
            <a:lvl1pPr>
              <a:buNone/>
              <a:defRPr sz="1950" b="0">
                <a:solidFill>
                  <a:srgbClr val="596875"/>
                </a:solidFill>
                <a:latin typeface="Yu Gothic"/>
                <a:ea typeface="Yu Gothic"/>
                <a:cs typeface="Yu Gothic"/>
              </a:defRPr>
            </a:lvl1pPr>
            <a:lvl2pPr>
              <a:buNone/>
              <a:defRPr sz="1950" b="0">
                <a:solidFill>
                  <a:srgbClr val="596875"/>
                </a:solidFill>
                <a:latin typeface="Yu Gothic"/>
                <a:ea typeface="Yu Gothic"/>
                <a:cs typeface="Yu Gothic"/>
              </a:defRPr>
            </a:lvl2pPr>
            <a:lvl3pPr>
              <a:buNone/>
              <a:defRPr sz="1950" b="0">
                <a:solidFill>
                  <a:srgbClr val="596875"/>
                </a:solidFill>
                <a:latin typeface="Yu Gothic"/>
                <a:ea typeface="Yu Gothic"/>
                <a:cs typeface="Yu Gothic"/>
              </a:defRPr>
            </a:lvl3pPr>
            <a:lvl4pPr>
              <a:buNone/>
              <a:defRPr sz="1950" b="0">
                <a:solidFill>
                  <a:srgbClr val="596875"/>
                </a:solidFill>
                <a:latin typeface="Yu Gothic"/>
                <a:ea typeface="Yu Gothic"/>
                <a:cs typeface="Yu Gothic"/>
              </a:defRPr>
            </a:lvl4pPr>
            <a:lvl5pPr>
              <a:buNone/>
              <a:defRPr sz="1950" b="0">
                <a:solidFill>
                  <a:srgbClr val="596875"/>
                </a:solidFill>
                <a:latin typeface="Yu Gothic"/>
                <a:ea typeface="Yu Gothic"/>
                <a:cs typeface="Yu Gothic"/>
              </a:defRPr>
            </a:lvl5pPr>
            <a:lvl6pPr>
              <a:buNone/>
              <a:defRPr sz="1950" b="0">
                <a:solidFill>
                  <a:srgbClr val="596875"/>
                </a:solidFill>
                <a:latin typeface="Yu Gothic"/>
                <a:ea typeface="Yu Gothic"/>
                <a:cs typeface="Yu Gothic"/>
              </a:defRPr>
            </a:lvl6pPr>
            <a:lvl7pPr>
              <a:buNone/>
              <a:defRPr sz="1950" b="0">
                <a:solidFill>
                  <a:srgbClr val="596875"/>
                </a:solidFill>
                <a:latin typeface="Yu Gothic"/>
                <a:ea typeface="Yu Gothic"/>
                <a:cs typeface="Yu Gothic"/>
              </a:defRPr>
            </a:lvl7pPr>
            <a:lvl8pPr>
              <a:buNone/>
              <a:defRPr sz="1950" b="0">
                <a:solidFill>
                  <a:srgbClr val="596875"/>
                </a:solidFill>
                <a:latin typeface="Yu Gothic"/>
                <a:ea typeface="Yu Gothic"/>
                <a:cs typeface="Yu Gothic"/>
              </a:defRPr>
            </a:lvl8pPr>
            <a:lvl9pPr>
              <a:buNone/>
              <a:defRPr sz="1950" b="0">
                <a:solidFill>
                  <a:srgbClr val="596875"/>
                </a:solidFill>
                <a:latin typeface="Yu Gothic"/>
                <a:ea typeface="Yu Gothic"/>
                <a:cs typeface="Yu Gothic"/>
              </a:defRPr>
            </a:lvl9pPr>
          </a:lstStyle>
          <a:p>
            <a:pPr>
              <a:buNone/>
              <a:defRPr sz="1950" b="0">
                <a:solidFill>
                  <a:srgbClr val="596875"/>
                </a:solidFill>
                <a:latin typeface="Yu Gothic"/>
                <a:ea typeface="Yu Gothic"/>
                <a:cs typeface="Yu Gothic"/>
              </a:defRPr>
            </a:pPr>
            <a:r>
              <a:rPr sz="1950" b="0">
                <a:solidFill>
                  <a:srgbClr val="596875"/>
                </a:solidFill>
                <a:latin typeface="Yu Gothic"/>
                <a:ea typeface="Yu Gothic"/>
                <a:cs typeface="Yu Gothic"/>
              </a:rPr>
              <a:t>中立軸</a:t>
            </a:r>
          </a:p>
        </p:txBody>
      </p:sp>
      <p:sp>
        <p:nvSpPr>
          <p:cNvPr id="24" name="正方形/長方形 23">
            <a:extLst>
              <a:ext uri="{FF2B5EF4-FFF2-40B4-BE49-F238E27FC236}">
                <a16:creationId xmlns:a16="http://schemas.microsoft.com/office/drawing/2014/main" id="{7AB290C2-419A-4383-BA98-4708892D46F1}"/>
              </a:ext>
            </a:extLst>
          </p:cNvPr>
          <p:cNvSpPr>
            <a:spLocks noGrp="1"/>
          </p:cNvSpPr>
          <p:nvPr/>
        </p:nvSpPr>
        <p:spPr>
          <a:xfrm>
            <a:off x="6905625" y="2114550"/>
            <a:ext cx="4191000" cy="666750"/>
          </a:xfrm>
          <a:prstGeom prst="rect">
            <a:avLst/>
          </a:prstGeom>
          <a:noFill/>
          <a:ln w="0">
            <a:noFill/>
          </a:ln>
        </p:spPr>
        <p:txBody>
          <a:bodyPr lIns="0" tIns="0" rIns="0" bIns="0" anchor="ctr">
            <a:noAutofit/>
          </a:bodyPr>
          <a:lstStyle>
            <a:defPPr>
              <a:defRPr sz="2400" b="1">
                <a:solidFill>
                  <a:srgbClr val="C4483C"/>
                </a:solidFill>
                <a:latin typeface="Yu Gothic"/>
                <a:ea typeface="Yu Gothic"/>
                <a:cs typeface="Yu Gothic"/>
              </a:defRPr>
            </a:defPPr>
            <a:lvl1pPr>
              <a:buNone/>
              <a:defRPr sz="2400" b="1">
                <a:solidFill>
                  <a:srgbClr val="C4483C"/>
                </a:solidFill>
                <a:latin typeface="Yu Gothic"/>
                <a:ea typeface="Yu Gothic"/>
                <a:cs typeface="Yu Gothic"/>
              </a:defRPr>
            </a:lvl1pPr>
            <a:lvl2pPr>
              <a:buNone/>
              <a:defRPr sz="2400" b="1">
                <a:solidFill>
                  <a:srgbClr val="C4483C"/>
                </a:solidFill>
                <a:latin typeface="Yu Gothic"/>
                <a:ea typeface="Yu Gothic"/>
                <a:cs typeface="Yu Gothic"/>
              </a:defRPr>
            </a:lvl2pPr>
            <a:lvl3pPr>
              <a:buNone/>
              <a:defRPr sz="2400" b="1">
                <a:solidFill>
                  <a:srgbClr val="C4483C"/>
                </a:solidFill>
                <a:latin typeface="Yu Gothic"/>
                <a:ea typeface="Yu Gothic"/>
                <a:cs typeface="Yu Gothic"/>
              </a:defRPr>
            </a:lvl3pPr>
            <a:lvl4pPr>
              <a:buNone/>
              <a:defRPr sz="2400" b="1">
                <a:solidFill>
                  <a:srgbClr val="C4483C"/>
                </a:solidFill>
                <a:latin typeface="Yu Gothic"/>
                <a:ea typeface="Yu Gothic"/>
                <a:cs typeface="Yu Gothic"/>
              </a:defRPr>
            </a:lvl4pPr>
            <a:lvl5pPr>
              <a:buNone/>
              <a:defRPr sz="2400" b="1">
                <a:solidFill>
                  <a:srgbClr val="C4483C"/>
                </a:solidFill>
                <a:latin typeface="Yu Gothic"/>
                <a:ea typeface="Yu Gothic"/>
                <a:cs typeface="Yu Gothic"/>
              </a:defRPr>
            </a:lvl5pPr>
            <a:lvl6pPr>
              <a:buNone/>
              <a:defRPr sz="2400" b="1">
                <a:solidFill>
                  <a:srgbClr val="C4483C"/>
                </a:solidFill>
                <a:latin typeface="Yu Gothic"/>
                <a:ea typeface="Yu Gothic"/>
                <a:cs typeface="Yu Gothic"/>
              </a:defRPr>
            </a:lvl6pPr>
            <a:lvl7pPr>
              <a:buNone/>
              <a:defRPr sz="2400" b="1">
                <a:solidFill>
                  <a:srgbClr val="C4483C"/>
                </a:solidFill>
                <a:latin typeface="Yu Gothic"/>
                <a:ea typeface="Yu Gothic"/>
                <a:cs typeface="Yu Gothic"/>
              </a:defRPr>
            </a:lvl7pPr>
            <a:lvl8pPr>
              <a:buNone/>
              <a:defRPr sz="2400" b="1">
                <a:solidFill>
                  <a:srgbClr val="C4483C"/>
                </a:solidFill>
                <a:latin typeface="Yu Gothic"/>
                <a:ea typeface="Yu Gothic"/>
                <a:cs typeface="Yu Gothic"/>
              </a:defRPr>
            </a:lvl8pPr>
            <a:lvl9pPr>
              <a:buNone/>
              <a:defRPr sz="2400" b="1">
                <a:solidFill>
                  <a:srgbClr val="C4483C"/>
                </a:solidFill>
                <a:latin typeface="Yu Gothic"/>
                <a:ea typeface="Yu Gothic"/>
                <a:cs typeface="Yu Gothic"/>
              </a:defRPr>
            </a:lvl9pPr>
          </a:lstStyle>
          <a:p>
            <a:pPr>
              <a:buNone/>
              <a:defRPr sz="2400" b="1">
                <a:solidFill>
                  <a:srgbClr val="C4483C"/>
                </a:solidFill>
                <a:latin typeface="Yu Gothic"/>
                <a:ea typeface="Yu Gothic"/>
                <a:cs typeface="Yu Gothic"/>
              </a:defRPr>
            </a:pPr>
            <a:r>
              <a:rPr sz="2400" b="1">
                <a:solidFill>
                  <a:srgbClr val="C4483C"/>
                </a:solidFill>
                <a:latin typeface="Yu Gothic"/>
                <a:ea typeface="Yu Gothic"/>
                <a:cs typeface="Yu Gothic"/>
              </a:rPr>
              <a:t>上側：圧縮</a:t>
            </a:r>
          </a:p>
        </p:txBody>
      </p:sp>
      <p:sp>
        <p:nvSpPr>
          <p:cNvPr id="25" name="正方形/長方形 24">
            <a:extLst>
              <a:ext uri="{FF2B5EF4-FFF2-40B4-BE49-F238E27FC236}">
                <a16:creationId xmlns:a16="http://schemas.microsoft.com/office/drawing/2014/main" id="{4DFBA724-F856-4390-8D5E-5DD7B89CEC1A}"/>
              </a:ext>
            </a:extLst>
          </p:cNvPr>
          <p:cNvSpPr>
            <a:spLocks noGrp="1"/>
          </p:cNvSpPr>
          <p:nvPr/>
        </p:nvSpPr>
        <p:spPr>
          <a:xfrm>
            <a:off x="6905625" y="3905250"/>
            <a:ext cx="4476750" cy="838200"/>
          </a:xfrm>
          <a:prstGeom prst="rect">
            <a:avLst/>
          </a:prstGeom>
          <a:noFill/>
          <a:ln w="0">
            <a:noFill/>
          </a:ln>
        </p:spPr>
        <p:txBody>
          <a:bodyPr lIns="0" tIns="0" rIns="0" bIns="0" anchor="ctr">
            <a:noAutofit/>
          </a:bodyPr>
          <a:lstStyle>
            <a:defPPr>
              <a:defRPr sz="2175" b="1">
                <a:solidFill>
                  <a:srgbClr val="2876A8"/>
                </a:solidFill>
                <a:latin typeface="Yu Gothic"/>
                <a:ea typeface="Yu Gothic"/>
                <a:cs typeface="Yu Gothic"/>
              </a:defRPr>
            </a:defPPr>
            <a:lvl1pPr>
              <a:buNone/>
              <a:defRPr sz="2175" b="1">
                <a:solidFill>
                  <a:srgbClr val="2876A8"/>
                </a:solidFill>
                <a:latin typeface="Yu Gothic"/>
                <a:ea typeface="Yu Gothic"/>
                <a:cs typeface="Yu Gothic"/>
              </a:defRPr>
            </a:lvl1pPr>
            <a:lvl2pPr>
              <a:buNone/>
              <a:defRPr sz="2175" b="1">
                <a:solidFill>
                  <a:srgbClr val="2876A8"/>
                </a:solidFill>
                <a:latin typeface="Yu Gothic"/>
                <a:ea typeface="Yu Gothic"/>
                <a:cs typeface="Yu Gothic"/>
              </a:defRPr>
            </a:lvl2pPr>
            <a:lvl3pPr>
              <a:buNone/>
              <a:defRPr sz="2175" b="1">
                <a:solidFill>
                  <a:srgbClr val="2876A8"/>
                </a:solidFill>
                <a:latin typeface="Yu Gothic"/>
                <a:ea typeface="Yu Gothic"/>
                <a:cs typeface="Yu Gothic"/>
              </a:defRPr>
            </a:lvl3pPr>
            <a:lvl4pPr>
              <a:buNone/>
              <a:defRPr sz="2175" b="1">
                <a:solidFill>
                  <a:srgbClr val="2876A8"/>
                </a:solidFill>
                <a:latin typeface="Yu Gothic"/>
                <a:ea typeface="Yu Gothic"/>
                <a:cs typeface="Yu Gothic"/>
              </a:defRPr>
            </a:lvl4pPr>
            <a:lvl5pPr>
              <a:buNone/>
              <a:defRPr sz="2175" b="1">
                <a:solidFill>
                  <a:srgbClr val="2876A8"/>
                </a:solidFill>
                <a:latin typeface="Yu Gothic"/>
                <a:ea typeface="Yu Gothic"/>
                <a:cs typeface="Yu Gothic"/>
              </a:defRPr>
            </a:lvl5pPr>
            <a:lvl6pPr>
              <a:buNone/>
              <a:defRPr sz="2175" b="1">
                <a:solidFill>
                  <a:srgbClr val="2876A8"/>
                </a:solidFill>
                <a:latin typeface="Yu Gothic"/>
                <a:ea typeface="Yu Gothic"/>
                <a:cs typeface="Yu Gothic"/>
              </a:defRPr>
            </a:lvl6pPr>
            <a:lvl7pPr>
              <a:buNone/>
              <a:defRPr sz="2175" b="1">
                <a:solidFill>
                  <a:srgbClr val="2876A8"/>
                </a:solidFill>
                <a:latin typeface="Yu Gothic"/>
                <a:ea typeface="Yu Gothic"/>
                <a:cs typeface="Yu Gothic"/>
              </a:defRPr>
            </a:lvl7pPr>
            <a:lvl8pPr>
              <a:buNone/>
              <a:defRPr sz="2175" b="1">
                <a:solidFill>
                  <a:srgbClr val="2876A8"/>
                </a:solidFill>
                <a:latin typeface="Yu Gothic"/>
                <a:ea typeface="Yu Gothic"/>
                <a:cs typeface="Yu Gothic"/>
              </a:defRPr>
            </a:lvl8pPr>
            <a:lvl9pPr>
              <a:buNone/>
              <a:defRPr sz="2175" b="1">
                <a:solidFill>
                  <a:srgbClr val="2876A8"/>
                </a:solidFill>
                <a:latin typeface="Yu Gothic"/>
                <a:ea typeface="Yu Gothic"/>
                <a:cs typeface="Yu Gothic"/>
              </a:defRPr>
            </a:lvl9pPr>
          </a:lstStyle>
          <a:p>
            <a:pPr>
              <a:buNone/>
              <a:defRPr sz="2175" b="1">
                <a:solidFill>
                  <a:srgbClr val="2876A8"/>
                </a:solidFill>
                <a:latin typeface="Yu Gothic"/>
                <a:ea typeface="Yu Gothic"/>
                <a:cs typeface="Yu Gothic"/>
              </a:defRPr>
            </a:pPr>
            <a:r>
              <a:rPr sz="2175" b="1">
                <a:solidFill>
                  <a:srgbClr val="2876A8"/>
                </a:solidFill>
                <a:latin typeface="Yu Gothic"/>
                <a:ea typeface="Yu Gothic"/>
                <a:cs typeface="Yu Gothic"/>
              </a:rPr>
              <a:t>外層に高い等級を配置する例</a:t>
            </a:r>
          </a:p>
        </p:txBody>
      </p:sp>
      <p:sp>
        <p:nvSpPr>
          <p:cNvPr id="26" name="正方形/長方形 25">
            <a:extLst>
              <a:ext uri="{FF2B5EF4-FFF2-40B4-BE49-F238E27FC236}">
                <a16:creationId xmlns:a16="http://schemas.microsoft.com/office/drawing/2014/main" id="{4EEE7B98-1BAF-4A04-8788-36F3807C0847}"/>
              </a:ext>
            </a:extLst>
          </p:cNvPr>
          <p:cNvSpPr>
            <a:spLocks noGrp="1"/>
          </p:cNvSpPr>
          <p:nvPr/>
        </p:nvSpPr>
        <p:spPr>
          <a:xfrm>
            <a:off x="6905625" y="4791075"/>
            <a:ext cx="4191000" cy="571500"/>
          </a:xfrm>
          <a:prstGeom prst="rect">
            <a:avLst/>
          </a:prstGeom>
          <a:noFill/>
          <a:ln w="0">
            <a:noFill/>
          </a:ln>
        </p:spPr>
        <p:txBody>
          <a:bodyPr lIns="0" tIns="0" rIns="0" bIns="0" anchor="ctr">
            <a:noAutofit/>
          </a:bodyPr>
          <a:lstStyle>
            <a:defPPr>
              <a:defRPr sz="2400" b="1">
                <a:solidFill>
                  <a:srgbClr val="2876A8"/>
                </a:solidFill>
                <a:latin typeface="Yu Gothic"/>
                <a:ea typeface="Yu Gothic"/>
                <a:cs typeface="Yu Gothic"/>
              </a:defRPr>
            </a:defPPr>
            <a:lvl1pPr>
              <a:buNone/>
              <a:defRPr sz="2400" b="1">
                <a:solidFill>
                  <a:srgbClr val="2876A8"/>
                </a:solidFill>
                <a:latin typeface="Yu Gothic"/>
                <a:ea typeface="Yu Gothic"/>
                <a:cs typeface="Yu Gothic"/>
              </a:defRPr>
            </a:lvl1pPr>
            <a:lvl2pPr>
              <a:buNone/>
              <a:defRPr sz="2400" b="1">
                <a:solidFill>
                  <a:srgbClr val="2876A8"/>
                </a:solidFill>
                <a:latin typeface="Yu Gothic"/>
                <a:ea typeface="Yu Gothic"/>
                <a:cs typeface="Yu Gothic"/>
              </a:defRPr>
            </a:lvl2pPr>
            <a:lvl3pPr>
              <a:buNone/>
              <a:defRPr sz="2400" b="1">
                <a:solidFill>
                  <a:srgbClr val="2876A8"/>
                </a:solidFill>
                <a:latin typeface="Yu Gothic"/>
                <a:ea typeface="Yu Gothic"/>
                <a:cs typeface="Yu Gothic"/>
              </a:defRPr>
            </a:lvl3pPr>
            <a:lvl4pPr>
              <a:buNone/>
              <a:defRPr sz="2400" b="1">
                <a:solidFill>
                  <a:srgbClr val="2876A8"/>
                </a:solidFill>
                <a:latin typeface="Yu Gothic"/>
                <a:ea typeface="Yu Gothic"/>
                <a:cs typeface="Yu Gothic"/>
              </a:defRPr>
            </a:lvl4pPr>
            <a:lvl5pPr>
              <a:buNone/>
              <a:defRPr sz="2400" b="1">
                <a:solidFill>
                  <a:srgbClr val="2876A8"/>
                </a:solidFill>
                <a:latin typeface="Yu Gothic"/>
                <a:ea typeface="Yu Gothic"/>
                <a:cs typeface="Yu Gothic"/>
              </a:defRPr>
            </a:lvl5pPr>
            <a:lvl6pPr>
              <a:buNone/>
              <a:defRPr sz="2400" b="1">
                <a:solidFill>
                  <a:srgbClr val="2876A8"/>
                </a:solidFill>
                <a:latin typeface="Yu Gothic"/>
                <a:ea typeface="Yu Gothic"/>
                <a:cs typeface="Yu Gothic"/>
              </a:defRPr>
            </a:lvl6pPr>
            <a:lvl7pPr>
              <a:buNone/>
              <a:defRPr sz="2400" b="1">
                <a:solidFill>
                  <a:srgbClr val="2876A8"/>
                </a:solidFill>
                <a:latin typeface="Yu Gothic"/>
                <a:ea typeface="Yu Gothic"/>
                <a:cs typeface="Yu Gothic"/>
              </a:defRPr>
            </a:lvl7pPr>
            <a:lvl8pPr>
              <a:buNone/>
              <a:defRPr sz="2400" b="1">
                <a:solidFill>
                  <a:srgbClr val="2876A8"/>
                </a:solidFill>
                <a:latin typeface="Yu Gothic"/>
                <a:ea typeface="Yu Gothic"/>
                <a:cs typeface="Yu Gothic"/>
              </a:defRPr>
            </a:lvl8pPr>
            <a:lvl9pPr>
              <a:buNone/>
              <a:defRPr sz="2400" b="1">
                <a:solidFill>
                  <a:srgbClr val="2876A8"/>
                </a:solidFill>
                <a:latin typeface="Yu Gothic"/>
                <a:ea typeface="Yu Gothic"/>
                <a:cs typeface="Yu Gothic"/>
              </a:defRPr>
            </a:lvl9pPr>
          </a:lstStyle>
          <a:p>
            <a:pPr>
              <a:buNone/>
              <a:defRPr sz="2400" b="1">
                <a:solidFill>
                  <a:srgbClr val="2876A8"/>
                </a:solidFill>
                <a:latin typeface="Yu Gothic"/>
                <a:ea typeface="Yu Gothic"/>
                <a:cs typeface="Yu Gothic"/>
              </a:defRPr>
            </a:pPr>
            <a:r>
              <a:rPr sz="2400" b="1">
                <a:solidFill>
                  <a:srgbClr val="2876A8"/>
                </a:solidFill>
                <a:latin typeface="Yu Gothic"/>
                <a:ea typeface="Yu Gothic"/>
                <a:cs typeface="Yu Gothic"/>
              </a:rPr>
              <a:t>下側：引張り</a:t>
            </a:r>
          </a:p>
        </p:txBody>
      </p:sp>
      <p:sp>
        <p:nvSpPr>
          <p:cNvPr id="27" name="フリーフォーム: 図形 26">
            <a:extLst>
              <a:ext uri="{FF2B5EF4-FFF2-40B4-BE49-F238E27FC236}">
                <a16:creationId xmlns:a16="http://schemas.microsoft.com/office/drawing/2014/main" id="{E722839A-191E-440B-9031-30B047110F82}"/>
              </a:ext>
            </a:extLst>
          </p:cNvPr>
          <p:cNvSpPr>
            <a:spLocks noGrp="1"/>
          </p:cNvSpPr>
          <p:nvPr/>
        </p:nvSpPr>
        <p:spPr>
          <a:xfrm>
            <a:off x="3409950" y="1504950"/>
            <a:ext cx="9525" cy="542925"/>
          </a:xfrm>
          <a:custGeom>
            <a:avLst/>
            <a:gdLst/>
            <a:ahLst/>
            <a:cxnLst/>
            <a:rect l="0" t="0" r="0" b="0"/>
            <a:pathLst>
              <a:path w="9525" h="542925">
                <a:moveTo>
                  <a:pt x="0" y="0"/>
                </a:moveTo>
                <a:lnTo>
                  <a:pt x="0" y="542925"/>
                </a:lnTo>
              </a:path>
            </a:pathLst>
          </a:custGeom>
          <a:noFill/>
          <a:ln w="38100">
            <a:solidFill>
              <a:srgbClr val="C4483C"/>
            </a:solidFill>
          </a:ln>
        </p:spPr>
      </p:sp>
      <p:sp>
        <p:nvSpPr>
          <p:cNvPr id="28" name="フリーフォーム: 図形 27">
            <a:extLst>
              <a:ext uri="{FF2B5EF4-FFF2-40B4-BE49-F238E27FC236}">
                <a16:creationId xmlns:a16="http://schemas.microsoft.com/office/drawing/2014/main" id="{E3A85239-D70F-4756-83B0-827A9997F1E9}"/>
              </a:ext>
            </a:extLst>
          </p:cNvPr>
          <p:cNvSpPr>
            <a:spLocks noGrp="1"/>
          </p:cNvSpPr>
          <p:nvPr/>
        </p:nvSpPr>
        <p:spPr>
          <a:xfrm>
            <a:off x="3335271" y="1926071"/>
            <a:ext cx="74679" cy="121804"/>
          </a:xfrm>
          <a:custGeom>
            <a:avLst/>
            <a:gdLst/>
            <a:ahLst/>
            <a:cxnLst/>
            <a:rect l="0" t="0" r="0" b="0"/>
            <a:pathLst>
              <a:path w="74679" h="121804">
                <a:moveTo>
                  <a:pt x="74679" y="121804"/>
                </a:moveTo>
                <a:lnTo>
                  <a:pt x="0" y="0"/>
                </a:lnTo>
              </a:path>
            </a:pathLst>
          </a:custGeom>
          <a:noFill/>
          <a:ln w="38100">
            <a:solidFill>
              <a:srgbClr val="C4483C"/>
            </a:solidFill>
          </a:ln>
        </p:spPr>
      </p:sp>
      <p:sp>
        <p:nvSpPr>
          <p:cNvPr id="29" name="フリーフォーム: 図形 28">
            <a:extLst>
              <a:ext uri="{FF2B5EF4-FFF2-40B4-BE49-F238E27FC236}">
                <a16:creationId xmlns:a16="http://schemas.microsoft.com/office/drawing/2014/main" id="{5C13EEF6-A509-4650-8F2F-D15B5B46027D}"/>
              </a:ext>
            </a:extLst>
          </p:cNvPr>
          <p:cNvSpPr>
            <a:spLocks noGrp="1"/>
          </p:cNvSpPr>
          <p:nvPr/>
        </p:nvSpPr>
        <p:spPr>
          <a:xfrm>
            <a:off x="3409950" y="1926071"/>
            <a:ext cx="74679" cy="121804"/>
          </a:xfrm>
          <a:custGeom>
            <a:avLst/>
            <a:gdLst/>
            <a:ahLst/>
            <a:cxnLst/>
            <a:rect l="0" t="0" r="0" b="0"/>
            <a:pathLst>
              <a:path w="74679" h="121804">
                <a:moveTo>
                  <a:pt x="0" y="121804"/>
                </a:moveTo>
                <a:lnTo>
                  <a:pt x="74679" y="0"/>
                </a:lnTo>
              </a:path>
            </a:pathLst>
          </a:custGeom>
          <a:noFill/>
          <a:ln w="38100">
            <a:solidFill>
              <a:srgbClr val="C4483C"/>
            </a:solidFill>
          </a:ln>
        </p:spPr>
      </p:sp>
      <p:sp>
        <p:nvSpPr>
          <p:cNvPr id="30" name="正方形/長方形 29">
            <a:extLst>
              <a:ext uri="{FF2B5EF4-FFF2-40B4-BE49-F238E27FC236}">
                <a16:creationId xmlns:a16="http://schemas.microsoft.com/office/drawing/2014/main" id="{3C54C734-3F53-4570-BAF1-307259F24A13}"/>
              </a:ext>
            </a:extLst>
          </p:cNvPr>
          <p:cNvSpPr>
            <a:spLocks noGrp="1"/>
          </p:cNvSpPr>
          <p:nvPr/>
        </p:nvSpPr>
        <p:spPr>
          <a:xfrm>
            <a:off x="838200" y="5867400"/>
            <a:ext cx="10477500" cy="400050"/>
          </a:xfrm>
          <a:prstGeom prst="rect">
            <a:avLst/>
          </a:prstGeom>
          <a:noFill/>
          <a:ln w="0">
            <a:noFill/>
          </a:ln>
        </p:spPr>
        <p:txBody>
          <a:bodyPr lIns="0" tIns="0" rIns="0" bIns="0" anchor="ctr">
            <a:noAutofit/>
          </a:bodyPr>
          <a:lstStyle>
            <a:defPPr>
              <a:defRPr sz="1425" b="1">
                <a:solidFill>
                  <a:srgbClr val="087E8B"/>
                </a:solidFill>
                <a:latin typeface="Yu Gothic"/>
                <a:ea typeface="Yu Gothic"/>
                <a:cs typeface="Yu Gothic"/>
              </a:defRPr>
            </a:defPPr>
            <a:lvl1pPr>
              <a:buNone/>
              <a:defRPr sz="1425" b="1">
                <a:solidFill>
                  <a:srgbClr val="087E8B"/>
                </a:solidFill>
                <a:latin typeface="Yu Gothic"/>
                <a:ea typeface="Yu Gothic"/>
                <a:cs typeface="Yu Gothic"/>
              </a:defRPr>
            </a:lvl1pPr>
            <a:lvl2pPr>
              <a:buNone/>
              <a:defRPr sz="1425" b="1">
                <a:solidFill>
                  <a:srgbClr val="087E8B"/>
                </a:solidFill>
                <a:latin typeface="Yu Gothic"/>
                <a:ea typeface="Yu Gothic"/>
                <a:cs typeface="Yu Gothic"/>
              </a:defRPr>
            </a:lvl2pPr>
            <a:lvl3pPr>
              <a:buNone/>
              <a:defRPr sz="1425" b="1">
                <a:solidFill>
                  <a:srgbClr val="087E8B"/>
                </a:solidFill>
                <a:latin typeface="Yu Gothic"/>
                <a:ea typeface="Yu Gothic"/>
                <a:cs typeface="Yu Gothic"/>
              </a:defRPr>
            </a:lvl3pPr>
            <a:lvl4pPr>
              <a:buNone/>
              <a:defRPr sz="1425" b="1">
                <a:solidFill>
                  <a:srgbClr val="087E8B"/>
                </a:solidFill>
                <a:latin typeface="Yu Gothic"/>
                <a:ea typeface="Yu Gothic"/>
                <a:cs typeface="Yu Gothic"/>
              </a:defRPr>
            </a:lvl4pPr>
            <a:lvl5pPr>
              <a:buNone/>
              <a:defRPr sz="1425" b="1">
                <a:solidFill>
                  <a:srgbClr val="087E8B"/>
                </a:solidFill>
                <a:latin typeface="Yu Gothic"/>
                <a:ea typeface="Yu Gothic"/>
                <a:cs typeface="Yu Gothic"/>
              </a:defRPr>
            </a:lvl5pPr>
            <a:lvl6pPr>
              <a:buNone/>
              <a:defRPr sz="1425" b="1">
                <a:solidFill>
                  <a:srgbClr val="087E8B"/>
                </a:solidFill>
                <a:latin typeface="Yu Gothic"/>
                <a:ea typeface="Yu Gothic"/>
                <a:cs typeface="Yu Gothic"/>
              </a:defRPr>
            </a:lvl6pPr>
            <a:lvl7pPr>
              <a:buNone/>
              <a:defRPr sz="1425" b="1">
                <a:solidFill>
                  <a:srgbClr val="087E8B"/>
                </a:solidFill>
                <a:latin typeface="Yu Gothic"/>
                <a:ea typeface="Yu Gothic"/>
                <a:cs typeface="Yu Gothic"/>
              </a:defRPr>
            </a:lvl7pPr>
            <a:lvl8pPr>
              <a:buNone/>
              <a:defRPr sz="1425" b="1">
                <a:solidFill>
                  <a:srgbClr val="087E8B"/>
                </a:solidFill>
                <a:latin typeface="Yu Gothic"/>
                <a:ea typeface="Yu Gothic"/>
                <a:cs typeface="Yu Gothic"/>
              </a:defRPr>
            </a:lvl8pPr>
            <a:lvl9pPr>
              <a:buNone/>
              <a:defRPr sz="1425" b="1">
                <a:solidFill>
                  <a:srgbClr val="087E8B"/>
                </a:solidFill>
                <a:latin typeface="Yu Gothic"/>
                <a:ea typeface="Yu Gothic"/>
                <a:cs typeface="Yu Gothic"/>
              </a:defRPr>
            </a:lvl9pPr>
          </a:lstStyle>
          <a:p>
            <a:pPr>
              <a:buNone/>
              <a:defRPr sz="1425" b="1">
                <a:solidFill>
                  <a:srgbClr val="087E8B"/>
                </a:solidFill>
                <a:latin typeface="Yu Gothic"/>
                <a:ea typeface="Yu Gothic"/>
                <a:cs typeface="Yu Gothic"/>
              </a:defRPr>
            </a:pPr>
            <a:r>
              <a:rPr sz="1425" b="1">
                <a:solidFill>
                  <a:srgbClr val="087E8B"/>
                </a:solidFill>
                <a:latin typeface="Yu Gothic"/>
                <a:ea typeface="Yu Gothic"/>
                <a:cs typeface="Yu Gothic"/>
              </a:rPr>
              <a:t>異等級構成の一例。同一等級構成もある。強度等級とEを混同しない。</a:t>
            </a:r>
          </a:p>
        </p:txBody>
      </p:sp>
    </p:spTree>
    <p:extLst>
      <p:ext uri="{BB962C8B-B14F-4D97-AF65-F5344CB8AC3E}">
        <p14:creationId xmlns:p14="http://schemas.microsoft.com/office/powerpoint/2010/main" val="31378311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正方形/長方形 30">
            <a:extLst>
              <a:ext uri="{FF2B5EF4-FFF2-40B4-BE49-F238E27FC236}">
                <a16:creationId xmlns:a16="http://schemas.microsoft.com/office/drawing/2014/main" id="{E9DC1425-7C2F-4220-99B3-6BEEF4F0853D}"/>
              </a:ext>
            </a:extLst>
          </p:cNvPr>
          <p:cNvSpPr>
            <a:spLocks noGrp="1"/>
          </p:cNvSpPr>
          <p:nvPr/>
        </p:nvSpPr>
        <p:spPr>
          <a:xfrm>
            <a:off x="685800" y="361950"/>
            <a:ext cx="10820400" cy="647700"/>
          </a:xfrm>
          <a:prstGeom prst="rect">
            <a:avLst/>
          </a:prstGeom>
          <a:noFill/>
          <a:ln w="0">
            <a:noFill/>
          </a:ln>
        </p:spPr>
        <p:txBody>
          <a:bodyPr lIns="0" tIns="0" rIns="0" bIns="0" anchor="ctr">
            <a:noAutofit/>
          </a:bodyPr>
          <a:lstStyle>
            <a:defPPr algn="l">
              <a:defRPr sz="3150" b="1">
                <a:solidFill>
                  <a:srgbClr val="18364F"/>
                </a:solidFill>
                <a:latin typeface="Yu Gothic"/>
                <a:ea typeface="Yu Gothic"/>
                <a:cs typeface="Yu Gothic"/>
              </a:defRPr>
            </a:defPPr>
            <a:lvl1pPr algn="l">
              <a:buNone/>
              <a:defRPr sz="3150" b="1">
                <a:solidFill>
                  <a:srgbClr val="18364F"/>
                </a:solidFill>
                <a:latin typeface="Yu Gothic"/>
                <a:ea typeface="Yu Gothic"/>
                <a:cs typeface="Yu Gothic"/>
              </a:defRPr>
            </a:lvl1pPr>
            <a:lvl2pPr algn="l">
              <a:buNone/>
              <a:defRPr sz="3150" b="1">
                <a:solidFill>
                  <a:srgbClr val="18364F"/>
                </a:solidFill>
                <a:latin typeface="Yu Gothic"/>
                <a:ea typeface="Yu Gothic"/>
                <a:cs typeface="Yu Gothic"/>
              </a:defRPr>
            </a:lvl2pPr>
            <a:lvl3pPr algn="l">
              <a:buNone/>
              <a:defRPr sz="3150" b="1">
                <a:solidFill>
                  <a:srgbClr val="18364F"/>
                </a:solidFill>
                <a:latin typeface="Yu Gothic"/>
                <a:ea typeface="Yu Gothic"/>
                <a:cs typeface="Yu Gothic"/>
              </a:defRPr>
            </a:lvl3pPr>
            <a:lvl4pPr algn="l">
              <a:buNone/>
              <a:defRPr sz="3150" b="1">
                <a:solidFill>
                  <a:srgbClr val="18364F"/>
                </a:solidFill>
                <a:latin typeface="Yu Gothic"/>
                <a:ea typeface="Yu Gothic"/>
                <a:cs typeface="Yu Gothic"/>
              </a:defRPr>
            </a:lvl4pPr>
            <a:lvl5pPr algn="l">
              <a:buNone/>
              <a:defRPr sz="3150" b="1">
                <a:solidFill>
                  <a:srgbClr val="18364F"/>
                </a:solidFill>
                <a:latin typeface="Yu Gothic"/>
                <a:ea typeface="Yu Gothic"/>
                <a:cs typeface="Yu Gothic"/>
              </a:defRPr>
            </a:lvl5pPr>
            <a:lvl6pPr algn="l">
              <a:buNone/>
              <a:defRPr sz="3150" b="1">
                <a:solidFill>
                  <a:srgbClr val="18364F"/>
                </a:solidFill>
                <a:latin typeface="Yu Gothic"/>
                <a:ea typeface="Yu Gothic"/>
                <a:cs typeface="Yu Gothic"/>
              </a:defRPr>
            </a:lvl6pPr>
            <a:lvl7pPr algn="l">
              <a:buNone/>
              <a:defRPr sz="3150" b="1">
                <a:solidFill>
                  <a:srgbClr val="18364F"/>
                </a:solidFill>
                <a:latin typeface="Yu Gothic"/>
                <a:ea typeface="Yu Gothic"/>
                <a:cs typeface="Yu Gothic"/>
              </a:defRPr>
            </a:lvl7pPr>
            <a:lvl8pPr algn="l">
              <a:buNone/>
              <a:defRPr sz="3150" b="1">
                <a:solidFill>
                  <a:srgbClr val="18364F"/>
                </a:solidFill>
                <a:latin typeface="Yu Gothic"/>
                <a:ea typeface="Yu Gothic"/>
                <a:cs typeface="Yu Gothic"/>
              </a:defRPr>
            </a:lvl8pPr>
            <a:lvl9pPr algn="l">
              <a:buNone/>
              <a:defRPr sz="3150" b="1">
                <a:solidFill>
                  <a:srgbClr val="18364F"/>
                </a:solidFill>
                <a:latin typeface="Yu Gothic"/>
                <a:ea typeface="Yu Gothic"/>
                <a:cs typeface="Yu Gothic"/>
              </a:defRPr>
            </a:lvl9pPr>
          </a:lstStyle>
          <a:p>
            <a:pPr algn="l">
              <a:buNone/>
              <a:defRPr sz="3150" b="1">
                <a:solidFill>
                  <a:srgbClr val="18364F"/>
                </a:solidFill>
                <a:latin typeface="Yu Gothic"/>
                <a:ea typeface="Yu Gothic"/>
                <a:cs typeface="Yu Gothic"/>
              </a:defRPr>
            </a:pPr>
            <a:r>
              <a:rPr sz="3150" b="1">
                <a:solidFill>
                  <a:srgbClr val="18364F"/>
                </a:solidFill>
                <a:latin typeface="Yu Gothic"/>
                <a:ea typeface="Yu Gothic"/>
                <a:cs typeface="Yu Gothic"/>
              </a:rPr>
              <a:t>集成材の平行積層</a:t>
            </a:r>
          </a:p>
        </p:txBody>
      </p:sp>
      <p:cxnSp>
        <p:nvCxnSpPr>
          <p:cNvPr id="2" name="直線矢印コネクタ 1">
            <a:extLst>
              <a:ext uri="{FF2B5EF4-FFF2-40B4-BE49-F238E27FC236}">
                <a16:creationId xmlns:a16="http://schemas.microsoft.com/office/drawing/2014/main" id="{0D86FA9D-CF29-4843-85B6-067423297014}"/>
              </a:ext>
            </a:extLst>
          </p:cNvPr>
          <p:cNvCxnSpPr/>
          <p:nvPr/>
        </p:nvCxnSpPr>
        <p:spPr>
          <a:xfrm>
            <a:off x="685800" y="1190625"/>
            <a:ext cx="10820400" cy="0"/>
          </a:xfrm>
          <a:prstGeom prst="straightConnector1">
            <a:avLst/>
          </a:prstGeom>
          <a:ln w="22860">
            <a:solidFill>
              <a:srgbClr val="18364F"/>
            </a:solidFill>
          </a:ln>
        </p:spPr>
      </p:cxnSp>
      <p:sp>
        <p:nvSpPr>
          <p:cNvPr id="3" name="正方形/長方形 2">
            <a:extLst>
              <a:ext uri="{FF2B5EF4-FFF2-40B4-BE49-F238E27FC236}">
                <a16:creationId xmlns:a16="http://schemas.microsoft.com/office/drawing/2014/main" id="{ED7F584D-D587-4B16-BEEC-C003F5EE245C}"/>
              </a:ext>
            </a:extLst>
          </p:cNvPr>
          <p:cNvSpPr>
            <a:spLocks noGrp="1"/>
          </p:cNvSpPr>
          <p:nvPr/>
        </p:nvSpPr>
        <p:spPr>
          <a:xfrm>
            <a:off x="685800" y="6419850"/>
            <a:ext cx="9048750" cy="238125"/>
          </a:xfrm>
          <a:prstGeom prst="rect">
            <a:avLst/>
          </a:prstGeom>
          <a:noFill/>
          <a:ln w="0">
            <a:noFill/>
          </a:ln>
        </p:spPr>
        <p:txBody>
          <a:bodyPr lIns="0" tIns="0" rIns="0" bIns="0" anchor="ctr">
            <a:noAutofit/>
          </a:bodyPr>
          <a:lstStyle>
            <a:defPPr algn="l">
              <a:defRPr sz="1425" b="0">
                <a:solidFill>
                  <a:srgbClr val="5D6C78"/>
                </a:solidFill>
                <a:latin typeface="Yu Gothic"/>
                <a:ea typeface="Yu Gothic"/>
                <a:cs typeface="Yu Gothic"/>
              </a:defRPr>
            </a:defPPr>
            <a:lvl1pPr algn="l">
              <a:buNone/>
              <a:defRPr sz="1425" b="0">
                <a:solidFill>
                  <a:srgbClr val="5D6C78"/>
                </a:solidFill>
                <a:latin typeface="Yu Gothic"/>
                <a:ea typeface="Yu Gothic"/>
                <a:cs typeface="Yu Gothic"/>
              </a:defRPr>
            </a:lvl1pPr>
            <a:lvl2pPr algn="l">
              <a:buNone/>
              <a:defRPr sz="1425" b="0">
                <a:solidFill>
                  <a:srgbClr val="5D6C78"/>
                </a:solidFill>
                <a:latin typeface="Yu Gothic"/>
                <a:ea typeface="Yu Gothic"/>
                <a:cs typeface="Yu Gothic"/>
              </a:defRPr>
            </a:lvl2pPr>
            <a:lvl3pPr algn="l">
              <a:buNone/>
              <a:defRPr sz="1425" b="0">
                <a:solidFill>
                  <a:srgbClr val="5D6C78"/>
                </a:solidFill>
                <a:latin typeface="Yu Gothic"/>
                <a:ea typeface="Yu Gothic"/>
                <a:cs typeface="Yu Gothic"/>
              </a:defRPr>
            </a:lvl3pPr>
            <a:lvl4pPr algn="l">
              <a:buNone/>
              <a:defRPr sz="1425" b="0">
                <a:solidFill>
                  <a:srgbClr val="5D6C78"/>
                </a:solidFill>
                <a:latin typeface="Yu Gothic"/>
                <a:ea typeface="Yu Gothic"/>
                <a:cs typeface="Yu Gothic"/>
              </a:defRPr>
            </a:lvl4pPr>
            <a:lvl5pPr algn="l">
              <a:buNone/>
              <a:defRPr sz="1425" b="0">
                <a:solidFill>
                  <a:srgbClr val="5D6C78"/>
                </a:solidFill>
                <a:latin typeface="Yu Gothic"/>
                <a:ea typeface="Yu Gothic"/>
                <a:cs typeface="Yu Gothic"/>
              </a:defRPr>
            </a:lvl5pPr>
            <a:lvl6pPr algn="l">
              <a:buNone/>
              <a:defRPr sz="1425" b="0">
                <a:solidFill>
                  <a:srgbClr val="5D6C78"/>
                </a:solidFill>
                <a:latin typeface="Yu Gothic"/>
                <a:ea typeface="Yu Gothic"/>
                <a:cs typeface="Yu Gothic"/>
              </a:defRPr>
            </a:lvl6pPr>
            <a:lvl7pPr algn="l">
              <a:buNone/>
              <a:defRPr sz="1425" b="0">
                <a:solidFill>
                  <a:srgbClr val="5D6C78"/>
                </a:solidFill>
                <a:latin typeface="Yu Gothic"/>
                <a:ea typeface="Yu Gothic"/>
                <a:cs typeface="Yu Gothic"/>
              </a:defRPr>
            </a:lvl7pPr>
            <a:lvl8pPr algn="l">
              <a:buNone/>
              <a:defRPr sz="1425" b="0">
                <a:solidFill>
                  <a:srgbClr val="5D6C78"/>
                </a:solidFill>
                <a:latin typeface="Yu Gothic"/>
                <a:ea typeface="Yu Gothic"/>
                <a:cs typeface="Yu Gothic"/>
              </a:defRPr>
            </a:lvl8pPr>
            <a:lvl9pPr algn="l">
              <a:buNone/>
              <a:defRPr sz="1425" b="0">
                <a:solidFill>
                  <a:srgbClr val="5D6C78"/>
                </a:solidFill>
                <a:latin typeface="Yu Gothic"/>
                <a:ea typeface="Yu Gothic"/>
                <a:cs typeface="Yu Gothic"/>
              </a:defRPr>
            </a:lvl9pPr>
          </a:lstStyle>
          <a:p>
            <a:pPr algn="l">
              <a:buNone/>
              <a:defRPr sz="1425" b="0">
                <a:solidFill>
                  <a:srgbClr val="5D6C78"/>
                </a:solidFill>
                <a:latin typeface="Yu Gothic"/>
                <a:ea typeface="Yu Gothic"/>
                <a:cs typeface="Yu Gothic"/>
              </a:defRPr>
            </a:pPr>
            <a:r>
              <a:rPr lang="ja-JP" altLang="en-US" sz="1425" b="0">
                <a:solidFill>
                  <a:srgbClr val="5D6C78"/>
                </a:solidFill>
                <a:latin typeface="Yu Gothic"/>
                <a:ea typeface="Yu Gothic"/>
                <a:cs typeface="Yu Gothic"/>
              </a:rPr>
              <a:t>木材及び木質材料学　新第</a:t>
            </a:r>
            <a:r>
              <a:rPr lang="en-US" altLang="ja-JP" sz="1425" b="0">
                <a:solidFill>
                  <a:srgbClr val="5D6C78"/>
                </a:solidFill>
                <a:latin typeface="Yu Gothic"/>
                <a:ea typeface="Yu Gothic"/>
                <a:cs typeface="Yu Gothic"/>
              </a:rPr>
              <a:t>14</a:t>
            </a:r>
            <a:r>
              <a:rPr lang="ja-JP" altLang="en-US" sz="1425" b="0">
                <a:solidFill>
                  <a:srgbClr val="5D6C78"/>
                </a:solidFill>
                <a:latin typeface="Yu Gothic"/>
                <a:ea typeface="Yu Gothic"/>
                <a:cs typeface="Yu Gothic"/>
              </a:rPr>
              <a:t>回　構造・燃焼</a:t>
            </a:r>
            <a:endParaRPr sz="1425" b="0">
              <a:solidFill>
                <a:srgbClr val="5D6C78"/>
              </a:solidFill>
              <a:latin typeface="Yu Gothic"/>
              <a:ea typeface="Yu Gothic"/>
              <a:cs typeface="Yu Gothic"/>
            </a:endParaRPr>
          </a:p>
        </p:txBody>
      </p:sp>
      <p:sp>
        <p:nvSpPr>
          <p:cNvPr id="4" name="正方形/長方形 3">
            <a:extLst>
              <a:ext uri="{FF2B5EF4-FFF2-40B4-BE49-F238E27FC236}">
                <a16:creationId xmlns:a16="http://schemas.microsoft.com/office/drawing/2014/main" id="{2B614028-975A-46C1-8591-F41E998441D5}"/>
              </a:ext>
            </a:extLst>
          </p:cNvPr>
          <p:cNvSpPr>
            <a:spLocks noGrp="1"/>
          </p:cNvSpPr>
          <p:nvPr/>
        </p:nvSpPr>
        <p:spPr>
          <a:xfrm>
            <a:off x="10858500" y="6419850"/>
            <a:ext cx="647700" cy="238125"/>
          </a:xfrm>
          <a:prstGeom prst="rect">
            <a:avLst/>
          </a:prstGeom>
          <a:noFill/>
          <a:ln w="0">
            <a:noFill/>
          </a:ln>
        </p:spPr>
        <p:txBody>
          <a:bodyPr lIns="0" tIns="0" rIns="0" bIns="0" anchor="ctr">
            <a:noAutofit/>
          </a:bodyPr>
          <a:lstStyle>
            <a:defPPr algn="r">
              <a:defRPr sz="1425" b="0">
                <a:solidFill>
                  <a:srgbClr val="5D6C78"/>
                </a:solidFill>
                <a:latin typeface="Yu Gothic"/>
                <a:ea typeface="Yu Gothic"/>
                <a:cs typeface="Yu Gothic"/>
              </a:defRPr>
            </a:defPPr>
            <a:lvl1pPr algn="r">
              <a:buNone/>
              <a:defRPr sz="1425" b="0">
                <a:solidFill>
                  <a:srgbClr val="5D6C78"/>
                </a:solidFill>
                <a:latin typeface="Yu Gothic"/>
                <a:ea typeface="Yu Gothic"/>
                <a:cs typeface="Yu Gothic"/>
              </a:defRPr>
            </a:lvl1pPr>
            <a:lvl2pPr algn="r">
              <a:buNone/>
              <a:defRPr sz="1425" b="0">
                <a:solidFill>
                  <a:srgbClr val="5D6C78"/>
                </a:solidFill>
                <a:latin typeface="Yu Gothic"/>
                <a:ea typeface="Yu Gothic"/>
                <a:cs typeface="Yu Gothic"/>
              </a:defRPr>
            </a:lvl2pPr>
            <a:lvl3pPr algn="r">
              <a:buNone/>
              <a:defRPr sz="1425" b="0">
                <a:solidFill>
                  <a:srgbClr val="5D6C78"/>
                </a:solidFill>
                <a:latin typeface="Yu Gothic"/>
                <a:ea typeface="Yu Gothic"/>
                <a:cs typeface="Yu Gothic"/>
              </a:defRPr>
            </a:lvl3pPr>
            <a:lvl4pPr algn="r">
              <a:buNone/>
              <a:defRPr sz="1425" b="0">
                <a:solidFill>
                  <a:srgbClr val="5D6C78"/>
                </a:solidFill>
                <a:latin typeface="Yu Gothic"/>
                <a:ea typeface="Yu Gothic"/>
                <a:cs typeface="Yu Gothic"/>
              </a:defRPr>
            </a:lvl4pPr>
            <a:lvl5pPr algn="r">
              <a:buNone/>
              <a:defRPr sz="1425" b="0">
                <a:solidFill>
                  <a:srgbClr val="5D6C78"/>
                </a:solidFill>
                <a:latin typeface="Yu Gothic"/>
                <a:ea typeface="Yu Gothic"/>
                <a:cs typeface="Yu Gothic"/>
              </a:defRPr>
            </a:lvl5pPr>
            <a:lvl6pPr algn="r">
              <a:buNone/>
              <a:defRPr sz="1425" b="0">
                <a:solidFill>
                  <a:srgbClr val="5D6C78"/>
                </a:solidFill>
                <a:latin typeface="Yu Gothic"/>
                <a:ea typeface="Yu Gothic"/>
                <a:cs typeface="Yu Gothic"/>
              </a:defRPr>
            </a:lvl6pPr>
            <a:lvl7pPr algn="r">
              <a:buNone/>
              <a:defRPr sz="1425" b="0">
                <a:solidFill>
                  <a:srgbClr val="5D6C78"/>
                </a:solidFill>
                <a:latin typeface="Yu Gothic"/>
                <a:ea typeface="Yu Gothic"/>
                <a:cs typeface="Yu Gothic"/>
              </a:defRPr>
            </a:lvl7pPr>
            <a:lvl8pPr algn="r">
              <a:buNone/>
              <a:defRPr sz="1425" b="0">
                <a:solidFill>
                  <a:srgbClr val="5D6C78"/>
                </a:solidFill>
                <a:latin typeface="Yu Gothic"/>
                <a:ea typeface="Yu Gothic"/>
                <a:cs typeface="Yu Gothic"/>
              </a:defRPr>
            </a:lvl8pPr>
            <a:lvl9pPr algn="r">
              <a:buNone/>
              <a:defRPr sz="1425" b="0">
                <a:solidFill>
                  <a:srgbClr val="5D6C78"/>
                </a:solidFill>
                <a:latin typeface="Yu Gothic"/>
                <a:ea typeface="Yu Gothic"/>
                <a:cs typeface="Yu Gothic"/>
              </a:defRPr>
            </a:lvl9pPr>
          </a:lstStyle>
          <a:p>
            <a:pPr algn="r">
              <a:buNone/>
              <a:defRPr sz="1425" b="0">
                <a:solidFill>
                  <a:srgbClr val="5D6C78"/>
                </a:solidFill>
                <a:latin typeface="Yu Gothic"/>
                <a:ea typeface="Yu Gothic"/>
                <a:cs typeface="Yu Gothic"/>
              </a:defRPr>
            </a:pPr>
            <a:r>
              <a:rPr lang="en-US" altLang="ja-JP" sz="1425" b="0">
                <a:solidFill>
                  <a:srgbClr val="5D6C78"/>
                </a:solidFill>
                <a:latin typeface="Yu Gothic"/>
                <a:ea typeface="Yu Gothic"/>
                <a:cs typeface="Yu Gothic"/>
              </a:rPr>
              <a:t>7</a:t>
            </a:r>
            <a:endParaRPr sz="1425" b="0">
              <a:solidFill>
                <a:srgbClr val="5D6C78"/>
              </a:solidFill>
              <a:latin typeface="Yu Gothic"/>
              <a:ea typeface="Yu Gothic"/>
              <a:cs typeface="Yu Gothic"/>
            </a:endParaRPr>
          </a:p>
        </p:txBody>
      </p:sp>
      <p:sp>
        <p:nvSpPr>
          <p:cNvPr id="5" name="正方形/長方形 4">
            <a:extLst>
              <a:ext uri="{FF2B5EF4-FFF2-40B4-BE49-F238E27FC236}">
                <a16:creationId xmlns:a16="http://schemas.microsoft.com/office/drawing/2014/main" id="{2946B55B-3A9E-4E2D-ADE7-DBE65E4187D7}"/>
              </a:ext>
            </a:extLst>
          </p:cNvPr>
          <p:cNvSpPr>
            <a:spLocks noGrp="1"/>
          </p:cNvSpPr>
          <p:nvPr/>
        </p:nvSpPr>
        <p:spPr>
          <a:xfrm>
            <a:off x="1000125" y="2095500"/>
            <a:ext cx="5095875" cy="476250"/>
          </a:xfrm>
          <a:prstGeom prst="rect">
            <a:avLst/>
          </a:prstGeom>
          <a:solidFill>
            <a:srgbClr val="F5EFE4"/>
          </a:solidFill>
          <a:ln w="14288">
            <a:solidFill>
              <a:srgbClr val="C8D3DD"/>
            </a:solidFill>
          </a:ln>
        </p:spPr>
      </p:sp>
      <p:cxnSp>
        <p:nvCxnSpPr>
          <p:cNvPr id="6" name="直線矢印コネクタ 5">
            <a:extLst>
              <a:ext uri="{FF2B5EF4-FFF2-40B4-BE49-F238E27FC236}">
                <a16:creationId xmlns:a16="http://schemas.microsoft.com/office/drawing/2014/main" id="{8C772D15-7BF5-4BBA-BC77-53BF8EF42862}"/>
              </a:ext>
            </a:extLst>
          </p:cNvPr>
          <p:cNvCxnSpPr/>
          <p:nvPr/>
        </p:nvCxnSpPr>
        <p:spPr>
          <a:xfrm>
            <a:off x="1190625" y="2171700"/>
            <a:ext cx="4714875" cy="0"/>
          </a:xfrm>
          <a:prstGeom prst="straightConnector1">
            <a:avLst/>
          </a:prstGeom>
          <a:ln w="17145">
            <a:solidFill>
              <a:srgbClr val="B55D09"/>
            </a:solidFill>
          </a:ln>
        </p:spPr>
      </p:cxnSp>
      <p:cxnSp>
        <p:nvCxnSpPr>
          <p:cNvPr id="7" name="直線矢印コネクタ 6">
            <a:extLst>
              <a:ext uri="{FF2B5EF4-FFF2-40B4-BE49-F238E27FC236}">
                <a16:creationId xmlns:a16="http://schemas.microsoft.com/office/drawing/2014/main" id="{523CB7C0-8B73-4A62-B04A-CC35661B073F}"/>
              </a:ext>
            </a:extLst>
          </p:cNvPr>
          <p:cNvCxnSpPr/>
          <p:nvPr/>
        </p:nvCxnSpPr>
        <p:spPr>
          <a:xfrm>
            <a:off x="1190625" y="2257425"/>
            <a:ext cx="4714875" cy="0"/>
          </a:xfrm>
          <a:prstGeom prst="straightConnector1">
            <a:avLst/>
          </a:prstGeom>
          <a:ln w="17145">
            <a:solidFill>
              <a:srgbClr val="B55D09"/>
            </a:solidFill>
          </a:ln>
        </p:spPr>
      </p:cxnSp>
      <p:cxnSp>
        <p:nvCxnSpPr>
          <p:cNvPr id="8" name="直線矢印コネクタ 7">
            <a:extLst>
              <a:ext uri="{FF2B5EF4-FFF2-40B4-BE49-F238E27FC236}">
                <a16:creationId xmlns:a16="http://schemas.microsoft.com/office/drawing/2014/main" id="{D5D78F8B-082B-4CD3-A874-11BE7CE91379}"/>
              </a:ext>
            </a:extLst>
          </p:cNvPr>
          <p:cNvCxnSpPr/>
          <p:nvPr/>
        </p:nvCxnSpPr>
        <p:spPr>
          <a:xfrm>
            <a:off x="1190625" y="2343150"/>
            <a:ext cx="4714875" cy="0"/>
          </a:xfrm>
          <a:prstGeom prst="straightConnector1">
            <a:avLst/>
          </a:prstGeom>
          <a:ln w="17145">
            <a:solidFill>
              <a:srgbClr val="B55D09"/>
            </a:solidFill>
          </a:ln>
        </p:spPr>
      </p:cxnSp>
      <p:sp>
        <p:nvSpPr>
          <p:cNvPr id="9" name="正方形/長方形 8">
            <a:extLst>
              <a:ext uri="{FF2B5EF4-FFF2-40B4-BE49-F238E27FC236}">
                <a16:creationId xmlns:a16="http://schemas.microsoft.com/office/drawing/2014/main" id="{3125BCDA-AEAC-4F1A-9CBA-898FECD33512}"/>
              </a:ext>
            </a:extLst>
          </p:cNvPr>
          <p:cNvSpPr>
            <a:spLocks noGrp="1"/>
          </p:cNvSpPr>
          <p:nvPr/>
        </p:nvSpPr>
        <p:spPr>
          <a:xfrm>
            <a:off x="1000125" y="2600325"/>
            <a:ext cx="5095875" cy="476250"/>
          </a:xfrm>
          <a:prstGeom prst="rect">
            <a:avLst/>
          </a:prstGeom>
          <a:solidFill>
            <a:srgbClr val="F5EFE4"/>
          </a:solidFill>
          <a:ln w="14288">
            <a:solidFill>
              <a:srgbClr val="C8D3DD"/>
            </a:solidFill>
          </a:ln>
        </p:spPr>
      </p:sp>
      <p:cxnSp>
        <p:nvCxnSpPr>
          <p:cNvPr id="10" name="直線矢印コネクタ 9">
            <a:extLst>
              <a:ext uri="{FF2B5EF4-FFF2-40B4-BE49-F238E27FC236}">
                <a16:creationId xmlns:a16="http://schemas.microsoft.com/office/drawing/2014/main" id="{73D34498-018D-4354-90DF-53D94775B4AB}"/>
              </a:ext>
            </a:extLst>
          </p:cNvPr>
          <p:cNvCxnSpPr/>
          <p:nvPr/>
        </p:nvCxnSpPr>
        <p:spPr>
          <a:xfrm>
            <a:off x="1190625" y="2676525"/>
            <a:ext cx="4714875" cy="0"/>
          </a:xfrm>
          <a:prstGeom prst="straightConnector1">
            <a:avLst/>
          </a:prstGeom>
          <a:ln w="17145">
            <a:solidFill>
              <a:srgbClr val="B55D09"/>
            </a:solidFill>
          </a:ln>
        </p:spPr>
      </p:cxnSp>
      <p:cxnSp>
        <p:nvCxnSpPr>
          <p:cNvPr id="11" name="直線矢印コネクタ 10">
            <a:extLst>
              <a:ext uri="{FF2B5EF4-FFF2-40B4-BE49-F238E27FC236}">
                <a16:creationId xmlns:a16="http://schemas.microsoft.com/office/drawing/2014/main" id="{D43705CD-193A-4810-86D4-F94C0E064F88}"/>
              </a:ext>
            </a:extLst>
          </p:cNvPr>
          <p:cNvCxnSpPr/>
          <p:nvPr/>
        </p:nvCxnSpPr>
        <p:spPr>
          <a:xfrm>
            <a:off x="1190625" y="2762250"/>
            <a:ext cx="4714875" cy="0"/>
          </a:xfrm>
          <a:prstGeom prst="straightConnector1">
            <a:avLst/>
          </a:prstGeom>
          <a:ln w="17145">
            <a:solidFill>
              <a:srgbClr val="B55D09"/>
            </a:solidFill>
          </a:ln>
        </p:spPr>
      </p:cxnSp>
      <p:cxnSp>
        <p:nvCxnSpPr>
          <p:cNvPr id="12" name="直線矢印コネクタ 11">
            <a:extLst>
              <a:ext uri="{FF2B5EF4-FFF2-40B4-BE49-F238E27FC236}">
                <a16:creationId xmlns:a16="http://schemas.microsoft.com/office/drawing/2014/main" id="{F5D5EAD3-B5F2-4FA3-A453-8ABB47BB3C99}"/>
              </a:ext>
            </a:extLst>
          </p:cNvPr>
          <p:cNvCxnSpPr/>
          <p:nvPr/>
        </p:nvCxnSpPr>
        <p:spPr>
          <a:xfrm>
            <a:off x="1190625" y="2847975"/>
            <a:ext cx="4714875" cy="0"/>
          </a:xfrm>
          <a:prstGeom prst="straightConnector1">
            <a:avLst/>
          </a:prstGeom>
          <a:ln w="17145">
            <a:solidFill>
              <a:srgbClr val="B55D09"/>
            </a:solidFill>
          </a:ln>
        </p:spPr>
      </p:cxnSp>
      <p:sp>
        <p:nvSpPr>
          <p:cNvPr id="13" name="正方形/長方形 12">
            <a:extLst>
              <a:ext uri="{FF2B5EF4-FFF2-40B4-BE49-F238E27FC236}">
                <a16:creationId xmlns:a16="http://schemas.microsoft.com/office/drawing/2014/main" id="{9B317150-27CE-4E00-8D96-E76FBD568ED6}"/>
              </a:ext>
            </a:extLst>
          </p:cNvPr>
          <p:cNvSpPr>
            <a:spLocks noGrp="1"/>
          </p:cNvSpPr>
          <p:nvPr/>
        </p:nvSpPr>
        <p:spPr>
          <a:xfrm>
            <a:off x="1000125" y="3105150"/>
            <a:ext cx="5095875" cy="476250"/>
          </a:xfrm>
          <a:prstGeom prst="rect">
            <a:avLst/>
          </a:prstGeom>
          <a:solidFill>
            <a:srgbClr val="F5EFE4"/>
          </a:solidFill>
          <a:ln w="14288">
            <a:solidFill>
              <a:srgbClr val="C8D3DD"/>
            </a:solidFill>
          </a:ln>
        </p:spPr>
      </p:sp>
      <p:cxnSp>
        <p:nvCxnSpPr>
          <p:cNvPr id="14" name="直線矢印コネクタ 13">
            <a:extLst>
              <a:ext uri="{FF2B5EF4-FFF2-40B4-BE49-F238E27FC236}">
                <a16:creationId xmlns:a16="http://schemas.microsoft.com/office/drawing/2014/main" id="{FDE5792B-D4C9-4A30-91B4-A26BE0782AAD}"/>
              </a:ext>
            </a:extLst>
          </p:cNvPr>
          <p:cNvCxnSpPr/>
          <p:nvPr/>
        </p:nvCxnSpPr>
        <p:spPr>
          <a:xfrm>
            <a:off x="1190625" y="3181350"/>
            <a:ext cx="4714875" cy="0"/>
          </a:xfrm>
          <a:prstGeom prst="straightConnector1">
            <a:avLst/>
          </a:prstGeom>
          <a:ln w="17145">
            <a:solidFill>
              <a:srgbClr val="B55D09"/>
            </a:solidFill>
          </a:ln>
        </p:spPr>
      </p:cxnSp>
      <p:cxnSp>
        <p:nvCxnSpPr>
          <p:cNvPr id="15" name="直線矢印コネクタ 14">
            <a:extLst>
              <a:ext uri="{FF2B5EF4-FFF2-40B4-BE49-F238E27FC236}">
                <a16:creationId xmlns:a16="http://schemas.microsoft.com/office/drawing/2014/main" id="{7BB57E50-9C61-4317-87E2-E42E153D1CB9}"/>
              </a:ext>
            </a:extLst>
          </p:cNvPr>
          <p:cNvCxnSpPr/>
          <p:nvPr/>
        </p:nvCxnSpPr>
        <p:spPr>
          <a:xfrm>
            <a:off x="1190625" y="3267075"/>
            <a:ext cx="4714875" cy="0"/>
          </a:xfrm>
          <a:prstGeom prst="straightConnector1">
            <a:avLst/>
          </a:prstGeom>
          <a:ln w="17145">
            <a:solidFill>
              <a:srgbClr val="B55D09"/>
            </a:solidFill>
          </a:ln>
        </p:spPr>
      </p:cxnSp>
      <p:cxnSp>
        <p:nvCxnSpPr>
          <p:cNvPr id="16" name="直線矢印コネクタ 15">
            <a:extLst>
              <a:ext uri="{FF2B5EF4-FFF2-40B4-BE49-F238E27FC236}">
                <a16:creationId xmlns:a16="http://schemas.microsoft.com/office/drawing/2014/main" id="{35629E39-9F77-49CE-B03E-FC0FDACD0D81}"/>
              </a:ext>
            </a:extLst>
          </p:cNvPr>
          <p:cNvCxnSpPr/>
          <p:nvPr/>
        </p:nvCxnSpPr>
        <p:spPr>
          <a:xfrm>
            <a:off x="1190625" y="3352800"/>
            <a:ext cx="4714875" cy="0"/>
          </a:xfrm>
          <a:prstGeom prst="straightConnector1">
            <a:avLst/>
          </a:prstGeom>
          <a:ln w="17145">
            <a:solidFill>
              <a:srgbClr val="B55D09"/>
            </a:solidFill>
          </a:ln>
        </p:spPr>
      </p:cxnSp>
      <p:sp>
        <p:nvSpPr>
          <p:cNvPr id="17" name="正方形/長方形 16">
            <a:extLst>
              <a:ext uri="{FF2B5EF4-FFF2-40B4-BE49-F238E27FC236}">
                <a16:creationId xmlns:a16="http://schemas.microsoft.com/office/drawing/2014/main" id="{A568F339-9351-43A5-A5AD-8B91B7E84340}"/>
              </a:ext>
            </a:extLst>
          </p:cNvPr>
          <p:cNvSpPr>
            <a:spLocks noGrp="1"/>
          </p:cNvSpPr>
          <p:nvPr/>
        </p:nvSpPr>
        <p:spPr>
          <a:xfrm>
            <a:off x="1000125" y="3609975"/>
            <a:ext cx="5095875" cy="476250"/>
          </a:xfrm>
          <a:prstGeom prst="rect">
            <a:avLst/>
          </a:prstGeom>
          <a:solidFill>
            <a:srgbClr val="F5EFE4"/>
          </a:solidFill>
          <a:ln w="14288">
            <a:solidFill>
              <a:srgbClr val="C8D3DD"/>
            </a:solidFill>
          </a:ln>
        </p:spPr>
      </p:sp>
      <p:cxnSp>
        <p:nvCxnSpPr>
          <p:cNvPr id="18" name="直線矢印コネクタ 17">
            <a:extLst>
              <a:ext uri="{FF2B5EF4-FFF2-40B4-BE49-F238E27FC236}">
                <a16:creationId xmlns:a16="http://schemas.microsoft.com/office/drawing/2014/main" id="{0AF940F2-6B7D-4E06-8D08-3D774D184067}"/>
              </a:ext>
            </a:extLst>
          </p:cNvPr>
          <p:cNvCxnSpPr/>
          <p:nvPr/>
        </p:nvCxnSpPr>
        <p:spPr>
          <a:xfrm>
            <a:off x="1190625" y="3686175"/>
            <a:ext cx="4714875" cy="0"/>
          </a:xfrm>
          <a:prstGeom prst="straightConnector1">
            <a:avLst/>
          </a:prstGeom>
          <a:ln w="17145">
            <a:solidFill>
              <a:srgbClr val="B55D09"/>
            </a:solidFill>
          </a:ln>
        </p:spPr>
      </p:cxnSp>
      <p:cxnSp>
        <p:nvCxnSpPr>
          <p:cNvPr id="19" name="直線矢印コネクタ 18">
            <a:extLst>
              <a:ext uri="{FF2B5EF4-FFF2-40B4-BE49-F238E27FC236}">
                <a16:creationId xmlns:a16="http://schemas.microsoft.com/office/drawing/2014/main" id="{5E36B0AA-5FEF-4469-BEC2-34FBA36A5A0D}"/>
              </a:ext>
            </a:extLst>
          </p:cNvPr>
          <p:cNvCxnSpPr/>
          <p:nvPr/>
        </p:nvCxnSpPr>
        <p:spPr>
          <a:xfrm>
            <a:off x="1190625" y="3771900"/>
            <a:ext cx="4714875" cy="0"/>
          </a:xfrm>
          <a:prstGeom prst="straightConnector1">
            <a:avLst/>
          </a:prstGeom>
          <a:ln w="17145">
            <a:solidFill>
              <a:srgbClr val="B55D09"/>
            </a:solidFill>
          </a:ln>
        </p:spPr>
      </p:cxnSp>
      <p:cxnSp>
        <p:nvCxnSpPr>
          <p:cNvPr id="20" name="直線矢印コネクタ 19">
            <a:extLst>
              <a:ext uri="{FF2B5EF4-FFF2-40B4-BE49-F238E27FC236}">
                <a16:creationId xmlns:a16="http://schemas.microsoft.com/office/drawing/2014/main" id="{58799913-A1F2-4B8A-BE3F-0CA43814DA4F}"/>
              </a:ext>
            </a:extLst>
          </p:cNvPr>
          <p:cNvCxnSpPr/>
          <p:nvPr/>
        </p:nvCxnSpPr>
        <p:spPr>
          <a:xfrm>
            <a:off x="1190625" y="3857625"/>
            <a:ext cx="4714875" cy="0"/>
          </a:xfrm>
          <a:prstGeom prst="straightConnector1">
            <a:avLst/>
          </a:prstGeom>
          <a:ln w="17145">
            <a:solidFill>
              <a:srgbClr val="B55D09"/>
            </a:solidFill>
          </a:ln>
        </p:spPr>
      </p:cxnSp>
      <p:sp>
        <p:nvSpPr>
          <p:cNvPr id="21" name="正方形/長方形 20">
            <a:extLst>
              <a:ext uri="{FF2B5EF4-FFF2-40B4-BE49-F238E27FC236}">
                <a16:creationId xmlns:a16="http://schemas.microsoft.com/office/drawing/2014/main" id="{7E17C805-D790-4119-BCEC-A51F8C905EFB}"/>
              </a:ext>
            </a:extLst>
          </p:cNvPr>
          <p:cNvSpPr>
            <a:spLocks noGrp="1"/>
          </p:cNvSpPr>
          <p:nvPr/>
        </p:nvSpPr>
        <p:spPr>
          <a:xfrm>
            <a:off x="1000125" y="4114800"/>
            <a:ext cx="5095875" cy="476250"/>
          </a:xfrm>
          <a:prstGeom prst="rect">
            <a:avLst/>
          </a:prstGeom>
          <a:solidFill>
            <a:srgbClr val="F5EFE4"/>
          </a:solidFill>
          <a:ln w="14288">
            <a:solidFill>
              <a:srgbClr val="C8D3DD"/>
            </a:solidFill>
          </a:ln>
        </p:spPr>
      </p:sp>
      <p:cxnSp>
        <p:nvCxnSpPr>
          <p:cNvPr id="22" name="直線矢印コネクタ 21">
            <a:extLst>
              <a:ext uri="{FF2B5EF4-FFF2-40B4-BE49-F238E27FC236}">
                <a16:creationId xmlns:a16="http://schemas.microsoft.com/office/drawing/2014/main" id="{3E5C21D4-57D5-4EDF-B988-D23E897C61DC}"/>
              </a:ext>
            </a:extLst>
          </p:cNvPr>
          <p:cNvCxnSpPr/>
          <p:nvPr/>
        </p:nvCxnSpPr>
        <p:spPr>
          <a:xfrm>
            <a:off x="1190625" y="4191000"/>
            <a:ext cx="4714875" cy="0"/>
          </a:xfrm>
          <a:prstGeom prst="straightConnector1">
            <a:avLst/>
          </a:prstGeom>
          <a:ln w="17145">
            <a:solidFill>
              <a:srgbClr val="B55D09"/>
            </a:solidFill>
          </a:ln>
        </p:spPr>
      </p:cxnSp>
      <p:cxnSp>
        <p:nvCxnSpPr>
          <p:cNvPr id="23" name="直線矢印コネクタ 22">
            <a:extLst>
              <a:ext uri="{FF2B5EF4-FFF2-40B4-BE49-F238E27FC236}">
                <a16:creationId xmlns:a16="http://schemas.microsoft.com/office/drawing/2014/main" id="{788CD4E3-ECFE-46A4-A6DB-4B38D2C6D6E6}"/>
              </a:ext>
            </a:extLst>
          </p:cNvPr>
          <p:cNvCxnSpPr/>
          <p:nvPr/>
        </p:nvCxnSpPr>
        <p:spPr>
          <a:xfrm>
            <a:off x="1190625" y="4276725"/>
            <a:ext cx="4714875" cy="0"/>
          </a:xfrm>
          <a:prstGeom prst="straightConnector1">
            <a:avLst/>
          </a:prstGeom>
          <a:ln w="17145">
            <a:solidFill>
              <a:srgbClr val="B55D09"/>
            </a:solidFill>
          </a:ln>
        </p:spPr>
      </p:cxnSp>
      <p:cxnSp>
        <p:nvCxnSpPr>
          <p:cNvPr id="24" name="直線矢印コネクタ 23">
            <a:extLst>
              <a:ext uri="{FF2B5EF4-FFF2-40B4-BE49-F238E27FC236}">
                <a16:creationId xmlns:a16="http://schemas.microsoft.com/office/drawing/2014/main" id="{A23A2A5D-8184-4779-91E5-EE332194B391}"/>
              </a:ext>
            </a:extLst>
          </p:cNvPr>
          <p:cNvCxnSpPr/>
          <p:nvPr/>
        </p:nvCxnSpPr>
        <p:spPr>
          <a:xfrm>
            <a:off x="1190625" y="4362450"/>
            <a:ext cx="4714875" cy="0"/>
          </a:xfrm>
          <a:prstGeom prst="straightConnector1">
            <a:avLst/>
          </a:prstGeom>
          <a:ln w="17145">
            <a:solidFill>
              <a:srgbClr val="B55D09"/>
            </a:solidFill>
          </a:ln>
        </p:spPr>
      </p:cxnSp>
      <p:sp>
        <p:nvSpPr>
          <p:cNvPr id="25" name="正方形/長方形 24">
            <a:extLst>
              <a:ext uri="{FF2B5EF4-FFF2-40B4-BE49-F238E27FC236}">
                <a16:creationId xmlns:a16="http://schemas.microsoft.com/office/drawing/2014/main" id="{1AA08877-FBEB-4DF4-8BD4-0F995950080A}"/>
              </a:ext>
            </a:extLst>
          </p:cNvPr>
          <p:cNvSpPr>
            <a:spLocks noGrp="1"/>
          </p:cNvSpPr>
          <p:nvPr/>
        </p:nvSpPr>
        <p:spPr>
          <a:xfrm>
            <a:off x="1000125" y="4752975"/>
            <a:ext cx="5095875" cy="476250"/>
          </a:xfrm>
          <a:prstGeom prst="rect">
            <a:avLst/>
          </a:prstGeom>
          <a:noFill/>
          <a:ln w="0">
            <a:noFill/>
          </a:ln>
        </p:spPr>
        <p:txBody>
          <a:bodyPr lIns="0" tIns="0" rIns="0" bIns="0" anchor="ctr">
            <a:noAutofit/>
          </a:bodyPr>
          <a:lstStyle>
            <a:defPPr algn="ctr">
              <a:defRPr sz="2025" b="1">
                <a:solidFill>
                  <a:srgbClr val="18364F"/>
                </a:solidFill>
                <a:latin typeface="Yu Gothic"/>
                <a:ea typeface="Yu Gothic"/>
                <a:cs typeface="Yu Gothic"/>
              </a:defRPr>
            </a:defPPr>
            <a:lvl1pPr algn="ctr">
              <a:buNone/>
              <a:defRPr sz="2025" b="1">
                <a:solidFill>
                  <a:srgbClr val="18364F"/>
                </a:solidFill>
                <a:latin typeface="Yu Gothic"/>
                <a:ea typeface="Yu Gothic"/>
                <a:cs typeface="Yu Gothic"/>
              </a:defRPr>
            </a:lvl1pPr>
            <a:lvl2pPr algn="ctr">
              <a:buNone/>
              <a:defRPr sz="2025" b="1">
                <a:solidFill>
                  <a:srgbClr val="18364F"/>
                </a:solidFill>
                <a:latin typeface="Yu Gothic"/>
                <a:ea typeface="Yu Gothic"/>
                <a:cs typeface="Yu Gothic"/>
              </a:defRPr>
            </a:lvl2pPr>
            <a:lvl3pPr algn="ctr">
              <a:buNone/>
              <a:defRPr sz="2025" b="1">
                <a:solidFill>
                  <a:srgbClr val="18364F"/>
                </a:solidFill>
                <a:latin typeface="Yu Gothic"/>
                <a:ea typeface="Yu Gothic"/>
                <a:cs typeface="Yu Gothic"/>
              </a:defRPr>
            </a:lvl3pPr>
            <a:lvl4pPr algn="ctr">
              <a:buNone/>
              <a:defRPr sz="2025" b="1">
                <a:solidFill>
                  <a:srgbClr val="18364F"/>
                </a:solidFill>
                <a:latin typeface="Yu Gothic"/>
                <a:ea typeface="Yu Gothic"/>
                <a:cs typeface="Yu Gothic"/>
              </a:defRPr>
            </a:lvl4pPr>
            <a:lvl5pPr algn="ctr">
              <a:buNone/>
              <a:defRPr sz="2025" b="1">
                <a:solidFill>
                  <a:srgbClr val="18364F"/>
                </a:solidFill>
                <a:latin typeface="Yu Gothic"/>
                <a:ea typeface="Yu Gothic"/>
                <a:cs typeface="Yu Gothic"/>
              </a:defRPr>
            </a:lvl5pPr>
            <a:lvl6pPr algn="ctr">
              <a:buNone/>
              <a:defRPr sz="2025" b="1">
                <a:solidFill>
                  <a:srgbClr val="18364F"/>
                </a:solidFill>
                <a:latin typeface="Yu Gothic"/>
                <a:ea typeface="Yu Gothic"/>
                <a:cs typeface="Yu Gothic"/>
              </a:defRPr>
            </a:lvl6pPr>
            <a:lvl7pPr algn="ctr">
              <a:buNone/>
              <a:defRPr sz="2025" b="1">
                <a:solidFill>
                  <a:srgbClr val="18364F"/>
                </a:solidFill>
                <a:latin typeface="Yu Gothic"/>
                <a:ea typeface="Yu Gothic"/>
                <a:cs typeface="Yu Gothic"/>
              </a:defRPr>
            </a:lvl7pPr>
            <a:lvl8pPr algn="ctr">
              <a:buNone/>
              <a:defRPr sz="2025" b="1">
                <a:solidFill>
                  <a:srgbClr val="18364F"/>
                </a:solidFill>
                <a:latin typeface="Yu Gothic"/>
                <a:ea typeface="Yu Gothic"/>
                <a:cs typeface="Yu Gothic"/>
              </a:defRPr>
            </a:lvl8pPr>
            <a:lvl9pPr algn="ctr">
              <a:buNone/>
              <a:defRPr sz="2025" b="1">
                <a:solidFill>
                  <a:srgbClr val="18364F"/>
                </a:solidFill>
                <a:latin typeface="Yu Gothic"/>
                <a:ea typeface="Yu Gothic"/>
                <a:cs typeface="Yu Gothic"/>
              </a:defRPr>
            </a:lvl9pPr>
          </a:lstStyle>
          <a:p>
            <a:pPr algn="ctr">
              <a:buNone/>
              <a:defRPr sz="2025" b="1">
                <a:solidFill>
                  <a:srgbClr val="18364F"/>
                </a:solidFill>
                <a:latin typeface="Yu Gothic"/>
                <a:ea typeface="Yu Gothic"/>
                <a:cs typeface="Yu Gothic"/>
              </a:defRPr>
            </a:pPr>
            <a:r>
              <a:rPr sz="2025" b="1">
                <a:solidFill>
                  <a:srgbClr val="18364F"/>
                </a:solidFill>
                <a:latin typeface="Yu Gothic"/>
                <a:ea typeface="Yu Gothic"/>
                <a:cs typeface="Yu Gothic"/>
              </a:rPr>
              <a:t>集成材</a:t>
            </a:r>
          </a:p>
        </p:txBody>
      </p:sp>
      <p:sp>
        <p:nvSpPr>
          <p:cNvPr id="26" name="正方形/長方形 25">
            <a:extLst>
              <a:ext uri="{FF2B5EF4-FFF2-40B4-BE49-F238E27FC236}">
                <a16:creationId xmlns:a16="http://schemas.microsoft.com/office/drawing/2014/main" id="{C6B706CF-7520-4628-AB46-8E9B9E94129F}"/>
              </a:ext>
            </a:extLst>
          </p:cNvPr>
          <p:cNvSpPr>
            <a:spLocks noGrp="1"/>
          </p:cNvSpPr>
          <p:nvPr/>
        </p:nvSpPr>
        <p:spPr>
          <a:xfrm>
            <a:off x="7191375" y="1933575"/>
            <a:ext cx="4314825" cy="742950"/>
          </a:xfrm>
          <a:prstGeom prst="rect">
            <a:avLst/>
          </a:prstGeom>
          <a:noFill/>
          <a:ln w="0">
            <a:noFill/>
          </a:ln>
        </p:spPr>
        <p:txBody>
          <a:bodyPr lIns="0" tIns="0" rIns="0" bIns="0" anchor="ctr">
            <a:noAutofit/>
          </a:bodyPr>
          <a:lstStyle>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要素：ひき板等</a:t>
            </a:r>
          </a:p>
        </p:txBody>
      </p:sp>
      <p:sp>
        <p:nvSpPr>
          <p:cNvPr id="27" name="正方形/長方形 26">
            <a:extLst>
              <a:ext uri="{FF2B5EF4-FFF2-40B4-BE49-F238E27FC236}">
                <a16:creationId xmlns:a16="http://schemas.microsoft.com/office/drawing/2014/main" id="{2B881DE4-EF26-4482-9375-8FA31FBCB8F4}"/>
              </a:ext>
            </a:extLst>
          </p:cNvPr>
          <p:cNvSpPr>
            <a:spLocks noGrp="1"/>
          </p:cNvSpPr>
          <p:nvPr/>
        </p:nvSpPr>
        <p:spPr>
          <a:xfrm>
            <a:off x="7191375" y="2809875"/>
            <a:ext cx="4314825" cy="742950"/>
          </a:xfrm>
          <a:prstGeom prst="rect">
            <a:avLst/>
          </a:prstGeom>
          <a:noFill/>
          <a:ln w="0">
            <a:noFill/>
          </a:ln>
        </p:spPr>
        <p:txBody>
          <a:bodyPr lIns="0" tIns="0" rIns="0" bIns="0" anchor="ctr">
            <a:noAutofit/>
          </a:bodyPr>
          <a:lstStyle>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主な配向を色分け</a:t>
            </a:r>
          </a:p>
        </p:txBody>
      </p:sp>
      <p:sp>
        <p:nvSpPr>
          <p:cNvPr id="28" name="正方形/長方形 27">
            <a:extLst>
              <a:ext uri="{FF2B5EF4-FFF2-40B4-BE49-F238E27FC236}">
                <a16:creationId xmlns:a16="http://schemas.microsoft.com/office/drawing/2014/main" id="{C58B2CC8-0809-4DC1-98C5-96E827F0A38C}"/>
              </a:ext>
            </a:extLst>
          </p:cNvPr>
          <p:cNvSpPr>
            <a:spLocks noGrp="1"/>
          </p:cNvSpPr>
          <p:nvPr/>
        </p:nvSpPr>
        <p:spPr>
          <a:xfrm>
            <a:off x="7191375" y="3686175"/>
            <a:ext cx="4314825" cy="742950"/>
          </a:xfrm>
          <a:prstGeom prst="rect">
            <a:avLst/>
          </a:prstGeom>
          <a:noFill/>
          <a:ln w="0">
            <a:noFill/>
          </a:ln>
        </p:spPr>
        <p:txBody>
          <a:bodyPr lIns="0" tIns="0" rIns="0" bIns="0" anchor="ctr">
            <a:noAutofit/>
          </a:bodyPr>
          <a:lstStyle>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荷重方向と層構成</a:t>
            </a:r>
          </a:p>
        </p:txBody>
      </p:sp>
      <p:sp>
        <p:nvSpPr>
          <p:cNvPr id="29" name="正方形/長方形 28">
            <a:extLst>
              <a:ext uri="{FF2B5EF4-FFF2-40B4-BE49-F238E27FC236}">
                <a16:creationId xmlns:a16="http://schemas.microsoft.com/office/drawing/2014/main" id="{CFE14BC0-FA4E-4D12-906E-4E9ABA4EB900}"/>
              </a:ext>
            </a:extLst>
          </p:cNvPr>
          <p:cNvSpPr>
            <a:spLocks noGrp="1"/>
          </p:cNvSpPr>
          <p:nvPr/>
        </p:nvSpPr>
        <p:spPr>
          <a:xfrm>
            <a:off x="7191375" y="4562475"/>
            <a:ext cx="4314825" cy="742950"/>
          </a:xfrm>
          <a:prstGeom prst="rect">
            <a:avLst/>
          </a:prstGeom>
          <a:noFill/>
          <a:ln w="0">
            <a:noFill/>
          </a:ln>
        </p:spPr>
        <p:txBody>
          <a:bodyPr lIns="0" tIns="0" rIns="0" bIns="0" anchor="ctr">
            <a:noAutofit/>
          </a:bodyPr>
          <a:lstStyle>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厚さだけで性能は決まらない</a:t>
            </a:r>
          </a:p>
        </p:txBody>
      </p:sp>
    </p:spTree>
    <p:extLst>
      <p:ext uri="{BB962C8B-B14F-4D97-AF65-F5344CB8AC3E}">
        <p14:creationId xmlns:p14="http://schemas.microsoft.com/office/powerpoint/2010/main" val="303027902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正方形/長方形 14">
            <a:extLst>
              <a:ext uri="{FF2B5EF4-FFF2-40B4-BE49-F238E27FC236}">
                <a16:creationId xmlns:a16="http://schemas.microsoft.com/office/drawing/2014/main" id="{41DFBB54-04AD-4154-87A6-C5DE47E19175}"/>
              </a:ext>
            </a:extLst>
          </p:cNvPr>
          <p:cNvSpPr>
            <a:spLocks noGrp="1"/>
          </p:cNvSpPr>
          <p:nvPr/>
        </p:nvSpPr>
        <p:spPr>
          <a:xfrm>
            <a:off x="685800" y="342900"/>
            <a:ext cx="10820400" cy="666750"/>
          </a:xfrm>
          <a:prstGeom prst="rect">
            <a:avLst/>
          </a:prstGeom>
          <a:noFill/>
          <a:ln w="0">
            <a:noFill/>
          </a:ln>
        </p:spPr>
        <p:txBody>
          <a:bodyPr lIns="0" tIns="0" rIns="0" bIns="0" anchor="ctr">
            <a:noAutofit/>
          </a:bodyPr>
          <a:lstStyle>
            <a:defPPr>
              <a:defRPr sz="3000" b="1">
                <a:solidFill>
                  <a:srgbClr val="18364F"/>
                </a:solidFill>
                <a:latin typeface="Yu Gothic"/>
                <a:ea typeface="Yu Gothic"/>
                <a:cs typeface="Yu Gothic"/>
              </a:defRPr>
            </a:defPPr>
            <a:lvl1pPr>
              <a:buNone/>
              <a:defRPr sz="3000" b="1">
                <a:solidFill>
                  <a:srgbClr val="18364F"/>
                </a:solidFill>
                <a:latin typeface="Yu Gothic"/>
                <a:ea typeface="Yu Gothic"/>
                <a:cs typeface="Yu Gothic"/>
              </a:defRPr>
            </a:lvl1pPr>
            <a:lvl2pPr>
              <a:buNone/>
              <a:defRPr sz="3000" b="1">
                <a:solidFill>
                  <a:srgbClr val="18364F"/>
                </a:solidFill>
                <a:latin typeface="Yu Gothic"/>
                <a:ea typeface="Yu Gothic"/>
                <a:cs typeface="Yu Gothic"/>
              </a:defRPr>
            </a:lvl2pPr>
            <a:lvl3pPr>
              <a:buNone/>
              <a:defRPr sz="3000" b="1">
                <a:solidFill>
                  <a:srgbClr val="18364F"/>
                </a:solidFill>
                <a:latin typeface="Yu Gothic"/>
                <a:ea typeface="Yu Gothic"/>
                <a:cs typeface="Yu Gothic"/>
              </a:defRPr>
            </a:lvl3pPr>
            <a:lvl4pPr>
              <a:buNone/>
              <a:defRPr sz="3000" b="1">
                <a:solidFill>
                  <a:srgbClr val="18364F"/>
                </a:solidFill>
                <a:latin typeface="Yu Gothic"/>
                <a:ea typeface="Yu Gothic"/>
                <a:cs typeface="Yu Gothic"/>
              </a:defRPr>
            </a:lvl4pPr>
            <a:lvl5pPr>
              <a:buNone/>
              <a:defRPr sz="3000" b="1">
                <a:solidFill>
                  <a:srgbClr val="18364F"/>
                </a:solidFill>
                <a:latin typeface="Yu Gothic"/>
                <a:ea typeface="Yu Gothic"/>
                <a:cs typeface="Yu Gothic"/>
              </a:defRPr>
            </a:lvl5pPr>
            <a:lvl6pPr>
              <a:buNone/>
              <a:defRPr sz="3000" b="1">
                <a:solidFill>
                  <a:srgbClr val="18364F"/>
                </a:solidFill>
                <a:latin typeface="Yu Gothic"/>
                <a:ea typeface="Yu Gothic"/>
                <a:cs typeface="Yu Gothic"/>
              </a:defRPr>
            </a:lvl6pPr>
            <a:lvl7pPr>
              <a:buNone/>
              <a:defRPr sz="3000" b="1">
                <a:solidFill>
                  <a:srgbClr val="18364F"/>
                </a:solidFill>
                <a:latin typeface="Yu Gothic"/>
                <a:ea typeface="Yu Gothic"/>
                <a:cs typeface="Yu Gothic"/>
              </a:defRPr>
            </a:lvl7pPr>
            <a:lvl8pPr>
              <a:buNone/>
              <a:defRPr sz="3000" b="1">
                <a:solidFill>
                  <a:srgbClr val="18364F"/>
                </a:solidFill>
                <a:latin typeface="Yu Gothic"/>
                <a:ea typeface="Yu Gothic"/>
                <a:cs typeface="Yu Gothic"/>
              </a:defRPr>
            </a:lvl8pPr>
            <a:lvl9pPr>
              <a:buNone/>
              <a:defRPr sz="3000" b="1">
                <a:solidFill>
                  <a:srgbClr val="18364F"/>
                </a:solidFill>
                <a:latin typeface="Yu Gothic"/>
                <a:ea typeface="Yu Gothic"/>
                <a:cs typeface="Yu Gothic"/>
              </a:defRPr>
            </a:lvl9pPr>
          </a:lstStyle>
          <a:p>
            <a:pPr>
              <a:buNone/>
              <a:defRPr sz="3000" b="1">
                <a:solidFill>
                  <a:srgbClr val="18364F"/>
                </a:solidFill>
                <a:latin typeface="Yu Gothic"/>
                <a:ea typeface="Yu Gothic"/>
                <a:cs typeface="Yu Gothic"/>
              </a:defRPr>
            </a:pPr>
            <a:r>
              <a:rPr sz="3000" b="1">
                <a:solidFill>
                  <a:srgbClr val="18364F"/>
                </a:solidFill>
                <a:latin typeface="Yu Gothic"/>
                <a:ea typeface="Yu Gothic"/>
                <a:cs typeface="Yu Gothic"/>
              </a:rPr>
              <a:t>梁せいを2倍にすると、Iは何倍か</a:t>
            </a:r>
          </a:p>
        </p:txBody>
      </p:sp>
      <p:sp>
        <p:nvSpPr>
          <p:cNvPr id="2" name="正方形/長方形 1">
            <a:extLst>
              <a:ext uri="{FF2B5EF4-FFF2-40B4-BE49-F238E27FC236}">
                <a16:creationId xmlns:a16="http://schemas.microsoft.com/office/drawing/2014/main" id="{438EA2E2-17C2-4347-8475-13E44D399F53}"/>
              </a:ext>
            </a:extLst>
          </p:cNvPr>
          <p:cNvSpPr>
            <a:spLocks noGrp="1"/>
          </p:cNvSpPr>
          <p:nvPr/>
        </p:nvSpPr>
        <p:spPr>
          <a:xfrm>
            <a:off x="685800" y="1181100"/>
            <a:ext cx="10820400" cy="19050"/>
          </a:xfrm>
          <a:prstGeom prst="rect">
            <a:avLst/>
          </a:prstGeom>
          <a:solidFill>
            <a:srgbClr val="18364F"/>
          </a:solidFill>
          <a:ln w="0">
            <a:noFill/>
          </a:ln>
        </p:spPr>
      </p:sp>
      <p:sp>
        <p:nvSpPr>
          <p:cNvPr id="3" name="正方形/長方形 2">
            <a:extLst>
              <a:ext uri="{FF2B5EF4-FFF2-40B4-BE49-F238E27FC236}">
                <a16:creationId xmlns:a16="http://schemas.microsoft.com/office/drawing/2014/main" id="{C669B3DC-38D9-4201-AFB4-755C12405223}"/>
              </a:ext>
            </a:extLst>
          </p:cNvPr>
          <p:cNvSpPr>
            <a:spLocks noGrp="1"/>
          </p:cNvSpPr>
          <p:nvPr/>
        </p:nvSpPr>
        <p:spPr>
          <a:xfrm>
            <a:off x="685800" y="6419850"/>
            <a:ext cx="9334500" cy="257175"/>
          </a:xfrm>
          <a:prstGeom prst="rect">
            <a:avLst/>
          </a:prstGeom>
          <a:noFill/>
          <a:ln w="0">
            <a:noFill/>
          </a:ln>
        </p:spPr>
        <p:txBody>
          <a:bodyPr lIns="0" tIns="0" rIns="0" bIns="0" anchor="ctr">
            <a:noAutofit/>
          </a:bodyPr>
          <a:lstStyle>
            <a:defPPr>
              <a:defRPr sz="1425" b="0">
                <a:solidFill>
                  <a:srgbClr val="596875"/>
                </a:solidFill>
                <a:latin typeface="Yu Gothic"/>
                <a:ea typeface="Yu Gothic"/>
                <a:cs typeface="Yu Gothic"/>
              </a:defRPr>
            </a:defPPr>
            <a:lvl1pPr>
              <a:buNone/>
              <a:defRPr sz="1425" b="0">
                <a:solidFill>
                  <a:srgbClr val="596875"/>
                </a:solidFill>
                <a:latin typeface="Yu Gothic"/>
                <a:ea typeface="Yu Gothic"/>
                <a:cs typeface="Yu Gothic"/>
              </a:defRPr>
            </a:lvl1pPr>
            <a:lvl2pPr>
              <a:buNone/>
              <a:defRPr sz="1425" b="0">
                <a:solidFill>
                  <a:srgbClr val="596875"/>
                </a:solidFill>
                <a:latin typeface="Yu Gothic"/>
                <a:ea typeface="Yu Gothic"/>
                <a:cs typeface="Yu Gothic"/>
              </a:defRPr>
            </a:lvl2pPr>
            <a:lvl3pPr>
              <a:buNone/>
              <a:defRPr sz="1425" b="0">
                <a:solidFill>
                  <a:srgbClr val="596875"/>
                </a:solidFill>
                <a:latin typeface="Yu Gothic"/>
                <a:ea typeface="Yu Gothic"/>
                <a:cs typeface="Yu Gothic"/>
              </a:defRPr>
            </a:lvl3pPr>
            <a:lvl4pPr>
              <a:buNone/>
              <a:defRPr sz="1425" b="0">
                <a:solidFill>
                  <a:srgbClr val="596875"/>
                </a:solidFill>
                <a:latin typeface="Yu Gothic"/>
                <a:ea typeface="Yu Gothic"/>
                <a:cs typeface="Yu Gothic"/>
              </a:defRPr>
            </a:lvl4pPr>
            <a:lvl5pPr>
              <a:buNone/>
              <a:defRPr sz="1425" b="0">
                <a:solidFill>
                  <a:srgbClr val="596875"/>
                </a:solidFill>
                <a:latin typeface="Yu Gothic"/>
                <a:ea typeface="Yu Gothic"/>
                <a:cs typeface="Yu Gothic"/>
              </a:defRPr>
            </a:lvl5pPr>
            <a:lvl6pPr>
              <a:buNone/>
              <a:defRPr sz="1425" b="0">
                <a:solidFill>
                  <a:srgbClr val="596875"/>
                </a:solidFill>
                <a:latin typeface="Yu Gothic"/>
                <a:ea typeface="Yu Gothic"/>
                <a:cs typeface="Yu Gothic"/>
              </a:defRPr>
            </a:lvl6pPr>
            <a:lvl7pPr>
              <a:buNone/>
              <a:defRPr sz="1425" b="0">
                <a:solidFill>
                  <a:srgbClr val="596875"/>
                </a:solidFill>
                <a:latin typeface="Yu Gothic"/>
                <a:ea typeface="Yu Gothic"/>
                <a:cs typeface="Yu Gothic"/>
              </a:defRPr>
            </a:lvl7pPr>
            <a:lvl8pPr>
              <a:buNone/>
              <a:defRPr sz="1425" b="0">
                <a:solidFill>
                  <a:srgbClr val="596875"/>
                </a:solidFill>
                <a:latin typeface="Yu Gothic"/>
                <a:ea typeface="Yu Gothic"/>
                <a:cs typeface="Yu Gothic"/>
              </a:defRPr>
            </a:lvl8pPr>
            <a:lvl9pPr>
              <a:buNone/>
              <a:defRPr sz="1425" b="0">
                <a:solidFill>
                  <a:srgbClr val="596875"/>
                </a:solidFill>
                <a:latin typeface="Yu Gothic"/>
                <a:ea typeface="Yu Gothic"/>
                <a:cs typeface="Yu Gothic"/>
              </a:defRPr>
            </a:lvl9pPr>
          </a:lstStyle>
          <a:p>
            <a:pPr>
              <a:buNone/>
              <a:defRPr sz="1425" b="0">
                <a:solidFill>
                  <a:srgbClr val="596875"/>
                </a:solidFill>
                <a:latin typeface="Yu Gothic"/>
                <a:ea typeface="Yu Gothic"/>
                <a:cs typeface="Yu Gothic"/>
              </a:defRPr>
            </a:pPr>
            <a:r>
              <a:rPr lang="ja-JP" altLang="en-US" sz="1425" b="0">
                <a:solidFill>
                  <a:srgbClr val="596875"/>
                </a:solidFill>
                <a:latin typeface="Yu Gothic"/>
                <a:ea typeface="Yu Gothic"/>
                <a:cs typeface="Yu Gothic"/>
              </a:rPr>
              <a:t>木材及び木質材料学　新第</a:t>
            </a:r>
            <a:r>
              <a:rPr lang="en-US" altLang="ja-JP" sz="1425" b="0">
                <a:solidFill>
                  <a:srgbClr val="596875"/>
                </a:solidFill>
                <a:latin typeface="Yu Gothic"/>
                <a:ea typeface="Yu Gothic"/>
                <a:cs typeface="Yu Gothic"/>
              </a:rPr>
              <a:t>14</a:t>
            </a:r>
            <a:r>
              <a:rPr lang="ja-JP" altLang="en-US" sz="1425" b="0">
                <a:solidFill>
                  <a:srgbClr val="596875"/>
                </a:solidFill>
                <a:latin typeface="Yu Gothic"/>
                <a:ea typeface="Yu Gothic"/>
                <a:cs typeface="Yu Gothic"/>
              </a:rPr>
              <a:t>回　構造・燃焼</a:t>
            </a:r>
            <a:endParaRPr sz="1425" b="0">
              <a:solidFill>
                <a:srgbClr val="596875"/>
              </a:solidFill>
              <a:latin typeface="Yu Gothic"/>
              <a:ea typeface="Yu Gothic"/>
              <a:cs typeface="Yu Gothic"/>
            </a:endParaRPr>
          </a:p>
        </p:txBody>
      </p:sp>
      <p:sp>
        <p:nvSpPr>
          <p:cNvPr id="4" name="正方形/長方形 3">
            <a:extLst>
              <a:ext uri="{FF2B5EF4-FFF2-40B4-BE49-F238E27FC236}">
                <a16:creationId xmlns:a16="http://schemas.microsoft.com/office/drawing/2014/main" id="{6AD014A9-7325-427D-BCF6-5C8295AF8866}"/>
              </a:ext>
            </a:extLst>
          </p:cNvPr>
          <p:cNvSpPr>
            <a:spLocks noGrp="1"/>
          </p:cNvSpPr>
          <p:nvPr/>
        </p:nvSpPr>
        <p:spPr>
          <a:xfrm>
            <a:off x="10763250" y="6419850"/>
            <a:ext cx="742950" cy="257175"/>
          </a:xfrm>
          <a:prstGeom prst="rect">
            <a:avLst/>
          </a:prstGeom>
          <a:noFill/>
          <a:ln w="0">
            <a:noFill/>
          </a:ln>
        </p:spPr>
        <p:txBody>
          <a:bodyPr lIns="0" tIns="0" rIns="0" bIns="0" anchor="ctr">
            <a:noAutofit/>
          </a:bodyPr>
          <a:lstStyle>
            <a:defPPr>
              <a:defRPr sz="1425" b="0">
                <a:solidFill>
                  <a:srgbClr val="596875"/>
                </a:solidFill>
                <a:latin typeface="Yu Gothic"/>
                <a:ea typeface="Yu Gothic"/>
                <a:cs typeface="Yu Gothic"/>
              </a:defRPr>
            </a:defPPr>
            <a:lvl1pPr>
              <a:buNone/>
              <a:defRPr sz="1425" b="0">
                <a:solidFill>
                  <a:srgbClr val="596875"/>
                </a:solidFill>
                <a:latin typeface="Yu Gothic"/>
                <a:ea typeface="Yu Gothic"/>
                <a:cs typeface="Yu Gothic"/>
              </a:defRPr>
            </a:lvl1pPr>
            <a:lvl2pPr>
              <a:buNone/>
              <a:defRPr sz="1425" b="0">
                <a:solidFill>
                  <a:srgbClr val="596875"/>
                </a:solidFill>
                <a:latin typeface="Yu Gothic"/>
                <a:ea typeface="Yu Gothic"/>
                <a:cs typeface="Yu Gothic"/>
              </a:defRPr>
            </a:lvl2pPr>
            <a:lvl3pPr>
              <a:buNone/>
              <a:defRPr sz="1425" b="0">
                <a:solidFill>
                  <a:srgbClr val="596875"/>
                </a:solidFill>
                <a:latin typeface="Yu Gothic"/>
                <a:ea typeface="Yu Gothic"/>
                <a:cs typeface="Yu Gothic"/>
              </a:defRPr>
            </a:lvl3pPr>
            <a:lvl4pPr>
              <a:buNone/>
              <a:defRPr sz="1425" b="0">
                <a:solidFill>
                  <a:srgbClr val="596875"/>
                </a:solidFill>
                <a:latin typeface="Yu Gothic"/>
                <a:ea typeface="Yu Gothic"/>
                <a:cs typeface="Yu Gothic"/>
              </a:defRPr>
            </a:lvl4pPr>
            <a:lvl5pPr>
              <a:buNone/>
              <a:defRPr sz="1425" b="0">
                <a:solidFill>
                  <a:srgbClr val="596875"/>
                </a:solidFill>
                <a:latin typeface="Yu Gothic"/>
                <a:ea typeface="Yu Gothic"/>
                <a:cs typeface="Yu Gothic"/>
              </a:defRPr>
            </a:lvl5pPr>
            <a:lvl6pPr>
              <a:buNone/>
              <a:defRPr sz="1425" b="0">
                <a:solidFill>
                  <a:srgbClr val="596875"/>
                </a:solidFill>
                <a:latin typeface="Yu Gothic"/>
                <a:ea typeface="Yu Gothic"/>
                <a:cs typeface="Yu Gothic"/>
              </a:defRPr>
            </a:lvl6pPr>
            <a:lvl7pPr>
              <a:buNone/>
              <a:defRPr sz="1425" b="0">
                <a:solidFill>
                  <a:srgbClr val="596875"/>
                </a:solidFill>
                <a:latin typeface="Yu Gothic"/>
                <a:ea typeface="Yu Gothic"/>
                <a:cs typeface="Yu Gothic"/>
              </a:defRPr>
            </a:lvl7pPr>
            <a:lvl8pPr>
              <a:buNone/>
              <a:defRPr sz="1425" b="0">
                <a:solidFill>
                  <a:srgbClr val="596875"/>
                </a:solidFill>
                <a:latin typeface="Yu Gothic"/>
                <a:ea typeface="Yu Gothic"/>
                <a:cs typeface="Yu Gothic"/>
              </a:defRPr>
            </a:lvl8pPr>
            <a:lvl9pPr>
              <a:buNone/>
              <a:defRPr sz="1425" b="0">
                <a:solidFill>
                  <a:srgbClr val="596875"/>
                </a:solidFill>
                <a:latin typeface="Yu Gothic"/>
                <a:ea typeface="Yu Gothic"/>
                <a:cs typeface="Yu Gothic"/>
              </a:defRPr>
            </a:lvl9pPr>
          </a:lstStyle>
          <a:p>
            <a:pPr>
              <a:buNone/>
              <a:defRPr sz="1425" b="0">
                <a:solidFill>
                  <a:srgbClr val="596875"/>
                </a:solidFill>
                <a:latin typeface="Yu Gothic"/>
                <a:ea typeface="Yu Gothic"/>
                <a:cs typeface="Yu Gothic"/>
              </a:defRPr>
            </a:pPr>
            <a:r>
              <a:rPr lang="en-US" altLang="ja-JP" sz="1425" b="0">
                <a:solidFill>
                  <a:srgbClr val="596875"/>
                </a:solidFill>
                <a:latin typeface="Yu Gothic"/>
                <a:ea typeface="Yu Gothic"/>
                <a:cs typeface="Yu Gothic"/>
              </a:rPr>
              <a:t>8</a:t>
            </a:r>
            <a:endParaRPr sz="1425" b="0">
              <a:solidFill>
                <a:srgbClr val="596875"/>
              </a:solidFill>
              <a:latin typeface="Yu Gothic"/>
              <a:ea typeface="Yu Gothic"/>
              <a:cs typeface="Yu Gothic"/>
            </a:endParaRPr>
          </a:p>
        </p:txBody>
      </p:sp>
      <p:sp>
        <p:nvSpPr>
          <p:cNvPr id="5" name="正方形/長方形 4">
            <a:extLst>
              <a:ext uri="{FF2B5EF4-FFF2-40B4-BE49-F238E27FC236}">
                <a16:creationId xmlns:a16="http://schemas.microsoft.com/office/drawing/2014/main" id="{20722337-D0F0-4C97-A6DA-749A253C61AE}"/>
              </a:ext>
            </a:extLst>
          </p:cNvPr>
          <p:cNvSpPr>
            <a:spLocks noGrp="1"/>
          </p:cNvSpPr>
          <p:nvPr/>
        </p:nvSpPr>
        <p:spPr>
          <a:xfrm>
            <a:off x="838200" y="1476375"/>
            <a:ext cx="10477500" cy="638175"/>
          </a:xfrm>
          <a:prstGeom prst="rect">
            <a:avLst/>
          </a:prstGeom>
          <a:noFill/>
          <a:ln w="0">
            <a:noFill/>
          </a:ln>
        </p:spPr>
        <p:txBody>
          <a:bodyPr lIns="0" tIns="0" rIns="0" bIns="0" anchor="ctr">
            <a:noAutofit/>
          </a:bodyPr>
          <a:lstStyle>
            <a:defPPr>
              <a:defRPr sz="2925" b="1">
                <a:solidFill>
                  <a:srgbClr val="18364F"/>
                </a:solidFill>
                <a:latin typeface="Yu Gothic"/>
                <a:ea typeface="Yu Gothic"/>
                <a:cs typeface="Yu Gothic"/>
              </a:defRPr>
            </a:defPPr>
            <a:lvl1pPr>
              <a:buNone/>
              <a:defRPr sz="2925" b="1">
                <a:solidFill>
                  <a:srgbClr val="18364F"/>
                </a:solidFill>
                <a:latin typeface="Yu Gothic"/>
                <a:ea typeface="Yu Gothic"/>
                <a:cs typeface="Yu Gothic"/>
              </a:defRPr>
            </a:lvl1pPr>
            <a:lvl2pPr>
              <a:buNone/>
              <a:defRPr sz="2925" b="1">
                <a:solidFill>
                  <a:srgbClr val="18364F"/>
                </a:solidFill>
                <a:latin typeface="Yu Gothic"/>
                <a:ea typeface="Yu Gothic"/>
                <a:cs typeface="Yu Gothic"/>
              </a:defRPr>
            </a:lvl2pPr>
            <a:lvl3pPr>
              <a:buNone/>
              <a:defRPr sz="2925" b="1">
                <a:solidFill>
                  <a:srgbClr val="18364F"/>
                </a:solidFill>
                <a:latin typeface="Yu Gothic"/>
                <a:ea typeface="Yu Gothic"/>
                <a:cs typeface="Yu Gothic"/>
              </a:defRPr>
            </a:lvl3pPr>
            <a:lvl4pPr>
              <a:buNone/>
              <a:defRPr sz="2925" b="1">
                <a:solidFill>
                  <a:srgbClr val="18364F"/>
                </a:solidFill>
                <a:latin typeface="Yu Gothic"/>
                <a:ea typeface="Yu Gothic"/>
                <a:cs typeface="Yu Gothic"/>
              </a:defRPr>
            </a:lvl4pPr>
            <a:lvl5pPr>
              <a:buNone/>
              <a:defRPr sz="2925" b="1">
                <a:solidFill>
                  <a:srgbClr val="18364F"/>
                </a:solidFill>
                <a:latin typeface="Yu Gothic"/>
                <a:ea typeface="Yu Gothic"/>
                <a:cs typeface="Yu Gothic"/>
              </a:defRPr>
            </a:lvl5pPr>
            <a:lvl6pPr>
              <a:buNone/>
              <a:defRPr sz="2925" b="1">
                <a:solidFill>
                  <a:srgbClr val="18364F"/>
                </a:solidFill>
                <a:latin typeface="Yu Gothic"/>
                <a:ea typeface="Yu Gothic"/>
                <a:cs typeface="Yu Gothic"/>
              </a:defRPr>
            </a:lvl6pPr>
            <a:lvl7pPr>
              <a:buNone/>
              <a:defRPr sz="2925" b="1">
                <a:solidFill>
                  <a:srgbClr val="18364F"/>
                </a:solidFill>
                <a:latin typeface="Yu Gothic"/>
                <a:ea typeface="Yu Gothic"/>
                <a:cs typeface="Yu Gothic"/>
              </a:defRPr>
            </a:lvl7pPr>
            <a:lvl8pPr>
              <a:buNone/>
              <a:defRPr sz="2925" b="1">
                <a:solidFill>
                  <a:srgbClr val="18364F"/>
                </a:solidFill>
                <a:latin typeface="Yu Gothic"/>
                <a:ea typeface="Yu Gothic"/>
                <a:cs typeface="Yu Gothic"/>
              </a:defRPr>
            </a:lvl8pPr>
            <a:lvl9pPr>
              <a:buNone/>
              <a:defRPr sz="2925" b="1">
                <a:solidFill>
                  <a:srgbClr val="18364F"/>
                </a:solidFill>
                <a:latin typeface="Yu Gothic"/>
                <a:ea typeface="Yu Gothic"/>
                <a:cs typeface="Yu Gothic"/>
              </a:defRPr>
            </a:lvl9pPr>
          </a:lstStyle>
          <a:p>
            <a:pPr>
              <a:buNone/>
              <a:defRPr sz="2925" b="1">
                <a:solidFill>
                  <a:srgbClr val="18364F"/>
                </a:solidFill>
                <a:latin typeface="Yu Gothic"/>
                <a:ea typeface="Yu Gothic"/>
                <a:cs typeface="Yu Gothic"/>
              </a:defRPr>
            </a:pPr>
            <a:r>
              <a:rPr sz="2925" b="1">
                <a:solidFill>
                  <a:srgbClr val="18364F"/>
                </a:solidFill>
                <a:latin typeface="Yu Gothic"/>
                <a:ea typeface="Yu Gothic"/>
                <a:cs typeface="Yu Gothic"/>
              </a:rPr>
              <a:t>I = bh³ / 12　　曲げ剛性 = EI</a:t>
            </a:r>
          </a:p>
        </p:txBody>
      </p:sp>
      <p:sp>
        <p:nvSpPr>
          <p:cNvPr id="6" name="正方形/長方形 5">
            <a:extLst>
              <a:ext uri="{FF2B5EF4-FFF2-40B4-BE49-F238E27FC236}">
                <a16:creationId xmlns:a16="http://schemas.microsoft.com/office/drawing/2014/main" id="{D18EDC87-C5E5-491A-A0DE-7D68DEDD5428}"/>
              </a:ext>
            </a:extLst>
          </p:cNvPr>
          <p:cNvSpPr>
            <a:spLocks noGrp="1"/>
          </p:cNvSpPr>
          <p:nvPr/>
        </p:nvSpPr>
        <p:spPr>
          <a:xfrm>
            <a:off x="1190625" y="3714750"/>
            <a:ext cx="904875" cy="1524000"/>
          </a:xfrm>
          <a:prstGeom prst="rect">
            <a:avLst/>
          </a:prstGeom>
          <a:solidFill>
            <a:srgbClr val="EBD7B8"/>
          </a:solidFill>
          <a:ln w="19050">
            <a:solidFill>
              <a:srgbClr val="596875"/>
            </a:solidFill>
          </a:ln>
        </p:spPr>
      </p:sp>
      <p:sp>
        <p:nvSpPr>
          <p:cNvPr id="7" name="正方形/長方形 6">
            <a:extLst>
              <a:ext uri="{FF2B5EF4-FFF2-40B4-BE49-F238E27FC236}">
                <a16:creationId xmlns:a16="http://schemas.microsoft.com/office/drawing/2014/main" id="{EDA3E581-3F61-4427-9679-5814D6DED09E}"/>
              </a:ext>
            </a:extLst>
          </p:cNvPr>
          <p:cNvSpPr>
            <a:spLocks noGrp="1"/>
          </p:cNvSpPr>
          <p:nvPr/>
        </p:nvSpPr>
        <p:spPr>
          <a:xfrm>
            <a:off x="3505200" y="2190750"/>
            <a:ext cx="904875" cy="3048000"/>
          </a:xfrm>
          <a:prstGeom prst="rect">
            <a:avLst/>
          </a:prstGeom>
          <a:solidFill>
            <a:srgbClr val="EBD7B8"/>
          </a:solidFill>
          <a:ln w="19050">
            <a:solidFill>
              <a:srgbClr val="596875"/>
            </a:solidFill>
          </a:ln>
        </p:spPr>
      </p:sp>
      <p:sp>
        <p:nvSpPr>
          <p:cNvPr id="8" name="正方形/長方形 7">
            <a:extLst>
              <a:ext uri="{FF2B5EF4-FFF2-40B4-BE49-F238E27FC236}">
                <a16:creationId xmlns:a16="http://schemas.microsoft.com/office/drawing/2014/main" id="{8B7439F2-97CA-4398-A8D0-777C4E4A372E}"/>
              </a:ext>
            </a:extLst>
          </p:cNvPr>
          <p:cNvSpPr>
            <a:spLocks noGrp="1"/>
          </p:cNvSpPr>
          <p:nvPr/>
        </p:nvSpPr>
        <p:spPr>
          <a:xfrm>
            <a:off x="876300" y="5286375"/>
            <a:ext cx="1905000" cy="476250"/>
          </a:xfrm>
          <a:prstGeom prst="rect">
            <a:avLst/>
          </a:prstGeom>
          <a:noFill/>
          <a:ln w="0">
            <a:noFill/>
          </a:ln>
        </p:spPr>
        <p:txBody>
          <a:bodyPr lIns="0" tIns="0" rIns="0" bIns="0" anchor="ctr">
            <a:noAutofit/>
          </a:bodyPr>
          <a:lstStyle>
            <a:defPPr>
              <a:defRPr sz="1875" b="1">
                <a:solidFill>
                  <a:srgbClr val="253C4D"/>
                </a:solidFill>
                <a:latin typeface="Yu Gothic"/>
                <a:ea typeface="Yu Gothic"/>
                <a:cs typeface="Yu Gothic"/>
              </a:defRPr>
            </a:defPPr>
            <a:lvl1pPr>
              <a:buNone/>
              <a:defRPr sz="1875" b="1">
                <a:solidFill>
                  <a:srgbClr val="253C4D"/>
                </a:solidFill>
                <a:latin typeface="Yu Gothic"/>
                <a:ea typeface="Yu Gothic"/>
                <a:cs typeface="Yu Gothic"/>
              </a:defRPr>
            </a:lvl1pPr>
            <a:lvl2pPr>
              <a:buNone/>
              <a:defRPr sz="1875" b="1">
                <a:solidFill>
                  <a:srgbClr val="253C4D"/>
                </a:solidFill>
                <a:latin typeface="Yu Gothic"/>
                <a:ea typeface="Yu Gothic"/>
                <a:cs typeface="Yu Gothic"/>
              </a:defRPr>
            </a:lvl2pPr>
            <a:lvl3pPr>
              <a:buNone/>
              <a:defRPr sz="1875" b="1">
                <a:solidFill>
                  <a:srgbClr val="253C4D"/>
                </a:solidFill>
                <a:latin typeface="Yu Gothic"/>
                <a:ea typeface="Yu Gothic"/>
                <a:cs typeface="Yu Gothic"/>
              </a:defRPr>
            </a:lvl3pPr>
            <a:lvl4pPr>
              <a:buNone/>
              <a:defRPr sz="1875" b="1">
                <a:solidFill>
                  <a:srgbClr val="253C4D"/>
                </a:solidFill>
                <a:latin typeface="Yu Gothic"/>
                <a:ea typeface="Yu Gothic"/>
                <a:cs typeface="Yu Gothic"/>
              </a:defRPr>
            </a:lvl4pPr>
            <a:lvl5pPr>
              <a:buNone/>
              <a:defRPr sz="1875" b="1">
                <a:solidFill>
                  <a:srgbClr val="253C4D"/>
                </a:solidFill>
                <a:latin typeface="Yu Gothic"/>
                <a:ea typeface="Yu Gothic"/>
                <a:cs typeface="Yu Gothic"/>
              </a:defRPr>
            </a:lvl5pPr>
            <a:lvl6pPr>
              <a:buNone/>
              <a:defRPr sz="1875" b="1">
                <a:solidFill>
                  <a:srgbClr val="253C4D"/>
                </a:solidFill>
                <a:latin typeface="Yu Gothic"/>
                <a:ea typeface="Yu Gothic"/>
                <a:cs typeface="Yu Gothic"/>
              </a:defRPr>
            </a:lvl6pPr>
            <a:lvl7pPr>
              <a:buNone/>
              <a:defRPr sz="1875" b="1">
                <a:solidFill>
                  <a:srgbClr val="253C4D"/>
                </a:solidFill>
                <a:latin typeface="Yu Gothic"/>
                <a:ea typeface="Yu Gothic"/>
                <a:cs typeface="Yu Gothic"/>
              </a:defRPr>
            </a:lvl7pPr>
            <a:lvl8pPr>
              <a:buNone/>
              <a:defRPr sz="1875" b="1">
                <a:solidFill>
                  <a:srgbClr val="253C4D"/>
                </a:solidFill>
                <a:latin typeface="Yu Gothic"/>
                <a:ea typeface="Yu Gothic"/>
                <a:cs typeface="Yu Gothic"/>
              </a:defRPr>
            </a:lvl8pPr>
            <a:lvl9pPr>
              <a:buNone/>
              <a:defRPr sz="1875" b="1">
                <a:solidFill>
                  <a:srgbClr val="253C4D"/>
                </a:solidFill>
                <a:latin typeface="Yu Gothic"/>
                <a:ea typeface="Yu Gothic"/>
                <a:cs typeface="Yu Gothic"/>
              </a:defRPr>
            </a:lvl9pPr>
          </a:lstStyle>
          <a:p>
            <a:pPr>
              <a:buNone/>
              <a:defRPr sz="1875" b="1">
                <a:solidFill>
                  <a:srgbClr val="253C4D"/>
                </a:solidFill>
                <a:latin typeface="Yu Gothic"/>
                <a:ea typeface="Yu Gothic"/>
                <a:cs typeface="Yu Gothic"/>
              </a:defRPr>
            </a:pPr>
            <a:r>
              <a:rPr sz="1875" b="1">
                <a:solidFill>
                  <a:srgbClr val="253C4D"/>
                </a:solidFill>
                <a:latin typeface="Yu Gothic"/>
                <a:ea typeface="Yu Gothic"/>
                <a:cs typeface="Yu Gothic"/>
              </a:rPr>
              <a:t>h = 300</a:t>
            </a:r>
          </a:p>
        </p:txBody>
      </p:sp>
      <p:sp>
        <p:nvSpPr>
          <p:cNvPr id="9" name="正方形/長方形 8">
            <a:extLst>
              <a:ext uri="{FF2B5EF4-FFF2-40B4-BE49-F238E27FC236}">
                <a16:creationId xmlns:a16="http://schemas.microsoft.com/office/drawing/2014/main" id="{52535754-76E4-4238-8C0B-B652F885E024}"/>
              </a:ext>
            </a:extLst>
          </p:cNvPr>
          <p:cNvSpPr>
            <a:spLocks noGrp="1"/>
          </p:cNvSpPr>
          <p:nvPr/>
        </p:nvSpPr>
        <p:spPr>
          <a:xfrm>
            <a:off x="3190875" y="5286375"/>
            <a:ext cx="2381250" cy="476250"/>
          </a:xfrm>
          <a:prstGeom prst="rect">
            <a:avLst/>
          </a:prstGeom>
          <a:noFill/>
          <a:ln w="0">
            <a:noFill/>
          </a:ln>
        </p:spPr>
        <p:txBody>
          <a:bodyPr lIns="0" tIns="0" rIns="0" bIns="0" anchor="ctr">
            <a:noAutofit/>
          </a:bodyPr>
          <a:lstStyle>
            <a:defPPr>
              <a:defRPr sz="1875" b="1">
                <a:solidFill>
                  <a:srgbClr val="253C4D"/>
                </a:solidFill>
                <a:latin typeface="Yu Gothic"/>
                <a:ea typeface="Yu Gothic"/>
                <a:cs typeface="Yu Gothic"/>
              </a:defRPr>
            </a:defPPr>
            <a:lvl1pPr>
              <a:buNone/>
              <a:defRPr sz="1875" b="1">
                <a:solidFill>
                  <a:srgbClr val="253C4D"/>
                </a:solidFill>
                <a:latin typeface="Yu Gothic"/>
                <a:ea typeface="Yu Gothic"/>
                <a:cs typeface="Yu Gothic"/>
              </a:defRPr>
            </a:lvl1pPr>
            <a:lvl2pPr>
              <a:buNone/>
              <a:defRPr sz="1875" b="1">
                <a:solidFill>
                  <a:srgbClr val="253C4D"/>
                </a:solidFill>
                <a:latin typeface="Yu Gothic"/>
                <a:ea typeface="Yu Gothic"/>
                <a:cs typeface="Yu Gothic"/>
              </a:defRPr>
            </a:lvl2pPr>
            <a:lvl3pPr>
              <a:buNone/>
              <a:defRPr sz="1875" b="1">
                <a:solidFill>
                  <a:srgbClr val="253C4D"/>
                </a:solidFill>
                <a:latin typeface="Yu Gothic"/>
                <a:ea typeface="Yu Gothic"/>
                <a:cs typeface="Yu Gothic"/>
              </a:defRPr>
            </a:lvl3pPr>
            <a:lvl4pPr>
              <a:buNone/>
              <a:defRPr sz="1875" b="1">
                <a:solidFill>
                  <a:srgbClr val="253C4D"/>
                </a:solidFill>
                <a:latin typeface="Yu Gothic"/>
                <a:ea typeface="Yu Gothic"/>
                <a:cs typeface="Yu Gothic"/>
              </a:defRPr>
            </a:lvl4pPr>
            <a:lvl5pPr>
              <a:buNone/>
              <a:defRPr sz="1875" b="1">
                <a:solidFill>
                  <a:srgbClr val="253C4D"/>
                </a:solidFill>
                <a:latin typeface="Yu Gothic"/>
                <a:ea typeface="Yu Gothic"/>
                <a:cs typeface="Yu Gothic"/>
              </a:defRPr>
            </a:lvl5pPr>
            <a:lvl6pPr>
              <a:buNone/>
              <a:defRPr sz="1875" b="1">
                <a:solidFill>
                  <a:srgbClr val="253C4D"/>
                </a:solidFill>
                <a:latin typeface="Yu Gothic"/>
                <a:ea typeface="Yu Gothic"/>
                <a:cs typeface="Yu Gothic"/>
              </a:defRPr>
            </a:lvl6pPr>
            <a:lvl7pPr>
              <a:buNone/>
              <a:defRPr sz="1875" b="1">
                <a:solidFill>
                  <a:srgbClr val="253C4D"/>
                </a:solidFill>
                <a:latin typeface="Yu Gothic"/>
                <a:ea typeface="Yu Gothic"/>
                <a:cs typeface="Yu Gothic"/>
              </a:defRPr>
            </a:lvl7pPr>
            <a:lvl8pPr>
              <a:buNone/>
              <a:defRPr sz="1875" b="1">
                <a:solidFill>
                  <a:srgbClr val="253C4D"/>
                </a:solidFill>
                <a:latin typeface="Yu Gothic"/>
                <a:ea typeface="Yu Gothic"/>
                <a:cs typeface="Yu Gothic"/>
              </a:defRPr>
            </a:lvl8pPr>
            <a:lvl9pPr>
              <a:buNone/>
              <a:defRPr sz="1875" b="1">
                <a:solidFill>
                  <a:srgbClr val="253C4D"/>
                </a:solidFill>
                <a:latin typeface="Yu Gothic"/>
                <a:ea typeface="Yu Gothic"/>
                <a:cs typeface="Yu Gothic"/>
              </a:defRPr>
            </a:lvl9pPr>
          </a:lstStyle>
          <a:p>
            <a:pPr>
              <a:buNone/>
              <a:defRPr sz="1875" b="1">
                <a:solidFill>
                  <a:srgbClr val="253C4D"/>
                </a:solidFill>
                <a:latin typeface="Yu Gothic"/>
                <a:ea typeface="Yu Gothic"/>
                <a:cs typeface="Yu Gothic"/>
              </a:defRPr>
            </a:pPr>
            <a:r>
              <a:rPr sz="1875" b="1">
                <a:solidFill>
                  <a:srgbClr val="253C4D"/>
                </a:solidFill>
                <a:latin typeface="Yu Gothic"/>
                <a:ea typeface="Yu Gothic"/>
                <a:cs typeface="Yu Gothic"/>
              </a:rPr>
              <a:t>h = 600 mm</a:t>
            </a:r>
          </a:p>
        </p:txBody>
      </p:sp>
      <p:sp>
        <p:nvSpPr>
          <p:cNvPr id="10" name="正方形/長方形 9">
            <a:extLst>
              <a:ext uri="{FF2B5EF4-FFF2-40B4-BE49-F238E27FC236}">
                <a16:creationId xmlns:a16="http://schemas.microsoft.com/office/drawing/2014/main" id="{8594118D-63C0-4CED-900C-9F1D5C77835E}"/>
              </a:ext>
            </a:extLst>
          </p:cNvPr>
          <p:cNvSpPr>
            <a:spLocks noGrp="1"/>
          </p:cNvSpPr>
          <p:nvPr/>
        </p:nvSpPr>
        <p:spPr>
          <a:xfrm>
            <a:off x="838200" y="2476500"/>
            <a:ext cx="2381250" cy="885825"/>
          </a:xfrm>
          <a:prstGeom prst="rect">
            <a:avLst/>
          </a:prstGeom>
          <a:noFill/>
          <a:ln w="0">
            <a:noFill/>
          </a:ln>
        </p:spPr>
        <p:txBody>
          <a:bodyPr lIns="0" tIns="0" rIns="0" bIns="0" anchor="ctr">
            <a:noAutofit/>
          </a:bodyPr>
          <a:lstStyle>
            <a:defPPr>
              <a:defRPr sz="1875" b="0">
                <a:solidFill>
                  <a:srgbClr val="253C4D"/>
                </a:solidFill>
                <a:latin typeface="Yu Gothic"/>
                <a:ea typeface="Yu Gothic"/>
                <a:cs typeface="Yu Gothic"/>
              </a:defRPr>
            </a:defPPr>
            <a:lvl1pPr>
              <a:buNone/>
              <a:defRPr sz="1875" b="0">
                <a:solidFill>
                  <a:srgbClr val="253C4D"/>
                </a:solidFill>
                <a:latin typeface="Yu Gothic"/>
                <a:ea typeface="Yu Gothic"/>
                <a:cs typeface="Yu Gothic"/>
              </a:defRPr>
            </a:lvl1pPr>
            <a:lvl2pPr>
              <a:buNone/>
              <a:defRPr sz="1875" b="0">
                <a:solidFill>
                  <a:srgbClr val="253C4D"/>
                </a:solidFill>
                <a:latin typeface="Yu Gothic"/>
                <a:ea typeface="Yu Gothic"/>
                <a:cs typeface="Yu Gothic"/>
              </a:defRPr>
            </a:lvl2pPr>
            <a:lvl3pPr>
              <a:buNone/>
              <a:defRPr sz="1875" b="0">
                <a:solidFill>
                  <a:srgbClr val="253C4D"/>
                </a:solidFill>
                <a:latin typeface="Yu Gothic"/>
                <a:ea typeface="Yu Gothic"/>
                <a:cs typeface="Yu Gothic"/>
              </a:defRPr>
            </a:lvl3pPr>
            <a:lvl4pPr>
              <a:buNone/>
              <a:defRPr sz="1875" b="0">
                <a:solidFill>
                  <a:srgbClr val="253C4D"/>
                </a:solidFill>
                <a:latin typeface="Yu Gothic"/>
                <a:ea typeface="Yu Gothic"/>
                <a:cs typeface="Yu Gothic"/>
              </a:defRPr>
            </a:lvl4pPr>
            <a:lvl5pPr>
              <a:buNone/>
              <a:defRPr sz="1875" b="0">
                <a:solidFill>
                  <a:srgbClr val="253C4D"/>
                </a:solidFill>
                <a:latin typeface="Yu Gothic"/>
                <a:ea typeface="Yu Gothic"/>
                <a:cs typeface="Yu Gothic"/>
              </a:defRPr>
            </a:lvl5pPr>
            <a:lvl6pPr>
              <a:buNone/>
              <a:defRPr sz="1875" b="0">
                <a:solidFill>
                  <a:srgbClr val="253C4D"/>
                </a:solidFill>
                <a:latin typeface="Yu Gothic"/>
                <a:ea typeface="Yu Gothic"/>
                <a:cs typeface="Yu Gothic"/>
              </a:defRPr>
            </a:lvl6pPr>
            <a:lvl7pPr>
              <a:buNone/>
              <a:defRPr sz="1875" b="0">
                <a:solidFill>
                  <a:srgbClr val="253C4D"/>
                </a:solidFill>
                <a:latin typeface="Yu Gothic"/>
                <a:ea typeface="Yu Gothic"/>
                <a:cs typeface="Yu Gothic"/>
              </a:defRPr>
            </a:lvl7pPr>
            <a:lvl8pPr>
              <a:buNone/>
              <a:defRPr sz="1875" b="0">
                <a:solidFill>
                  <a:srgbClr val="253C4D"/>
                </a:solidFill>
                <a:latin typeface="Yu Gothic"/>
                <a:ea typeface="Yu Gothic"/>
                <a:cs typeface="Yu Gothic"/>
              </a:defRPr>
            </a:lvl8pPr>
            <a:lvl9pPr>
              <a:buNone/>
              <a:defRPr sz="1875" b="0">
                <a:solidFill>
                  <a:srgbClr val="253C4D"/>
                </a:solidFill>
                <a:latin typeface="Yu Gothic"/>
                <a:ea typeface="Yu Gothic"/>
                <a:cs typeface="Yu Gothic"/>
              </a:defRPr>
            </a:lvl9pPr>
          </a:lstStyle>
          <a:p>
            <a:pPr>
              <a:buNone/>
              <a:defRPr sz="1875" b="0">
                <a:solidFill>
                  <a:srgbClr val="253C4D"/>
                </a:solidFill>
                <a:latin typeface="Yu Gothic"/>
                <a:ea typeface="Yu Gothic"/>
                <a:cs typeface="Yu Gothic"/>
              </a:defRPr>
            </a:pPr>
            <a:r>
              <a:rPr sz="1875" b="0">
                <a:solidFill>
                  <a:srgbClr val="253C4D"/>
                </a:solidFill>
                <a:latin typeface="Yu Gothic"/>
                <a:ea typeface="Yu Gothic"/>
                <a:cs typeface="Yu Gothic"/>
              </a:rPr>
              <a:t>b = 150 mm（共通）</a:t>
            </a:r>
          </a:p>
        </p:txBody>
      </p:sp>
      <p:sp>
        <p:nvSpPr>
          <p:cNvPr id="11" name="正方形/長方形 10">
            <a:extLst>
              <a:ext uri="{FF2B5EF4-FFF2-40B4-BE49-F238E27FC236}">
                <a16:creationId xmlns:a16="http://schemas.microsoft.com/office/drawing/2014/main" id="{DEE306EB-1DAD-4EEF-ADF3-7E97DF16F40A}"/>
              </a:ext>
            </a:extLst>
          </p:cNvPr>
          <p:cNvSpPr>
            <a:spLocks noGrp="1"/>
          </p:cNvSpPr>
          <p:nvPr/>
        </p:nvSpPr>
        <p:spPr>
          <a:xfrm>
            <a:off x="5953125" y="2505075"/>
            <a:ext cx="5429250" cy="952500"/>
          </a:xfrm>
          <a:prstGeom prst="rect">
            <a:avLst/>
          </a:prstGeom>
          <a:noFill/>
          <a:ln w="0">
            <a:noFill/>
          </a:ln>
        </p:spPr>
        <p:txBody>
          <a:bodyPr lIns="0" tIns="0" rIns="0" bIns="0" anchor="ctr">
            <a:noAutofit/>
          </a:bodyPr>
          <a:lstStyle>
            <a:defPPr>
              <a:defRPr sz="2550" b="1">
                <a:solidFill>
                  <a:srgbClr val="087E8B"/>
                </a:solidFill>
                <a:latin typeface="Yu Gothic"/>
                <a:ea typeface="Yu Gothic"/>
                <a:cs typeface="Yu Gothic"/>
              </a:defRPr>
            </a:defPPr>
            <a:lvl1pPr>
              <a:buNone/>
              <a:defRPr sz="2550" b="1">
                <a:solidFill>
                  <a:srgbClr val="087E8B"/>
                </a:solidFill>
                <a:latin typeface="Yu Gothic"/>
                <a:ea typeface="Yu Gothic"/>
                <a:cs typeface="Yu Gothic"/>
              </a:defRPr>
            </a:lvl1pPr>
            <a:lvl2pPr>
              <a:buNone/>
              <a:defRPr sz="2550" b="1">
                <a:solidFill>
                  <a:srgbClr val="087E8B"/>
                </a:solidFill>
                <a:latin typeface="Yu Gothic"/>
                <a:ea typeface="Yu Gothic"/>
                <a:cs typeface="Yu Gothic"/>
              </a:defRPr>
            </a:lvl2pPr>
            <a:lvl3pPr>
              <a:buNone/>
              <a:defRPr sz="2550" b="1">
                <a:solidFill>
                  <a:srgbClr val="087E8B"/>
                </a:solidFill>
                <a:latin typeface="Yu Gothic"/>
                <a:ea typeface="Yu Gothic"/>
                <a:cs typeface="Yu Gothic"/>
              </a:defRPr>
            </a:lvl3pPr>
            <a:lvl4pPr>
              <a:buNone/>
              <a:defRPr sz="2550" b="1">
                <a:solidFill>
                  <a:srgbClr val="087E8B"/>
                </a:solidFill>
                <a:latin typeface="Yu Gothic"/>
                <a:ea typeface="Yu Gothic"/>
                <a:cs typeface="Yu Gothic"/>
              </a:defRPr>
            </a:lvl4pPr>
            <a:lvl5pPr>
              <a:buNone/>
              <a:defRPr sz="2550" b="1">
                <a:solidFill>
                  <a:srgbClr val="087E8B"/>
                </a:solidFill>
                <a:latin typeface="Yu Gothic"/>
                <a:ea typeface="Yu Gothic"/>
                <a:cs typeface="Yu Gothic"/>
              </a:defRPr>
            </a:lvl5pPr>
            <a:lvl6pPr>
              <a:buNone/>
              <a:defRPr sz="2550" b="1">
                <a:solidFill>
                  <a:srgbClr val="087E8B"/>
                </a:solidFill>
                <a:latin typeface="Yu Gothic"/>
                <a:ea typeface="Yu Gothic"/>
                <a:cs typeface="Yu Gothic"/>
              </a:defRPr>
            </a:lvl6pPr>
            <a:lvl7pPr>
              <a:buNone/>
              <a:defRPr sz="2550" b="1">
                <a:solidFill>
                  <a:srgbClr val="087E8B"/>
                </a:solidFill>
                <a:latin typeface="Yu Gothic"/>
                <a:ea typeface="Yu Gothic"/>
                <a:cs typeface="Yu Gothic"/>
              </a:defRPr>
            </a:lvl7pPr>
            <a:lvl8pPr>
              <a:buNone/>
              <a:defRPr sz="2550" b="1">
                <a:solidFill>
                  <a:srgbClr val="087E8B"/>
                </a:solidFill>
                <a:latin typeface="Yu Gothic"/>
                <a:ea typeface="Yu Gothic"/>
                <a:cs typeface="Yu Gothic"/>
              </a:defRPr>
            </a:lvl8pPr>
            <a:lvl9pPr>
              <a:buNone/>
              <a:defRPr sz="2550" b="1">
                <a:solidFill>
                  <a:srgbClr val="087E8B"/>
                </a:solidFill>
                <a:latin typeface="Yu Gothic"/>
                <a:ea typeface="Yu Gothic"/>
                <a:cs typeface="Yu Gothic"/>
              </a:defRPr>
            </a:lvl9pPr>
          </a:lstStyle>
          <a:p>
            <a:pPr>
              <a:buNone/>
              <a:defRPr sz="2550" b="1">
                <a:solidFill>
                  <a:srgbClr val="087E8B"/>
                </a:solidFill>
                <a:latin typeface="Yu Gothic"/>
                <a:ea typeface="Yu Gothic"/>
                <a:cs typeface="Yu Gothic"/>
              </a:defRPr>
            </a:pPr>
            <a:r>
              <a:rPr sz="2550" b="1">
                <a:solidFill>
                  <a:srgbClr val="087E8B"/>
                </a:solidFill>
                <a:latin typeface="Yu Gothic"/>
                <a:ea typeface="Yu Gothic"/>
                <a:cs typeface="Yu Gothic"/>
              </a:rPr>
              <a:t>h が2倍 → I は 2³ = 8倍</a:t>
            </a:r>
          </a:p>
        </p:txBody>
      </p:sp>
      <p:sp>
        <p:nvSpPr>
          <p:cNvPr id="12" name="正方形/長方形 11">
            <a:extLst>
              <a:ext uri="{FF2B5EF4-FFF2-40B4-BE49-F238E27FC236}">
                <a16:creationId xmlns:a16="http://schemas.microsoft.com/office/drawing/2014/main" id="{020B7710-2867-401A-9237-E8C8ACA00B38}"/>
              </a:ext>
            </a:extLst>
          </p:cNvPr>
          <p:cNvSpPr>
            <a:spLocks noGrp="1"/>
          </p:cNvSpPr>
          <p:nvPr/>
        </p:nvSpPr>
        <p:spPr>
          <a:xfrm>
            <a:off x="5953125" y="3686175"/>
            <a:ext cx="5429250" cy="857250"/>
          </a:xfrm>
          <a:prstGeom prst="rect">
            <a:avLst/>
          </a:prstGeom>
          <a:noFill/>
          <a:ln w="0">
            <a:noFill/>
          </a:ln>
        </p:spPr>
        <p:txBody>
          <a:bodyPr lIns="0" tIns="0" rIns="0" bIns="0" anchor="ctr">
            <a:noAutofit/>
          </a:bodyPr>
          <a:lstStyle>
            <a:defPPr>
              <a:defRPr sz="2175" b="1">
                <a:solidFill>
                  <a:srgbClr val="253C4D"/>
                </a:solidFill>
                <a:latin typeface="Yu Gothic"/>
                <a:ea typeface="Yu Gothic"/>
                <a:cs typeface="Yu Gothic"/>
              </a:defRPr>
            </a:defPPr>
            <a:lvl1pPr>
              <a:buNone/>
              <a:defRPr sz="2175" b="1">
                <a:solidFill>
                  <a:srgbClr val="253C4D"/>
                </a:solidFill>
                <a:latin typeface="Yu Gothic"/>
                <a:ea typeface="Yu Gothic"/>
                <a:cs typeface="Yu Gothic"/>
              </a:defRPr>
            </a:lvl1pPr>
            <a:lvl2pPr>
              <a:buNone/>
              <a:defRPr sz="2175" b="1">
                <a:solidFill>
                  <a:srgbClr val="253C4D"/>
                </a:solidFill>
                <a:latin typeface="Yu Gothic"/>
                <a:ea typeface="Yu Gothic"/>
                <a:cs typeface="Yu Gothic"/>
              </a:defRPr>
            </a:lvl2pPr>
            <a:lvl3pPr>
              <a:buNone/>
              <a:defRPr sz="2175" b="1">
                <a:solidFill>
                  <a:srgbClr val="253C4D"/>
                </a:solidFill>
                <a:latin typeface="Yu Gothic"/>
                <a:ea typeface="Yu Gothic"/>
                <a:cs typeface="Yu Gothic"/>
              </a:defRPr>
            </a:lvl3pPr>
            <a:lvl4pPr>
              <a:buNone/>
              <a:defRPr sz="2175" b="1">
                <a:solidFill>
                  <a:srgbClr val="253C4D"/>
                </a:solidFill>
                <a:latin typeface="Yu Gothic"/>
                <a:ea typeface="Yu Gothic"/>
                <a:cs typeface="Yu Gothic"/>
              </a:defRPr>
            </a:lvl4pPr>
            <a:lvl5pPr>
              <a:buNone/>
              <a:defRPr sz="2175" b="1">
                <a:solidFill>
                  <a:srgbClr val="253C4D"/>
                </a:solidFill>
                <a:latin typeface="Yu Gothic"/>
                <a:ea typeface="Yu Gothic"/>
                <a:cs typeface="Yu Gothic"/>
              </a:defRPr>
            </a:lvl5pPr>
            <a:lvl6pPr>
              <a:buNone/>
              <a:defRPr sz="2175" b="1">
                <a:solidFill>
                  <a:srgbClr val="253C4D"/>
                </a:solidFill>
                <a:latin typeface="Yu Gothic"/>
                <a:ea typeface="Yu Gothic"/>
                <a:cs typeface="Yu Gothic"/>
              </a:defRPr>
            </a:lvl6pPr>
            <a:lvl7pPr>
              <a:buNone/>
              <a:defRPr sz="2175" b="1">
                <a:solidFill>
                  <a:srgbClr val="253C4D"/>
                </a:solidFill>
                <a:latin typeface="Yu Gothic"/>
                <a:ea typeface="Yu Gothic"/>
                <a:cs typeface="Yu Gothic"/>
              </a:defRPr>
            </a:lvl7pPr>
            <a:lvl8pPr>
              <a:buNone/>
              <a:defRPr sz="2175" b="1">
                <a:solidFill>
                  <a:srgbClr val="253C4D"/>
                </a:solidFill>
                <a:latin typeface="Yu Gothic"/>
                <a:ea typeface="Yu Gothic"/>
                <a:cs typeface="Yu Gothic"/>
              </a:defRPr>
            </a:lvl8pPr>
            <a:lvl9pPr>
              <a:buNone/>
              <a:defRPr sz="2175" b="1">
                <a:solidFill>
                  <a:srgbClr val="253C4D"/>
                </a:solidFill>
                <a:latin typeface="Yu Gothic"/>
                <a:ea typeface="Yu Gothic"/>
                <a:cs typeface="Yu Gothic"/>
              </a:defRPr>
            </a:lvl9pPr>
          </a:lstStyle>
          <a:p>
            <a:pPr>
              <a:buNone/>
              <a:defRPr sz="2175" b="1">
                <a:solidFill>
                  <a:srgbClr val="253C4D"/>
                </a:solidFill>
                <a:latin typeface="Yu Gothic"/>
                <a:ea typeface="Yu Gothic"/>
                <a:cs typeface="Yu Gothic"/>
              </a:defRPr>
            </a:pPr>
            <a:r>
              <a:rPr sz="2175" b="1">
                <a:solidFill>
                  <a:srgbClr val="253C4D"/>
                </a:solidFill>
                <a:latin typeface="Yu Gothic"/>
                <a:ea typeface="Yu Gothic"/>
                <a:cs typeface="Yu Gothic"/>
              </a:rPr>
              <a:t>3.375 × 10⁸ → 2.700 × 10⁹ mm⁴</a:t>
            </a:r>
          </a:p>
        </p:txBody>
      </p:sp>
      <p:sp>
        <p:nvSpPr>
          <p:cNvPr id="13" name="正方形/長方形 12">
            <a:extLst>
              <a:ext uri="{FF2B5EF4-FFF2-40B4-BE49-F238E27FC236}">
                <a16:creationId xmlns:a16="http://schemas.microsoft.com/office/drawing/2014/main" id="{7310B990-B84D-4719-8F42-4B83BD9C1A9D}"/>
              </a:ext>
            </a:extLst>
          </p:cNvPr>
          <p:cNvSpPr>
            <a:spLocks noGrp="1"/>
          </p:cNvSpPr>
          <p:nvPr/>
        </p:nvSpPr>
        <p:spPr>
          <a:xfrm>
            <a:off x="5953125" y="4867275"/>
            <a:ext cx="5429250" cy="590550"/>
          </a:xfrm>
          <a:prstGeom prst="rect">
            <a:avLst/>
          </a:prstGeom>
          <a:noFill/>
          <a:ln w="0">
            <a:noFill/>
          </a:ln>
        </p:spPr>
        <p:txBody>
          <a:bodyPr lIns="0" tIns="0" rIns="0" bIns="0" anchor="ctr">
            <a:noAutofit/>
          </a:bodyPr>
          <a:lstStyle>
            <a:defPPr>
              <a:defRPr sz="2100" b="1">
                <a:solidFill>
                  <a:srgbClr val="253C4D"/>
                </a:solidFill>
                <a:latin typeface="Yu Gothic"/>
                <a:ea typeface="Yu Gothic"/>
                <a:cs typeface="Yu Gothic"/>
              </a:defRPr>
            </a:defPPr>
            <a:lvl1pPr>
              <a:buNone/>
              <a:defRPr sz="2100" b="1">
                <a:solidFill>
                  <a:srgbClr val="253C4D"/>
                </a:solidFill>
                <a:latin typeface="Yu Gothic"/>
                <a:ea typeface="Yu Gothic"/>
                <a:cs typeface="Yu Gothic"/>
              </a:defRPr>
            </a:lvl1pPr>
            <a:lvl2pPr>
              <a:buNone/>
              <a:defRPr sz="2100" b="1">
                <a:solidFill>
                  <a:srgbClr val="253C4D"/>
                </a:solidFill>
                <a:latin typeface="Yu Gothic"/>
                <a:ea typeface="Yu Gothic"/>
                <a:cs typeface="Yu Gothic"/>
              </a:defRPr>
            </a:lvl2pPr>
            <a:lvl3pPr>
              <a:buNone/>
              <a:defRPr sz="2100" b="1">
                <a:solidFill>
                  <a:srgbClr val="253C4D"/>
                </a:solidFill>
                <a:latin typeface="Yu Gothic"/>
                <a:ea typeface="Yu Gothic"/>
                <a:cs typeface="Yu Gothic"/>
              </a:defRPr>
            </a:lvl3pPr>
            <a:lvl4pPr>
              <a:buNone/>
              <a:defRPr sz="2100" b="1">
                <a:solidFill>
                  <a:srgbClr val="253C4D"/>
                </a:solidFill>
                <a:latin typeface="Yu Gothic"/>
                <a:ea typeface="Yu Gothic"/>
                <a:cs typeface="Yu Gothic"/>
              </a:defRPr>
            </a:lvl4pPr>
            <a:lvl5pPr>
              <a:buNone/>
              <a:defRPr sz="2100" b="1">
                <a:solidFill>
                  <a:srgbClr val="253C4D"/>
                </a:solidFill>
                <a:latin typeface="Yu Gothic"/>
                <a:ea typeface="Yu Gothic"/>
                <a:cs typeface="Yu Gothic"/>
              </a:defRPr>
            </a:lvl5pPr>
            <a:lvl6pPr>
              <a:buNone/>
              <a:defRPr sz="2100" b="1">
                <a:solidFill>
                  <a:srgbClr val="253C4D"/>
                </a:solidFill>
                <a:latin typeface="Yu Gothic"/>
                <a:ea typeface="Yu Gothic"/>
                <a:cs typeface="Yu Gothic"/>
              </a:defRPr>
            </a:lvl6pPr>
            <a:lvl7pPr>
              <a:buNone/>
              <a:defRPr sz="2100" b="1">
                <a:solidFill>
                  <a:srgbClr val="253C4D"/>
                </a:solidFill>
                <a:latin typeface="Yu Gothic"/>
                <a:ea typeface="Yu Gothic"/>
                <a:cs typeface="Yu Gothic"/>
              </a:defRPr>
            </a:lvl7pPr>
            <a:lvl8pPr>
              <a:buNone/>
              <a:defRPr sz="2100" b="1">
                <a:solidFill>
                  <a:srgbClr val="253C4D"/>
                </a:solidFill>
                <a:latin typeface="Yu Gothic"/>
                <a:ea typeface="Yu Gothic"/>
                <a:cs typeface="Yu Gothic"/>
              </a:defRPr>
            </a:lvl8pPr>
            <a:lvl9pPr>
              <a:buNone/>
              <a:defRPr sz="2100" b="1">
                <a:solidFill>
                  <a:srgbClr val="253C4D"/>
                </a:solidFill>
                <a:latin typeface="Yu Gothic"/>
                <a:ea typeface="Yu Gothic"/>
                <a:cs typeface="Yu Gothic"/>
              </a:defRPr>
            </a:lvl9pPr>
          </a:lstStyle>
          <a:p>
            <a:pPr>
              <a:buNone/>
              <a:defRPr sz="2100" b="1">
                <a:solidFill>
                  <a:srgbClr val="253C4D"/>
                </a:solidFill>
                <a:latin typeface="Yu Gothic"/>
                <a:ea typeface="Yu Gothic"/>
                <a:cs typeface="Yu Gothic"/>
              </a:defRPr>
            </a:pPr>
            <a:r>
              <a:rPr sz="2100" b="1">
                <a:solidFill>
                  <a:srgbClr val="253C4D"/>
                </a:solidFill>
                <a:latin typeface="Yu Gothic"/>
                <a:ea typeface="Yu Gothic"/>
                <a:cs typeface="Yu Gothic"/>
              </a:rPr>
              <a:t>Eは同じ。材料量は2倍。</a:t>
            </a:r>
          </a:p>
        </p:txBody>
      </p:sp>
      <p:sp>
        <p:nvSpPr>
          <p:cNvPr id="14" name="正方形/長方形 13">
            <a:extLst>
              <a:ext uri="{FF2B5EF4-FFF2-40B4-BE49-F238E27FC236}">
                <a16:creationId xmlns:a16="http://schemas.microsoft.com/office/drawing/2014/main" id="{E7CF42C4-6F68-493C-87E2-873DF0734834}"/>
              </a:ext>
            </a:extLst>
          </p:cNvPr>
          <p:cNvSpPr>
            <a:spLocks noGrp="1"/>
          </p:cNvSpPr>
          <p:nvPr/>
        </p:nvSpPr>
        <p:spPr>
          <a:xfrm>
            <a:off x="838200" y="5867400"/>
            <a:ext cx="10477500" cy="400050"/>
          </a:xfrm>
          <a:prstGeom prst="rect">
            <a:avLst/>
          </a:prstGeom>
          <a:noFill/>
          <a:ln w="0">
            <a:noFill/>
          </a:ln>
        </p:spPr>
        <p:txBody>
          <a:bodyPr lIns="0" tIns="0" rIns="0" bIns="0" anchor="ctr">
            <a:noAutofit/>
          </a:bodyPr>
          <a:lstStyle>
            <a:defPPr>
              <a:defRPr sz="1425" b="1">
                <a:solidFill>
                  <a:srgbClr val="087E8B"/>
                </a:solidFill>
                <a:latin typeface="Yu Gothic"/>
                <a:ea typeface="Yu Gothic"/>
                <a:cs typeface="Yu Gothic"/>
              </a:defRPr>
            </a:defPPr>
            <a:lvl1pPr>
              <a:buNone/>
              <a:defRPr sz="1425" b="1">
                <a:solidFill>
                  <a:srgbClr val="087E8B"/>
                </a:solidFill>
                <a:latin typeface="Yu Gothic"/>
                <a:ea typeface="Yu Gothic"/>
                <a:cs typeface="Yu Gothic"/>
              </a:defRPr>
            </a:lvl1pPr>
            <a:lvl2pPr>
              <a:buNone/>
              <a:defRPr sz="1425" b="1">
                <a:solidFill>
                  <a:srgbClr val="087E8B"/>
                </a:solidFill>
                <a:latin typeface="Yu Gothic"/>
                <a:ea typeface="Yu Gothic"/>
                <a:cs typeface="Yu Gothic"/>
              </a:defRPr>
            </a:lvl2pPr>
            <a:lvl3pPr>
              <a:buNone/>
              <a:defRPr sz="1425" b="1">
                <a:solidFill>
                  <a:srgbClr val="087E8B"/>
                </a:solidFill>
                <a:latin typeface="Yu Gothic"/>
                <a:ea typeface="Yu Gothic"/>
                <a:cs typeface="Yu Gothic"/>
              </a:defRPr>
            </a:lvl3pPr>
            <a:lvl4pPr>
              <a:buNone/>
              <a:defRPr sz="1425" b="1">
                <a:solidFill>
                  <a:srgbClr val="087E8B"/>
                </a:solidFill>
                <a:latin typeface="Yu Gothic"/>
                <a:ea typeface="Yu Gothic"/>
                <a:cs typeface="Yu Gothic"/>
              </a:defRPr>
            </a:lvl4pPr>
            <a:lvl5pPr>
              <a:buNone/>
              <a:defRPr sz="1425" b="1">
                <a:solidFill>
                  <a:srgbClr val="087E8B"/>
                </a:solidFill>
                <a:latin typeface="Yu Gothic"/>
                <a:ea typeface="Yu Gothic"/>
                <a:cs typeface="Yu Gothic"/>
              </a:defRPr>
            </a:lvl5pPr>
            <a:lvl6pPr>
              <a:buNone/>
              <a:defRPr sz="1425" b="1">
                <a:solidFill>
                  <a:srgbClr val="087E8B"/>
                </a:solidFill>
                <a:latin typeface="Yu Gothic"/>
                <a:ea typeface="Yu Gothic"/>
                <a:cs typeface="Yu Gothic"/>
              </a:defRPr>
            </a:lvl6pPr>
            <a:lvl7pPr>
              <a:buNone/>
              <a:defRPr sz="1425" b="1">
                <a:solidFill>
                  <a:srgbClr val="087E8B"/>
                </a:solidFill>
                <a:latin typeface="Yu Gothic"/>
                <a:ea typeface="Yu Gothic"/>
                <a:cs typeface="Yu Gothic"/>
              </a:defRPr>
            </a:lvl7pPr>
            <a:lvl8pPr>
              <a:buNone/>
              <a:defRPr sz="1425" b="1">
                <a:solidFill>
                  <a:srgbClr val="087E8B"/>
                </a:solidFill>
                <a:latin typeface="Yu Gothic"/>
                <a:ea typeface="Yu Gothic"/>
                <a:cs typeface="Yu Gothic"/>
              </a:defRPr>
            </a:lvl8pPr>
            <a:lvl9pPr>
              <a:buNone/>
              <a:defRPr sz="1425" b="1">
                <a:solidFill>
                  <a:srgbClr val="087E8B"/>
                </a:solidFill>
                <a:latin typeface="Yu Gothic"/>
                <a:ea typeface="Yu Gothic"/>
                <a:cs typeface="Yu Gothic"/>
              </a:defRPr>
            </a:lvl9pPr>
          </a:lstStyle>
          <a:p>
            <a:pPr>
              <a:buNone/>
              <a:defRPr sz="1425" b="1">
                <a:solidFill>
                  <a:srgbClr val="087E8B"/>
                </a:solidFill>
                <a:latin typeface="Yu Gothic"/>
                <a:ea typeface="Yu Gothic"/>
                <a:cs typeface="Yu Gothic"/>
              </a:defRPr>
            </a:pPr>
            <a:r>
              <a:rPr sz="1425" b="1">
                <a:solidFill>
                  <a:srgbClr val="087E8B"/>
                </a:solidFill>
                <a:latin typeface="Yu Gothic"/>
                <a:ea typeface="Yu Gothic"/>
                <a:cs typeface="Yu Gothic"/>
              </a:rPr>
              <a:t>幅b・梁せいhの向きと単位を図で確認する。断面積は2倍。</a:t>
            </a:r>
          </a:p>
        </p:txBody>
      </p:sp>
    </p:spTree>
    <p:extLst>
      <p:ext uri="{BB962C8B-B14F-4D97-AF65-F5344CB8AC3E}">
        <p14:creationId xmlns:p14="http://schemas.microsoft.com/office/powerpoint/2010/main" val="148230999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正方形/長方形 10">
            <a:extLst>
              <a:ext uri="{FF2B5EF4-FFF2-40B4-BE49-F238E27FC236}">
                <a16:creationId xmlns:a16="http://schemas.microsoft.com/office/drawing/2014/main" id="{E685A8D5-1824-4BB1-BAE5-EF195092B2FE}"/>
              </a:ext>
            </a:extLst>
          </p:cNvPr>
          <p:cNvSpPr>
            <a:spLocks noGrp="1"/>
          </p:cNvSpPr>
          <p:nvPr/>
        </p:nvSpPr>
        <p:spPr>
          <a:xfrm>
            <a:off x="685800" y="342900"/>
            <a:ext cx="10820400" cy="666750"/>
          </a:xfrm>
          <a:prstGeom prst="rect">
            <a:avLst/>
          </a:prstGeom>
          <a:noFill/>
          <a:ln w="0">
            <a:noFill/>
          </a:ln>
        </p:spPr>
        <p:txBody>
          <a:bodyPr lIns="0" tIns="0" rIns="0" bIns="0" anchor="ctr">
            <a:noAutofit/>
          </a:bodyPr>
          <a:lstStyle>
            <a:defPPr>
              <a:defRPr sz="3000" b="1">
                <a:solidFill>
                  <a:srgbClr val="18364F"/>
                </a:solidFill>
                <a:latin typeface="Yu Gothic"/>
                <a:ea typeface="Yu Gothic"/>
                <a:cs typeface="Yu Gothic"/>
              </a:defRPr>
            </a:defPPr>
            <a:lvl1pPr>
              <a:buNone/>
              <a:defRPr sz="3000" b="1">
                <a:solidFill>
                  <a:srgbClr val="18364F"/>
                </a:solidFill>
                <a:latin typeface="Yu Gothic"/>
                <a:ea typeface="Yu Gothic"/>
                <a:cs typeface="Yu Gothic"/>
              </a:defRPr>
            </a:lvl1pPr>
            <a:lvl2pPr>
              <a:buNone/>
              <a:defRPr sz="3000" b="1">
                <a:solidFill>
                  <a:srgbClr val="18364F"/>
                </a:solidFill>
                <a:latin typeface="Yu Gothic"/>
                <a:ea typeface="Yu Gothic"/>
                <a:cs typeface="Yu Gothic"/>
              </a:defRPr>
            </a:lvl2pPr>
            <a:lvl3pPr>
              <a:buNone/>
              <a:defRPr sz="3000" b="1">
                <a:solidFill>
                  <a:srgbClr val="18364F"/>
                </a:solidFill>
                <a:latin typeface="Yu Gothic"/>
                <a:ea typeface="Yu Gothic"/>
                <a:cs typeface="Yu Gothic"/>
              </a:defRPr>
            </a:lvl3pPr>
            <a:lvl4pPr>
              <a:buNone/>
              <a:defRPr sz="3000" b="1">
                <a:solidFill>
                  <a:srgbClr val="18364F"/>
                </a:solidFill>
                <a:latin typeface="Yu Gothic"/>
                <a:ea typeface="Yu Gothic"/>
                <a:cs typeface="Yu Gothic"/>
              </a:defRPr>
            </a:lvl4pPr>
            <a:lvl5pPr>
              <a:buNone/>
              <a:defRPr sz="3000" b="1">
                <a:solidFill>
                  <a:srgbClr val="18364F"/>
                </a:solidFill>
                <a:latin typeface="Yu Gothic"/>
                <a:ea typeface="Yu Gothic"/>
                <a:cs typeface="Yu Gothic"/>
              </a:defRPr>
            </a:lvl5pPr>
            <a:lvl6pPr>
              <a:buNone/>
              <a:defRPr sz="3000" b="1">
                <a:solidFill>
                  <a:srgbClr val="18364F"/>
                </a:solidFill>
                <a:latin typeface="Yu Gothic"/>
                <a:ea typeface="Yu Gothic"/>
                <a:cs typeface="Yu Gothic"/>
              </a:defRPr>
            </a:lvl6pPr>
            <a:lvl7pPr>
              <a:buNone/>
              <a:defRPr sz="3000" b="1">
                <a:solidFill>
                  <a:srgbClr val="18364F"/>
                </a:solidFill>
                <a:latin typeface="Yu Gothic"/>
                <a:ea typeface="Yu Gothic"/>
                <a:cs typeface="Yu Gothic"/>
              </a:defRPr>
            </a:lvl7pPr>
            <a:lvl8pPr>
              <a:buNone/>
              <a:defRPr sz="3000" b="1">
                <a:solidFill>
                  <a:srgbClr val="18364F"/>
                </a:solidFill>
                <a:latin typeface="Yu Gothic"/>
                <a:ea typeface="Yu Gothic"/>
                <a:cs typeface="Yu Gothic"/>
              </a:defRPr>
            </a:lvl8pPr>
            <a:lvl9pPr>
              <a:buNone/>
              <a:defRPr sz="3000" b="1">
                <a:solidFill>
                  <a:srgbClr val="18364F"/>
                </a:solidFill>
                <a:latin typeface="Yu Gothic"/>
                <a:ea typeface="Yu Gothic"/>
                <a:cs typeface="Yu Gothic"/>
              </a:defRPr>
            </a:lvl9pPr>
          </a:lstStyle>
          <a:p>
            <a:pPr>
              <a:buNone/>
              <a:defRPr sz="3000" b="1">
                <a:solidFill>
                  <a:srgbClr val="18364F"/>
                </a:solidFill>
                <a:latin typeface="Yu Gothic"/>
                <a:ea typeface="Yu Gothic"/>
                <a:cs typeface="Yu Gothic"/>
              </a:defRPr>
            </a:pPr>
            <a:r>
              <a:rPr sz="3000" b="1">
                <a:solidFill>
                  <a:srgbClr val="18364F"/>
                </a:solidFill>
                <a:latin typeface="Yu Gothic"/>
                <a:ea typeface="Yu Gothic"/>
                <a:cs typeface="Yu Gothic"/>
              </a:rPr>
              <a:t>同じEと荷重で、たわみを比較する</a:t>
            </a:r>
          </a:p>
        </p:txBody>
      </p:sp>
      <p:sp>
        <p:nvSpPr>
          <p:cNvPr id="2" name="正方形/長方形 1">
            <a:extLst>
              <a:ext uri="{FF2B5EF4-FFF2-40B4-BE49-F238E27FC236}">
                <a16:creationId xmlns:a16="http://schemas.microsoft.com/office/drawing/2014/main" id="{5DB908EF-095F-4CF1-A958-AFC021D20EEA}"/>
              </a:ext>
            </a:extLst>
          </p:cNvPr>
          <p:cNvSpPr>
            <a:spLocks noGrp="1"/>
          </p:cNvSpPr>
          <p:nvPr/>
        </p:nvSpPr>
        <p:spPr>
          <a:xfrm>
            <a:off x="685800" y="1181100"/>
            <a:ext cx="10820400" cy="19050"/>
          </a:xfrm>
          <a:prstGeom prst="rect">
            <a:avLst/>
          </a:prstGeom>
          <a:solidFill>
            <a:srgbClr val="18364F"/>
          </a:solidFill>
          <a:ln w="0">
            <a:noFill/>
          </a:ln>
        </p:spPr>
      </p:sp>
      <p:sp>
        <p:nvSpPr>
          <p:cNvPr id="3" name="正方形/長方形 2">
            <a:extLst>
              <a:ext uri="{FF2B5EF4-FFF2-40B4-BE49-F238E27FC236}">
                <a16:creationId xmlns:a16="http://schemas.microsoft.com/office/drawing/2014/main" id="{C960DD87-7821-41BE-A334-2BA13D23DD4C}"/>
              </a:ext>
            </a:extLst>
          </p:cNvPr>
          <p:cNvSpPr>
            <a:spLocks noGrp="1"/>
          </p:cNvSpPr>
          <p:nvPr/>
        </p:nvSpPr>
        <p:spPr>
          <a:xfrm>
            <a:off x="685800" y="6419850"/>
            <a:ext cx="9334500" cy="257175"/>
          </a:xfrm>
          <a:prstGeom prst="rect">
            <a:avLst/>
          </a:prstGeom>
          <a:noFill/>
          <a:ln w="0">
            <a:noFill/>
          </a:ln>
        </p:spPr>
        <p:txBody>
          <a:bodyPr lIns="0" tIns="0" rIns="0" bIns="0" anchor="ctr">
            <a:noAutofit/>
          </a:bodyPr>
          <a:lstStyle>
            <a:defPPr>
              <a:defRPr sz="1425" b="0">
                <a:solidFill>
                  <a:srgbClr val="596875"/>
                </a:solidFill>
                <a:latin typeface="Yu Gothic"/>
                <a:ea typeface="Yu Gothic"/>
                <a:cs typeface="Yu Gothic"/>
              </a:defRPr>
            </a:defPPr>
            <a:lvl1pPr>
              <a:buNone/>
              <a:defRPr sz="1425" b="0">
                <a:solidFill>
                  <a:srgbClr val="596875"/>
                </a:solidFill>
                <a:latin typeface="Yu Gothic"/>
                <a:ea typeface="Yu Gothic"/>
                <a:cs typeface="Yu Gothic"/>
              </a:defRPr>
            </a:lvl1pPr>
            <a:lvl2pPr>
              <a:buNone/>
              <a:defRPr sz="1425" b="0">
                <a:solidFill>
                  <a:srgbClr val="596875"/>
                </a:solidFill>
                <a:latin typeface="Yu Gothic"/>
                <a:ea typeface="Yu Gothic"/>
                <a:cs typeface="Yu Gothic"/>
              </a:defRPr>
            </a:lvl2pPr>
            <a:lvl3pPr>
              <a:buNone/>
              <a:defRPr sz="1425" b="0">
                <a:solidFill>
                  <a:srgbClr val="596875"/>
                </a:solidFill>
                <a:latin typeface="Yu Gothic"/>
                <a:ea typeface="Yu Gothic"/>
                <a:cs typeface="Yu Gothic"/>
              </a:defRPr>
            </a:lvl3pPr>
            <a:lvl4pPr>
              <a:buNone/>
              <a:defRPr sz="1425" b="0">
                <a:solidFill>
                  <a:srgbClr val="596875"/>
                </a:solidFill>
                <a:latin typeface="Yu Gothic"/>
                <a:ea typeface="Yu Gothic"/>
                <a:cs typeface="Yu Gothic"/>
              </a:defRPr>
            </a:lvl4pPr>
            <a:lvl5pPr>
              <a:buNone/>
              <a:defRPr sz="1425" b="0">
                <a:solidFill>
                  <a:srgbClr val="596875"/>
                </a:solidFill>
                <a:latin typeface="Yu Gothic"/>
                <a:ea typeface="Yu Gothic"/>
                <a:cs typeface="Yu Gothic"/>
              </a:defRPr>
            </a:lvl5pPr>
            <a:lvl6pPr>
              <a:buNone/>
              <a:defRPr sz="1425" b="0">
                <a:solidFill>
                  <a:srgbClr val="596875"/>
                </a:solidFill>
                <a:latin typeface="Yu Gothic"/>
                <a:ea typeface="Yu Gothic"/>
                <a:cs typeface="Yu Gothic"/>
              </a:defRPr>
            </a:lvl6pPr>
            <a:lvl7pPr>
              <a:buNone/>
              <a:defRPr sz="1425" b="0">
                <a:solidFill>
                  <a:srgbClr val="596875"/>
                </a:solidFill>
                <a:latin typeface="Yu Gothic"/>
                <a:ea typeface="Yu Gothic"/>
                <a:cs typeface="Yu Gothic"/>
              </a:defRPr>
            </a:lvl7pPr>
            <a:lvl8pPr>
              <a:buNone/>
              <a:defRPr sz="1425" b="0">
                <a:solidFill>
                  <a:srgbClr val="596875"/>
                </a:solidFill>
                <a:latin typeface="Yu Gothic"/>
                <a:ea typeface="Yu Gothic"/>
                <a:cs typeface="Yu Gothic"/>
              </a:defRPr>
            </a:lvl8pPr>
            <a:lvl9pPr>
              <a:buNone/>
              <a:defRPr sz="1425" b="0">
                <a:solidFill>
                  <a:srgbClr val="596875"/>
                </a:solidFill>
                <a:latin typeface="Yu Gothic"/>
                <a:ea typeface="Yu Gothic"/>
                <a:cs typeface="Yu Gothic"/>
              </a:defRPr>
            </a:lvl9pPr>
          </a:lstStyle>
          <a:p>
            <a:pPr>
              <a:buNone/>
              <a:defRPr sz="1425" b="0">
                <a:solidFill>
                  <a:srgbClr val="596875"/>
                </a:solidFill>
                <a:latin typeface="Yu Gothic"/>
                <a:ea typeface="Yu Gothic"/>
                <a:cs typeface="Yu Gothic"/>
              </a:defRPr>
            </a:pPr>
            <a:r>
              <a:rPr lang="ja-JP" altLang="en-US" sz="1425" b="0">
                <a:solidFill>
                  <a:srgbClr val="596875"/>
                </a:solidFill>
                <a:latin typeface="Yu Gothic"/>
                <a:ea typeface="Yu Gothic"/>
                <a:cs typeface="Yu Gothic"/>
              </a:rPr>
              <a:t>木材及び木質材料学　新第</a:t>
            </a:r>
            <a:r>
              <a:rPr lang="en-US" altLang="ja-JP" sz="1425" b="0">
                <a:solidFill>
                  <a:srgbClr val="596875"/>
                </a:solidFill>
                <a:latin typeface="Yu Gothic"/>
                <a:ea typeface="Yu Gothic"/>
                <a:cs typeface="Yu Gothic"/>
              </a:rPr>
              <a:t>14</a:t>
            </a:r>
            <a:r>
              <a:rPr lang="ja-JP" altLang="en-US" sz="1425" b="0">
                <a:solidFill>
                  <a:srgbClr val="596875"/>
                </a:solidFill>
                <a:latin typeface="Yu Gothic"/>
                <a:ea typeface="Yu Gothic"/>
                <a:cs typeface="Yu Gothic"/>
              </a:rPr>
              <a:t>回　構造・燃焼</a:t>
            </a:r>
            <a:endParaRPr sz="1425" b="0">
              <a:solidFill>
                <a:srgbClr val="596875"/>
              </a:solidFill>
              <a:latin typeface="Yu Gothic"/>
              <a:ea typeface="Yu Gothic"/>
              <a:cs typeface="Yu Gothic"/>
            </a:endParaRPr>
          </a:p>
        </p:txBody>
      </p:sp>
      <p:sp>
        <p:nvSpPr>
          <p:cNvPr id="4" name="正方形/長方形 3">
            <a:extLst>
              <a:ext uri="{FF2B5EF4-FFF2-40B4-BE49-F238E27FC236}">
                <a16:creationId xmlns:a16="http://schemas.microsoft.com/office/drawing/2014/main" id="{CC0C24F3-9E42-45DC-968A-027F78A6F8D6}"/>
              </a:ext>
            </a:extLst>
          </p:cNvPr>
          <p:cNvSpPr>
            <a:spLocks noGrp="1"/>
          </p:cNvSpPr>
          <p:nvPr/>
        </p:nvSpPr>
        <p:spPr>
          <a:xfrm>
            <a:off x="10763250" y="6419850"/>
            <a:ext cx="742950" cy="257175"/>
          </a:xfrm>
          <a:prstGeom prst="rect">
            <a:avLst/>
          </a:prstGeom>
          <a:noFill/>
          <a:ln w="0">
            <a:noFill/>
          </a:ln>
        </p:spPr>
        <p:txBody>
          <a:bodyPr lIns="0" tIns="0" rIns="0" bIns="0" anchor="ctr">
            <a:noAutofit/>
          </a:bodyPr>
          <a:lstStyle>
            <a:defPPr>
              <a:defRPr sz="1425" b="0">
                <a:solidFill>
                  <a:srgbClr val="596875"/>
                </a:solidFill>
                <a:latin typeface="Yu Gothic"/>
                <a:ea typeface="Yu Gothic"/>
                <a:cs typeface="Yu Gothic"/>
              </a:defRPr>
            </a:defPPr>
            <a:lvl1pPr>
              <a:buNone/>
              <a:defRPr sz="1425" b="0">
                <a:solidFill>
                  <a:srgbClr val="596875"/>
                </a:solidFill>
                <a:latin typeface="Yu Gothic"/>
                <a:ea typeface="Yu Gothic"/>
                <a:cs typeface="Yu Gothic"/>
              </a:defRPr>
            </a:lvl1pPr>
            <a:lvl2pPr>
              <a:buNone/>
              <a:defRPr sz="1425" b="0">
                <a:solidFill>
                  <a:srgbClr val="596875"/>
                </a:solidFill>
                <a:latin typeface="Yu Gothic"/>
                <a:ea typeface="Yu Gothic"/>
                <a:cs typeface="Yu Gothic"/>
              </a:defRPr>
            </a:lvl2pPr>
            <a:lvl3pPr>
              <a:buNone/>
              <a:defRPr sz="1425" b="0">
                <a:solidFill>
                  <a:srgbClr val="596875"/>
                </a:solidFill>
                <a:latin typeface="Yu Gothic"/>
                <a:ea typeface="Yu Gothic"/>
                <a:cs typeface="Yu Gothic"/>
              </a:defRPr>
            </a:lvl3pPr>
            <a:lvl4pPr>
              <a:buNone/>
              <a:defRPr sz="1425" b="0">
                <a:solidFill>
                  <a:srgbClr val="596875"/>
                </a:solidFill>
                <a:latin typeface="Yu Gothic"/>
                <a:ea typeface="Yu Gothic"/>
                <a:cs typeface="Yu Gothic"/>
              </a:defRPr>
            </a:lvl4pPr>
            <a:lvl5pPr>
              <a:buNone/>
              <a:defRPr sz="1425" b="0">
                <a:solidFill>
                  <a:srgbClr val="596875"/>
                </a:solidFill>
                <a:latin typeface="Yu Gothic"/>
                <a:ea typeface="Yu Gothic"/>
                <a:cs typeface="Yu Gothic"/>
              </a:defRPr>
            </a:lvl5pPr>
            <a:lvl6pPr>
              <a:buNone/>
              <a:defRPr sz="1425" b="0">
                <a:solidFill>
                  <a:srgbClr val="596875"/>
                </a:solidFill>
                <a:latin typeface="Yu Gothic"/>
                <a:ea typeface="Yu Gothic"/>
                <a:cs typeface="Yu Gothic"/>
              </a:defRPr>
            </a:lvl6pPr>
            <a:lvl7pPr>
              <a:buNone/>
              <a:defRPr sz="1425" b="0">
                <a:solidFill>
                  <a:srgbClr val="596875"/>
                </a:solidFill>
                <a:latin typeface="Yu Gothic"/>
                <a:ea typeface="Yu Gothic"/>
                <a:cs typeface="Yu Gothic"/>
              </a:defRPr>
            </a:lvl7pPr>
            <a:lvl8pPr>
              <a:buNone/>
              <a:defRPr sz="1425" b="0">
                <a:solidFill>
                  <a:srgbClr val="596875"/>
                </a:solidFill>
                <a:latin typeface="Yu Gothic"/>
                <a:ea typeface="Yu Gothic"/>
                <a:cs typeface="Yu Gothic"/>
              </a:defRPr>
            </a:lvl8pPr>
            <a:lvl9pPr>
              <a:buNone/>
              <a:defRPr sz="1425" b="0">
                <a:solidFill>
                  <a:srgbClr val="596875"/>
                </a:solidFill>
                <a:latin typeface="Yu Gothic"/>
                <a:ea typeface="Yu Gothic"/>
                <a:cs typeface="Yu Gothic"/>
              </a:defRPr>
            </a:lvl9pPr>
          </a:lstStyle>
          <a:p>
            <a:pPr>
              <a:buNone/>
              <a:defRPr sz="1425" b="0">
                <a:solidFill>
                  <a:srgbClr val="596875"/>
                </a:solidFill>
                <a:latin typeface="Yu Gothic"/>
                <a:ea typeface="Yu Gothic"/>
                <a:cs typeface="Yu Gothic"/>
              </a:defRPr>
            </a:pPr>
            <a:r>
              <a:rPr lang="en-US" altLang="ja-JP" sz="1425" b="0">
                <a:solidFill>
                  <a:srgbClr val="596875"/>
                </a:solidFill>
                <a:latin typeface="Yu Gothic"/>
                <a:ea typeface="Yu Gothic"/>
                <a:cs typeface="Yu Gothic"/>
              </a:rPr>
              <a:t>9</a:t>
            </a:r>
            <a:endParaRPr sz="1425" b="0">
              <a:solidFill>
                <a:srgbClr val="596875"/>
              </a:solidFill>
              <a:latin typeface="Yu Gothic"/>
              <a:ea typeface="Yu Gothic"/>
              <a:cs typeface="Yu Gothic"/>
            </a:endParaRPr>
          </a:p>
        </p:txBody>
      </p:sp>
      <p:sp>
        <p:nvSpPr>
          <p:cNvPr id="5" name="正方形/長方形 4">
            <a:extLst>
              <a:ext uri="{FF2B5EF4-FFF2-40B4-BE49-F238E27FC236}">
                <a16:creationId xmlns:a16="http://schemas.microsoft.com/office/drawing/2014/main" id="{DB95F73B-01E9-4966-B454-12F1FF695118}"/>
              </a:ext>
            </a:extLst>
          </p:cNvPr>
          <p:cNvSpPr>
            <a:spLocks noGrp="1"/>
          </p:cNvSpPr>
          <p:nvPr/>
        </p:nvSpPr>
        <p:spPr>
          <a:xfrm>
            <a:off x="838200" y="1438275"/>
            <a:ext cx="10477500" cy="590550"/>
          </a:xfrm>
          <a:prstGeom prst="rect">
            <a:avLst/>
          </a:prstGeom>
          <a:noFill/>
          <a:ln w="0">
            <a:noFill/>
          </a:ln>
        </p:spPr>
        <p:txBody>
          <a:bodyPr lIns="0" tIns="0" rIns="0" bIns="0" anchor="ctr">
            <a:noAutofit/>
          </a:bodyPr>
          <a:lstStyle>
            <a:defPPr>
              <a:defRPr sz="2550" b="1">
                <a:solidFill>
                  <a:srgbClr val="18364F"/>
                </a:solidFill>
                <a:latin typeface="Yu Gothic"/>
                <a:ea typeface="Yu Gothic"/>
                <a:cs typeface="Yu Gothic"/>
              </a:defRPr>
            </a:defPPr>
            <a:lvl1pPr>
              <a:buNone/>
              <a:defRPr sz="2550" b="1">
                <a:solidFill>
                  <a:srgbClr val="18364F"/>
                </a:solidFill>
                <a:latin typeface="Yu Gothic"/>
                <a:ea typeface="Yu Gothic"/>
                <a:cs typeface="Yu Gothic"/>
              </a:defRPr>
            </a:lvl1pPr>
            <a:lvl2pPr>
              <a:buNone/>
              <a:defRPr sz="2550" b="1">
                <a:solidFill>
                  <a:srgbClr val="18364F"/>
                </a:solidFill>
                <a:latin typeface="Yu Gothic"/>
                <a:ea typeface="Yu Gothic"/>
                <a:cs typeface="Yu Gothic"/>
              </a:defRPr>
            </a:lvl2pPr>
            <a:lvl3pPr>
              <a:buNone/>
              <a:defRPr sz="2550" b="1">
                <a:solidFill>
                  <a:srgbClr val="18364F"/>
                </a:solidFill>
                <a:latin typeface="Yu Gothic"/>
                <a:ea typeface="Yu Gothic"/>
                <a:cs typeface="Yu Gothic"/>
              </a:defRPr>
            </a:lvl3pPr>
            <a:lvl4pPr>
              <a:buNone/>
              <a:defRPr sz="2550" b="1">
                <a:solidFill>
                  <a:srgbClr val="18364F"/>
                </a:solidFill>
                <a:latin typeface="Yu Gothic"/>
                <a:ea typeface="Yu Gothic"/>
                <a:cs typeface="Yu Gothic"/>
              </a:defRPr>
            </a:lvl4pPr>
            <a:lvl5pPr>
              <a:buNone/>
              <a:defRPr sz="2550" b="1">
                <a:solidFill>
                  <a:srgbClr val="18364F"/>
                </a:solidFill>
                <a:latin typeface="Yu Gothic"/>
                <a:ea typeface="Yu Gothic"/>
                <a:cs typeface="Yu Gothic"/>
              </a:defRPr>
            </a:lvl5pPr>
            <a:lvl6pPr>
              <a:buNone/>
              <a:defRPr sz="2550" b="1">
                <a:solidFill>
                  <a:srgbClr val="18364F"/>
                </a:solidFill>
                <a:latin typeface="Yu Gothic"/>
                <a:ea typeface="Yu Gothic"/>
                <a:cs typeface="Yu Gothic"/>
              </a:defRPr>
            </a:lvl6pPr>
            <a:lvl7pPr>
              <a:buNone/>
              <a:defRPr sz="2550" b="1">
                <a:solidFill>
                  <a:srgbClr val="18364F"/>
                </a:solidFill>
                <a:latin typeface="Yu Gothic"/>
                <a:ea typeface="Yu Gothic"/>
                <a:cs typeface="Yu Gothic"/>
              </a:defRPr>
            </a:lvl7pPr>
            <a:lvl8pPr>
              <a:buNone/>
              <a:defRPr sz="2550" b="1">
                <a:solidFill>
                  <a:srgbClr val="18364F"/>
                </a:solidFill>
                <a:latin typeface="Yu Gothic"/>
                <a:ea typeface="Yu Gothic"/>
                <a:cs typeface="Yu Gothic"/>
              </a:defRPr>
            </a:lvl8pPr>
            <a:lvl9pPr>
              <a:buNone/>
              <a:defRPr sz="2550" b="1">
                <a:solidFill>
                  <a:srgbClr val="18364F"/>
                </a:solidFill>
                <a:latin typeface="Yu Gothic"/>
                <a:ea typeface="Yu Gothic"/>
                <a:cs typeface="Yu Gothic"/>
              </a:defRPr>
            </a:lvl9pPr>
          </a:lstStyle>
          <a:p>
            <a:pPr>
              <a:buNone/>
              <a:defRPr sz="2550" b="1">
                <a:solidFill>
                  <a:srgbClr val="18364F"/>
                </a:solidFill>
                <a:latin typeface="Yu Gothic"/>
                <a:ea typeface="Yu Gothic"/>
                <a:cs typeface="Yu Gothic"/>
              </a:defRPr>
            </a:pPr>
            <a:r>
              <a:rPr sz="2550" b="1">
                <a:solidFill>
                  <a:srgbClr val="18364F"/>
                </a:solidFill>
                <a:latin typeface="Yu Gothic"/>
                <a:ea typeface="Yu Gothic"/>
                <a:cs typeface="Yu Gothic"/>
              </a:rPr>
              <a:t>δ = FL³ / (48EI)　　両端単純支持・中央にF</a:t>
            </a:r>
          </a:p>
        </p:txBody>
      </p:sp>
      <p:sp>
        <p:nvSpPr>
          <p:cNvPr id="6" name="正方形/長方形 5">
            <a:extLst>
              <a:ext uri="{FF2B5EF4-FFF2-40B4-BE49-F238E27FC236}">
                <a16:creationId xmlns:a16="http://schemas.microsoft.com/office/drawing/2014/main" id="{DCAFD11A-996E-47DC-A8BC-86C95B14851E}"/>
              </a:ext>
            </a:extLst>
          </p:cNvPr>
          <p:cNvSpPr>
            <a:spLocks noGrp="1"/>
          </p:cNvSpPr>
          <p:nvPr/>
        </p:nvSpPr>
        <p:spPr>
          <a:xfrm>
            <a:off x="838200" y="2057400"/>
            <a:ext cx="10477500" cy="552450"/>
          </a:xfrm>
          <a:prstGeom prst="rect">
            <a:avLst/>
          </a:prstGeom>
          <a:noFill/>
          <a:ln w="0">
            <a:noFill/>
          </a:ln>
        </p:spPr>
        <p:txBody>
          <a:bodyPr lIns="0" tIns="0" rIns="0" bIns="0" anchor="ctr">
            <a:noAutofit/>
          </a:bodyPr>
          <a:lstStyle>
            <a:defPPr>
              <a:defRPr sz="2025" b="0">
                <a:solidFill>
                  <a:srgbClr val="253C4D"/>
                </a:solidFill>
                <a:latin typeface="Yu Gothic"/>
                <a:ea typeface="Yu Gothic"/>
                <a:cs typeface="Yu Gothic"/>
              </a:defRPr>
            </a:defPPr>
            <a:lvl1pPr>
              <a:buNone/>
              <a:defRPr sz="2025" b="0">
                <a:solidFill>
                  <a:srgbClr val="253C4D"/>
                </a:solidFill>
                <a:latin typeface="Yu Gothic"/>
                <a:ea typeface="Yu Gothic"/>
                <a:cs typeface="Yu Gothic"/>
              </a:defRPr>
            </a:lvl1pPr>
            <a:lvl2pPr>
              <a:buNone/>
              <a:defRPr sz="2025" b="0">
                <a:solidFill>
                  <a:srgbClr val="253C4D"/>
                </a:solidFill>
                <a:latin typeface="Yu Gothic"/>
                <a:ea typeface="Yu Gothic"/>
                <a:cs typeface="Yu Gothic"/>
              </a:defRPr>
            </a:lvl2pPr>
            <a:lvl3pPr>
              <a:buNone/>
              <a:defRPr sz="2025" b="0">
                <a:solidFill>
                  <a:srgbClr val="253C4D"/>
                </a:solidFill>
                <a:latin typeface="Yu Gothic"/>
                <a:ea typeface="Yu Gothic"/>
                <a:cs typeface="Yu Gothic"/>
              </a:defRPr>
            </a:lvl3pPr>
            <a:lvl4pPr>
              <a:buNone/>
              <a:defRPr sz="2025" b="0">
                <a:solidFill>
                  <a:srgbClr val="253C4D"/>
                </a:solidFill>
                <a:latin typeface="Yu Gothic"/>
                <a:ea typeface="Yu Gothic"/>
                <a:cs typeface="Yu Gothic"/>
              </a:defRPr>
            </a:lvl4pPr>
            <a:lvl5pPr>
              <a:buNone/>
              <a:defRPr sz="2025" b="0">
                <a:solidFill>
                  <a:srgbClr val="253C4D"/>
                </a:solidFill>
                <a:latin typeface="Yu Gothic"/>
                <a:ea typeface="Yu Gothic"/>
                <a:cs typeface="Yu Gothic"/>
              </a:defRPr>
            </a:lvl5pPr>
            <a:lvl6pPr>
              <a:buNone/>
              <a:defRPr sz="2025" b="0">
                <a:solidFill>
                  <a:srgbClr val="253C4D"/>
                </a:solidFill>
                <a:latin typeface="Yu Gothic"/>
                <a:ea typeface="Yu Gothic"/>
                <a:cs typeface="Yu Gothic"/>
              </a:defRPr>
            </a:lvl6pPr>
            <a:lvl7pPr>
              <a:buNone/>
              <a:defRPr sz="2025" b="0">
                <a:solidFill>
                  <a:srgbClr val="253C4D"/>
                </a:solidFill>
                <a:latin typeface="Yu Gothic"/>
                <a:ea typeface="Yu Gothic"/>
                <a:cs typeface="Yu Gothic"/>
              </a:defRPr>
            </a:lvl7pPr>
            <a:lvl8pPr>
              <a:buNone/>
              <a:defRPr sz="2025" b="0">
                <a:solidFill>
                  <a:srgbClr val="253C4D"/>
                </a:solidFill>
                <a:latin typeface="Yu Gothic"/>
                <a:ea typeface="Yu Gothic"/>
                <a:cs typeface="Yu Gothic"/>
              </a:defRPr>
            </a:lvl8pPr>
            <a:lvl9pPr>
              <a:buNone/>
              <a:defRPr sz="2025" b="0">
                <a:solidFill>
                  <a:srgbClr val="253C4D"/>
                </a:solidFill>
                <a:latin typeface="Yu Gothic"/>
                <a:ea typeface="Yu Gothic"/>
                <a:cs typeface="Yu Gothic"/>
              </a:defRPr>
            </a:lvl9pPr>
          </a:lstStyle>
          <a:p>
            <a:pPr>
              <a:buNone/>
              <a:defRPr sz="2025" b="0">
                <a:solidFill>
                  <a:srgbClr val="253C4D"/>
                </a:solidFill>
                <a:latin typeface="Yu Gothic"/>
                <a:ea typeface="Yu Gothic"/>
                <a:cs typeface="Yu Gothic"/>
              </a:defRPr>
            </a:pPr>
            <a:r>
              <a:rPr sz="2025" b="0">
                <a:solidFill>
                  <a:srgbClr val="253C4D"/>
                </a:solidFill>
                <a:latin typeface="Yu Gothic"/>
                <a:ea typeface="Yu Gothic"/>
                <a:cs typeface="Yu Gothic"/>
              </a:rPr>
              <a:t>L = 6000 mm、F = 10000 N、E = 10000 N/mm²、b = 150 mm</a:t>
            </a:r>
          </a:p>
        </p:txBody>
      </p:sp>
      <p:graphicFrame>
        <p:nvGraphicFramePr>
          <p:cNvPr id="7" name="Chart">
            <a:extLst>
              <a:ext uri="{FF2B5EF4-FFF2-40B4-BE49-F238E27FC236}">
                <a16:creationId xmlns:a16="http://schemas.microsoft.com/office/drawing/2014/main" id="{2AD44595-144A-4E4E-81EA-86B5C15C425F}"/>
              </a:ext>
            </a:extLst>
          </p:cNvPr>
          <p:cNvGraphicFramePr/>
          <p:nvPr/>
        </p:nvGraphicFramePr>
        <p:xfrm>
          <a:off x="838200" y="2733675"/>
          <a:ext cx="6381750" cy="2905125"/>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8" name="表 7">
            <a:extLst>
              <a:ext uri="{FF2B5EF4-FFF2-40B4-BE49-F238E27FC236}">
                <a16:creationId xmlns:a16="http://schemas.microsoft.com/office/drawing/2014/main" id="{64CE7F5B-C47D-42F0-BB4A-3214FBF12ECE}"/>
              </a:ext>
            </a:extLst>
          </p:cNvPr>
          <p:cNvGraphicFramePr/>
          <p:nvPr/>
        </p:nvGraphicFramePr>
        <p:xfrm>
          <a:off x="7591425" y="3009900"/>
          <a:ext cx="3714750" cy="1914525"/>
        </p:xfrm>
        <a:graphic>
          <a:graphicData uri="http://schemas.openxmlformats.org/drawingml/2006/table">
            <a:tbl>
              <a:tblPr/>
              <a:tblGrid>
                <a:gridCol w="1857375">
                  <a:extLst>
                    <a:ext uri="{9D8B030D-6E8A-4147-A177-3AD203B41FA5}">
                      <a16:colId xmlns:a16="http://schemas.microsoft.com/office/drawing/2014/main" val="20000"/>
                    </a:ext>
                  </a:extLst>
                </a:gridCol>
                <a:gridCol w="1857375">
                  <a:extLst>
                    <a:ext uri="{9D8B030D-6E8A-4147-A177-3AD203B41FA5}">
                      <a16:colId xmlns:a16="http://schemas.microsoft.com/office/drawing/2014/main" val="20001"/>
                    </a:ext>
                  </a:extLst>
                </a:gridCol>
              </a:tblGrid>
              <a:tr h="638175">
                <a:tc>
                  <a:txBody>
                    <a:bodyPr/>
                    <a:lstStyle/>
                    <a:p>
                      <a:r>
                        <a:rPr sz="2025" b="1">
                          <a:solidFill>
                            <a:srgbClr val="FFFFFF"/>
                          </a:solidFill>
                          <a:latin typeface="Yu Gothic"/>
                          <a:ea typeface="Yu Gothic"/>
                          <a:cs typeface="Yu Gothic"/>
                        </a:rPr>
                        <a:t>h（mm）</a:t>
                      </a:r>
                    </a:p>
                  </a:txBody>
                  <a:tcPr>
                    <a:solidFill>
                      <a:srgbClr val="18364F"/>
                    </a:solidFill>
                  </a:tcPr>
                </a:tc>
                <a:tc>
                  <a:txBody>
                    <a:bodyPr/>
                    <a:lstStyle/>
                    <a:p>
                      <a:r>
                        <a:rPr sz="2025" b="1">
                          <a:solidFill>
                            <a:srgbClr val="FFFFFF"/>
                          </a:solidFill>
                          <a:latin typeface="Yu Gothic"/>
                          <a:ea typeface="Yu Gothic"/>
                          <a:cs typeface="Yu Gothic"/>
                        </a:rPr>
                        <a:t>δ（mm）</a:t>
                      </a:r>
                    </a:p>
                  </a:txBody>
                  <a:tcPr>
                    <a:solidFill>
                      <a:srgbClr val="18364F"/>
                    </a:solidFill>
                  </a:tcPr>
                </a:tc>
                <a:extLst>
                  <a:ext uri="{0D108BD9-81ED-4DB2-BD59-A6C34878D82A}">
                    <a16:rowId xmlns:a16="http://schemas.microsoft.com/office/drawing/2014/main" val="10000"/>
                  </a:ext>
                </a:extLst>
              </a:tr>
              <a:tr h="638175">
                <a:tc>
                  <a:txBody>
                    <a:bodyPr/>
                    <a:lstStyle/>
                    <a:p>
                      <a:r>
                        <a:rPr sz="2025" b="0">
                          <a:solidFill>
                            <a:srgbClr val="253C4D"/>
                          </a:solidFill>
                          <a:latin typeface="Yu Gothic"/>
                          <a:ea typeface="Yu Gothic"/>
                          <a:cs typeface="Yu Gothic"/>
                        </a:rPr>
                        <a:t>300</a:t>
                      </a:r>
                    </a:p>
                  </a:txBody>
                  <a:tcPr>
                    <a:solidFill>
                      <a:srgbClr val="F0F5F7"/>
                    </a:solidFill>
                  </a:tcPr>
                </a:tc>
                <a:tc>
                  <a:txBody>
                    <a:bodyPr/>
                    <a:lstStyle/>
                    <a:p>
                      <a:r>
                        <a:rPr sz="2025" b="0">
                          <a:solidFill>
                            <a:srgbClr val="253C4D"/>
                          </a:solidFill>
                          <a:latin typeface="Yu Gothic"/>
                          <a:ea typeface="Yu Gothic"/>
                          <a:cs typeface="Yu Gothic"/>
                        </a:rPr>
                        <a:t>13.33</a:t>
                      </a:r>
                    </a:p>
                  </a:txBody>
                  <a:tcPr>
                    <a:solidFill>
                      <a:srgbClr val="F0F5F7"/>
                    </a:solidFill>
                  </a:tcPr>
                </a:tc>
                <a:extLst>
                  <a:ext uri="{0D108BD9-81ED-4DB2-BD59-A6C34878D82A}">
                    <a16:rowId xmlns:a16="http://schemas.microsoft.com/office/drawing/2014/main" val="10001"/>
                  </a:ext>
                </a:extLst>
              </a:tr>
              <a:tr h="638175">
                <a:tc>
                  <a:txBody>
                    <a:bodyPr/>
                    <a:lstStyle/>
                    <a:p>
                      <a:r>
                        <a:rPr sz="2025" b="0">
                          <a:solidFill>
                            <a:srgbClr val="253C4D"/>
                          </a:solidFill>
                          <a:latin typeface="Yu Gothic"/>
                          <a:ea typeface="Yu Gothic"/>
                          <a:cs typeface="Yu Gothic"/>
                        </a:rPr>
                        <a:t>600</a:t>
                      </a:r>
                    </a:p>
                  </a:txBody>
                  <a:tcPr>
                    <a:solidFill>
                      <a:srgbClr val="FFFFFF"/>
                    </a:solidFill>
                  </a:tcPr>
                </a:tc>
                <a:tc>
                  <a:txBody>
                    <a:bodyPr/>
                    <a:lstStyle/>
                    <a:p>
                      <a:r>
                        <a:rPr sz="2025" b="0">
                          <a:solidFill>
                            <a:srgbClr val="253C4D"/>
                          </a:solidFill>
                          <a:latin typeface="Yu Gothic"/>
                          <a:ea typeface="Yu Gothic"/>
                          <a:cs typeface="Yu Gothic"/>
                        </a:rPr>
                        <a:t>1.67</a:t>
                      </a:r>
                    </a:p>
                  </a:txBody>
                  <a:tcPr>
                    <a:solidFill>
                      <a:srgbClr val="FFFFFF"/>
                    </a:solidFill>
                  </a:tcPr>
                </a:tc>
                <a:extLst>
                  <a:ext uri="{0D108BD9-81ED-4DB2-BD59-A6C34878D82A}">
                    <a16:rowId xmlns:a16="http://schemas.microsoft.com/office/drawing/2014/main" val="10002"/>
                  </a:ext>
                </a:extLst>
              </a:tr>
            </a:tbl>
          </a:graphicData>
        </a:graphic>
      </p:graphicFrame>
      <p:sp>
        <p:nvSpPr>
          <p:cNvPr id="9" name="正方形/長方形 8">
            <a:extLst>
              <a:ext uri="{FF2B5EF4-FFF2-40B4-BE49-F238E27FC236}">
                <a16:creationId xmlns:a16="http://schemas.microsoft.com/office/drawing/2014/main" id="{7451F98D-5DF4-4A90-A0FF-F1FCCB0C31C4}"/>
              </a:ext>
            </a:extLst>
          </p:cNvPr>
          <p:cNvSpPr>
            <a:spLocks noGrp="1"/>
          </p:cNvSpPr>
          <p:nvPr/>
        </p:nvSpPr>
        <p:spPr>
          <a:xfrm>
            <a:off x="7591425" y="5114925"/>
            <a:ext cx="3810000" cy="571500"/>
          </a:xfrm>
          <a:prstGeom prst="rect">
            <a:avLst/>
          </a:prstGeom>
          <a:noFill/>
          <a:ln w="0">
            <a:noFill/>
          </a:ln>
        </p:spPr>
        <p:txBody>
          <a:bodyPr lIns="0" tIns="0" rIns="0" bIns="0" anchor="ctr">
            <a:noAutofit/>
          </a:bodyPr>
          <a:lstStyle>
            <a:defPPr>
              <a:defRPr sz="2175" b="1">
                <a:solidFill>
                  <a:srgbClr val="087E8B"/>
                </a:solidFill>
                <a:latin typeface="Yu Gothic"/>
                <a:ea typeface="Yu Gothic"/>
                <a:cs typeface="Yu Gothic"/>
              </a:defRPr>
            </a:defPPr>
            <a:lvl1pPr>
              <a:buNone/>
              <a:defRPr sz="2175" b="1">
                <a:solidFill>
                  <a:srgbClr val="087E8B"/>
                </a:solidFill>
                <a:latin typeface="Yu Gothic"/>
                <a:ea typeface="Yu Gothic"/>
                <a:cs typeface="Yu Gothic"/>
              </a:defRPr>
            </a:lvl1pPr>
            <a:lvl2pPr>
              <a:buNone/>
              <a:defRPr sz="2175" b="1">
                <a:solidFill>
                  <a:srgbClr val="087E8B"/>
                </a:solidFill>
                <a:latin typeface="Yu Gothic"/>
                <a:ea typeface="Yu Gothic"/>
                <a:cs typeface="Yu Gothic"/>
              </a:defRPr>
            </a:lvl2pPr>
            <a:lvl3pPr>
              <a:buNone/>
              <a:defRPr sz="2175" b="1">
                <a:solidFill>
                  <a:srgbClr val="087E8B"/>
                </a:solidFill>
                <a:latin typeface="Yu Gothic"/>
                <a:ea typeface="Yu Gothic"/>
                <a:cs typeface="Yu Gothic"/>
              </a:defRPr>
            </a:lvl3pPr>
            <a:lvl4pPr>
              <a:buNone/>
              <a:defRPr sz="2175" b="1">
                <a:solidFill>
                  <a:srgbClr val="087E8B"/>
                </a:solidFill>
                <a:latin typeface="Yu Gothic"/>
                <a:ea typeface="Yu Gothic"/>
                <a:cs typeface="Yu Gothic"/>
              </a:defRPr>
            </a:lvl4pPr>
            <a:lvl5pPr>
              <a:buNone/>
              <a:defRPr sz="2175" b="1">
                <a:solidFill>
                  <a:srgbClr val="087E8B"/>
                </a:solidFill>
                <a:latin typeface="Yu Gothic"/>
                <a:ea typeface="Yu Gothic"/>
                <a:cs typeface="Yu Gothic"/>
              </a:defRPr>
            </a:lvl5pPr>
            <a:lvl6pPr>
              <a:buNone/>
              <a:defRPr sz="2175" b="1">
                <a:solidFill>
                  <a:srgbClr val="087E8B"/>
                </a:solidFill>
                <a:latin typeface="Yu Gothic"/>
                <a:ea typeface="Yu Gothic"/>
                <a:cs typeface="Yu Gothic"/>
              </a:defRPr>
            </a:lvl6pPr>
            <a:lvl7pPr>
              <a:buNone/>
              <a:defRPr sz="2175" b="1">
                <a:solidFill>
                  <a:srgbClr val="087E8B"/>
                </a:solidFill>
                <a:latin typeface="Yu Gothic"/>
                <a:ea typeface="Yu Gothic"/>
                <a:cs typeface="Yu Gothic"/>
              </a:defRPr>
            </a:lvl7pPr>
            <a:lvl8pPr>
              <a:buNone/>
              <a:defRPr sz="2175" b="1">
                <a:solidFill>
                  <a:srgbClr val="087E8B"/>
                </a:solidFill>
                <a:latin typeface="Yu Gothic"/>
                <a:ea typeface="Yu Gothic"/>
                <a:cs typeface="Yu Gothic"/>
              </a:defRPr>
            </a:lvl8pPr>
            <a:lvl9pPr>
              <a:buNone/>
              <a:defRPr sz="2175" b="1">
                <a:solidFill>
                  <a:srgbClr val="087E8B"/>
                </a:solidFill>
                <a:latin typeface="Yu Gothic"/>
                <a:ea typeface="Yu Gothic"/>
                <a:cs typeface="Yu Gothic"/>
              </a:defRPr>
            </a:lvl9pPr>
          </a:lstStyle>
          <a:p>
            <a:pPr>
              <a:buNone/>
              <a:defRPr sz="2175" b="1">
                <a:solidFill>
                  <a:srgbClr val="087E8B"/>
                </a:solidFill>
                <a:latin typeface="Yu Gothic"/>
                <a:ea typeface="Yu Gothic"/>
                <a:cs typeface="Yu Gothic"/>
              </a:defRPr>
            </a:pPr>
            <a:r>
              <a:rPr sz="2175" b="1">
                <a:solidFill>
                  <a:srgbClr val="087E8B"/>
                </a:solidFill>
                <a:latin typeface="Yu Gothic"/>
                <a:ea typeface="Yu Gothic"/>
                <a:cs typeface="Yu Gothic"/>
              </a:rPr>
              <a:t>h が2倍 → δ は1/8</a:t>
            </a:r>
          </a:p>
        </p:txBody>
      </p:sp>
      <p:sp>
        <p:nvSpPr>
          <p:cNvPr id="10" name="正方形/長方形 9">
            <a:extLst>
              <a:ext uri="{FF2B5EF4-FFF2-40B4-BE49-F238E27FC236}">
                <a16:creationId xmlns:a16="http://schemas.microsoft.com/office/drawing/2014/main" id="{B756F1D4-B4B0-43BB-9357-664C053BFFDA}"/>
              </a:ext>
            </a:extLst>
          </p:cNvPr>
          <p:cNvSpPr>
            <a:spLocks noGrp="1"/>
          </p:cNvSpPr>
          <p:nvPr/>
        </p:nvSpPr>
        <p:spPr>
          <a:xfrm>
            <a:off x="838200" y="5867400"/>
            <a:ext cx="10477500" cy="400050"/>
          </a:xfrm>
          <a:prstGeom prst="rect">
            <a:avLst/>
          </a:prstGeom>
          <a:noFill/>
          <a:ln w="0">
            <a:noFill/>
          </a:ln>
        </p:spPr>
        <p:txBody>
          <a:bodyPr lIns="0" tIns="0" rIns="0" bIns="0" anchor="ctr">
            <a:noAutofit/>
          </a:bodyPr>
          <a:lstStyle>
            <a:defPPr>
              <a:defRPr sz="1425" b="1">
                <a:solidFill>
                  <a:srgbClr val="087E8B"/>
                </a:solidFill>
                <a:latin typeface="Yu Gothic"/>
                <a:ea typeface="Yu Gothic"/>
                <a:cs typeface="Yu Gothic"/>
              </a:defRPr>
            </a:defPPr>
            <a:lvl1pPr>
              <a:buNone/>
              <a:defRPr sz="1425" b="1">
                <a:solidFill>
                  <a:srgbClr val="087E8B"/>
                </a:solidFill>
                <a:latin typeface="Yu Gothic"/>
                <a:ea typeface="Yu Gothic"/>
                <a:cs typeface="Yu Gothic"/>
              </a:defRPr>
            </a:lvl1pPr>
            <a:lvl2pPr>
              <a:buNone/>
              <a:defRPr sz="1425" b="1">
                <a:solidFill>
                  <a:srgbClr val="087E8B"/>
                </a:solidFill>
                <a:latin typeface="Yu Gothic"/>
                <a:ea typeface="Yu Gothic"/>
                <a:cs typeface="Yu Gothic"/>
              </a:defRPr>
            </a:lvl2pPr>
            <a:lvl3pPr>
              <a:buNone/>
              <a:defRPr sz="1425" b="1">
                <a:solidFill>
                  <a:srgbClr val="087E8B"/>
                </a:solidFill>
                <a:latin typeface="Yu Gothic"/>
                <a:ea typeface="Yu Gothic"/>
                <a:cs typeface="Yu Gothic"/>
              </a:defRPr>
            </a:lvl3pPr>
            <a:lvl4pPr>
              <a:buNone/>
              <a:defRPr sz="1425" b="1">
                <a:solidFill>
                  <a:srgbClr val="087E8B"/>
                </a:solidFill>
                <a:latin typeface="Yu Gothic"/>
                <a:ea typeface="Yu Gothic"/>
                <a:cs typeface="Yu Gothic"/>
              </a:defRPr>
            </a:lvl4pPr>
            <a:lvl5pPr>
              <a:buNone/>
              <a:defRPr sz="1425" b="1">
                <a:solidFill>
                  <a:srgbClr val="087E8B"/>
                </a:solidFill>
                <a:latin typeface="Yu Gothic"/>
                <a:ea typeface="Yu Gothic"/>
                <a:cs typeface="Yu Gothic"/>
              </a:defRPr>
            </a:lvl5pPr>
            <a:lvl6pPr>
              <a:buNone/>
              <a:defRPr sz="1425" b="1">
                <a:solidFill>
                  <a:srgbClr val="087E8B"/>
                </a:solidFill>
                <a:latin typeface="Yu Gothic"/>
                <a:ea typeface="Yu Gothic"/>
                <a:cs typeface="Yu Gothic"/>
              </a:defRPr>
            </a:lvl6pPr>
            <a:lvl7pPr>
              <a:buNone/>
              <a:defRPr sz="1425" b="1">
                <a:solidFill>
                  <a:srgbClr val="087E8B"/>
                </a:solidFill>
                <a:latin typeface="Yu Gothic"/>
                <a:ea typeface="Yu Gothic"/>
                <a:cs typeface="Yu Gothic"/>
              </a:defRPr>
            </a:lvl7pPr>
            <a:lvl8pPr>
              <a:buNone/>
              <a:defRPr sz="1425" b="1">
                <a:solidFill>
                  <a:srgbClr val="087E8B"/>
                </a:solidFill>
                <a:latin typeface="Yu Gothic"/>
                <a:ea typeface="Yu Gothic"/>
                <a:cs typeface="Yu Gothic"/>
              </a:defRPr>
            </a:lvl8pPr>
            <a:lvl9pPr>
              <a:buNone/>
              <a:defRPr sz="1425" b="1">
                <a:solidFill>
                  <a:srgbClr val="087E8B"/>
                </a:solidFill>
                <a:latin typeface="Yu Gothic"/>
                <a:ea typeface="Yu Gothic"/>
                <a:cs typeface="Yu Gothic"/>
              </a:defRPr>
            </a:lvl9pPr>
          </a:lstStyle>
          <a:p>
            <a:pPr>
              <a:buNone/>
              <a:defRPr sz="1425" b="1">
                <a:solidFill>
                  <a:srgbClr val="087E8B"/>
                </a:solidFill>
                <a:latin typeface="Yu Gothic"/>
                <a:ea typeface="Yu Gothic"/>
                <a:cs typeface="Yu Gothic"/>
              </a:defRPr>
            </a:pPr>
            <a:r>
              <a:rPr sz="1425" b="1">
                <a:solidFill>
                  <a:srgbClr val="087E8B"/>
                </a:solidFill>
                <a:latin typeface="Yu Gothic"/>
                <a:ea typeface="Yu Gothic"/>
                <a:cs typeface="Yu Gothic"/>
              </a:rPr>
              <a:t>説明用の仮想梁。曲げのみ。せん断・自重・接合・クリープは別に扱う。</a:t>
            </a:r>
          </a:p>
        </p:txBody>
      </p:sp>
    </p:spTree>
    <p:extLst>
      <p:ext uri="{BB962C8B-B14F-4D97-AF65-F5344CB8AC3E}">
        <p14:creationId xmlns:p14="http://schemas.microsoft.com/office/powerpoint/2010/main" val="319683115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正方形/長方形 9">
            <a:extLst>
              <a:ext uri="{FF2B5EF4-FFF2-40B4-BE49-F238E27FC236}">
                <a16:creationId xmlns:a16="http://schemas.microsoft.com/office/drawing/2014/main" id="{60BB1E7F-E445-4822-A856-94C8C221C337}"/>
              </a:ext>
            </a:extLst>
          </p:cNvPr>
          <p:cNvSpPr>
            <a:spLocks noGrp="1"/>
          </p:cNvSpPr>
          <p:nvPr/>
        </p:nvSpPr>
        <p:spPr>
          <a:xfrm>
            <a:off x="685800" y="361950"/>
            <a:ext cx="10820400" cy="647700"/>
          </a:xfrm>
          <a:prstGeom prst="rect">
            <a:avLst/>
          </a:prstGeom>
          <a:noFill/>
          <a:ln w="0">
            <a:noFill/>
          </a:ln>
        </p:spPr>
        <p:txBody>
          <a:bodyPr lIns="0" tIns="0" rIns="0" bIns="0" anchor="ctr">
            <a:noAutofit/>
          </a:bodyPr>
          <a:lstStyle>
            <a:defPPr algn="l">
              <a:defRPr sz="3000" b="1">
                <a:solidFill>
                  <a:srgbClr val="18364F"/>
                </a:solidFill>
                <a:latin typeface="Yu Gothic"/>
                <a:ea typeface="Yu Gothic"/>
                <a:cs typeface="Yu Gothic"/>
              </a:defRPr>
            </a:defPPr>
            <a:lvl1pPr algn="l">
              <a:buNone/>
              <a:defRPr sz="3000" b="1">
                <a:solidFill>
                  <a:srgbClr val="18364F"/>
                </a:solidFill>
                <a:latin typeface="Yu Gothic"/>
                <a:ea typeface="Yu Gothic"/>
                <a:cs typeface="Yu Gothic"/>
              </a:defRPr>
            </a:lvl1pPr>
            <a:lvl2pPr algn="l">
              <a:buNone/>
              <a:defRPr sz="3000" b="1">
                <a:solidFill>
                  <a:srgbClr val="18364F"/>
                </a:solidFill>
                <a:latin typeface="Yu Gothic"/>
                <a:ea typeface="Yu Gothic"/>
                <a:cs typeface="Yu Gothic"/>
              </a:defRPr>
            </a:lvl2pPr>
            <a:lvl3pPr algn="l">
              <a:buNone/>
              <a:defRPr sz="3000" b="1">
                <a:solidFill>
                  <a:srgbClr val="18364F"/>
                </a:solidFill>
                <a:latin typeface="Yu Gothic"/>
                <a:ea typeface="Yu Gothic"/>
                <a:cs typeface="Yu Gothic"/>
              </a:defRPr>
            </a:lvl3pPr>
            <a:lvl4pPr algn="l">
              <a:buNone/>
              <a:defRPr sz="3000" b="1">
                <a:solidFill>
                  <a:srgbClr val="18364F"/>
                </a:solidFill>
                <a:latin typeface="Yu Gothic"/>
                <a:ea typeface="Yu Gothic"/>
                <a:cs typeface="Yu Gothic"/>
              </a:defRPr>
            </a:lvl4pPr>
            <a:lvl5pPr algn="l">
              <a:buNone/>
              <a:defRPr sz="3000" b="1">
                <a:solidFill>
                  <a:srgbClr val="18364F"/>
                </a:solidFill>
                <a:latin typeface="Yu Gothic"/>
                <a:ea typeface="Yu Gothic"/>
                <a:cs typeface="Yu Gothic"/>
              </a:defRPr>
            </a:lvl5pPr>
            <a:lvl6pPr algn="l">
              <a:buNone/>
              <a:defRPr sz="3000" b="1">
                <a:solidFill>
                  <a:srgbClr val="18364F"/>
                </a:solidFill>
                <a:latin typeface="Yu Gothic"/>
                <a:ea typeface="Yu Gothic"/>
                <a:cs typeface="Yu Gothic"/>
              </a:defRPr>
            </a:lvl6pPr>
            <a:lvl7pPr algn="l">
              <a:buNone/>
              <a:defRPr sz="3000" b="1">
                <a:solidFill>
                  <a:srgbClr val="18364F"/>
                </a:solidFill>
                <a:latin typeface="Yu Gothic"/>
                <a:ea typeface="Yu Gothic"/>
                <a:cs typeface="Yu Gothic"/>
              </a:defRPr>
            </a:lvl7pPr>
            <a:lvl8pPr algn="l">
              <a:buNone/>
              <a:defRPr sz="3000" b="1">
                <a:solidFill>
                  <a:srgbClr val="18364F"/>
                </a:solidFill>
                <a:latin typeface="Yu Gothic"/>
                <a:ea typeface="Yu Gothic"/>
                <a:cs typeface="Yu Gothic"/>
              </a:defRPr>
            </a:lvl8pPr>
            <a:lvl9pPr algn="l">
              <a:buNone/>
              <a:defRPr sz="3000" b="1">
                <a:solidFill>
                  <a:srgbClr val="18364F"/>
                </a:solidFill>
                <a:latin typeface="Yu Gothic"/>
                <a:ea typeface="Yu Gothic"/>
                <a:cs typeface="Yu Gothic"/>
              </a:defRPr>
            </a:lvl9pPr>
          </a:lstStyle>
          <a:p>
            <a:pPr algn="l">
              <a:buNone/>
              <a:defRPr sz="3000" b="1">
                <a:solidFill>
                  <a:srgbClr val="18364F"/>
                </a:solidFill>
                <a:latin typeface="Yu Gothic"/>
                <a:ea typeface="Yu Gothic"/>
                <a:cs typeface="Yu Gothic"/>
              </a:defRPr>
            </a:pPr>
            <a:r>
              <a:rPr sz="3000" b="1">
                <a:solidFill>
                  <a:srgbClr val="18364F"/>
                </a:solidFill>
                <a:latin typeface="Yu Gothic"/>
                <a:ea typeface="Yu Gothic"/>
                <a:cs typeface="Yu Gothic"/>
              </a:rPr>
              <a:t>CLTの層構成と荷重方向</a:t>
            </a:r>
          </a:p>
        </p:txBody>
      </p:sp>
      <p:cxnSp>
        <p:nvCxnSpPr>
          <p:cNvPr id="2" name="直線矢印コネクタ 1">
            <a:extLst>
              <a:ext uri="{FF2B5EF4-FFF2-40B4-BE49-F238E27FC236}">
                <a16:creationId xmlns:a16="http://schemas.microsoft.com/office/drawing/2014/main" id="{A1B88BA6-4A68-4AB7-848B-268C3E65A6F0}"/>
              </a:ext>
            </a:extLst>
          </p:cNvPr>
          <p:cNvCxnSpPr/>
          <p:nvPr/>
        </p:nvCxnSpPr>
        <p:spPr>
          <a:xfrm>
            <a:off x="685800" y="1190625"/>
            <a:ext cx="10820400" cy="0"/>
          </a:xfrm>
          <a:prstGeom prst="straightConnector1">
            <a:avLst/>
          </a:prstGeom>
          <a:ln w="22860">
            <a:solidFill>
              <a:srgbClr val="18364F"/>
            </a:solidFill>
          </a:ln>
        </p:spPr>
      </p:cxnSp>
      <p:sp>
        <p:nvSpPr>
          <p:cNvPr id="3" name="正方形/長方形 2">
            <a:extLst>
              <a:ext uri="{FF2B5EF4-FFF2-40B4-BE49-F238E27FC236}">
                <a16:creationId xmlns:a16="http://schemas.microsoft.com/office/drawing/2014/main" id="{31D9CF0F-24C3-4FC6-8D9C-5891D7B95DE8}"/>
              </a:ext>
            </a:extLst>
          </p:cNvPr>
          <p:cNvSpPr>
            <a:spLocks noGrp="1"/>
          </p:cNvSpPr>
          <p:nvPr/>
        </p:nvSpPr>
        <p:spPr>
          <a:xfrm>
            <a:off x="685800" y="6419850"/>
            <a:ext cx="9048750" cy="238125"/>
          </a:xfrm>
          <a:prstGeom prst="rect">
            <a:avLst/>
          </a:prstGeom>
          <a:noFill/>
          <a:ln w="0">
            <a:noFill/>
          </a:ln>
        </p:spPr>
        <p:txBody>
          <a:bodyPr lIns="0" tIns="0" rIns="0" bIns="0" anchor="ctr">
            <a:noAutofit/>
          </a:bodyPr>
          <a:lstStyle>
            <a:defPPr algn="l">
              <a:defRPr sz="1425" b="0">
                <a:solidFill>
                  <a:srgbClr val="596875"/>
                </a:solidFill>
                <a:latin typeface="Yu Gothic"/>
                <a:ea typeface="Yu Gothic"/>
                <a:cs typeface="Yu Gothic"/>
              </a:defRPr>
            </a:defPPr>
            <a:lvl1pPr algn="l">
              <a:buNone/>
              <a:defRPr sz="1425" b="0">
                <a:solidFill>
                  <a:srgbClr val="596875"/>
                </a:solidFill>
                <a:latin typeface="Yu Gothic"/>
                <a:ea typeface="Yu Gothic"/>
                <a:cs typeface="Yu Gothic"/>
              </a:defRPr>
            </a:lvl1pPr>
            <a:lvl2pPr algn="l">
              <a:buNone/>
              <a:defRPr sz="1425" b="0">
                <a:solidFill>
                  <a:srgbClr val="596875"/>
                </a:solidFill>
                <a:latin typeface="Yu Gothic"/>
                <a:ea typeface="Yu Gothic"/>
                <a:cs typeface="Yu Gothic"/>
              </a:defRPr>
            </a:lvl2pPr>
            <a:lvl3pPr algn="l">
              <a:buNone/>
              <a:defRPr sz="1425" b="0">
                <a:solidFill>
                  <a:srgbClr val="596875"/>
                </a:solidFill>
                <a:latin typeface="Yu Gothic"/>
                <a:ea typeface="Yu Gothic"/>
                <a:cs typeface="Yu Gothic"/>
              </a:defRPr>
            </a:lvl3pPr>
            <a:lvl4pPr algn="l">
              <a:buNone/>
              <a:defRPr sz="1425" b="0">
                <a:solidFill>
                  <a:srgbClr val="596875"/>
                </a:solidFill>
                <a:latin typeface="Yu Gothic"/>
                <a:ea typeface="Yu Gothic"/>
                <a:cs typeface="Yu Gothic"/>
              </a:defRPr>
            </a:lvl4pPr>
            <a:lvl5pPr algn="l">
              <a:buNone/>
              <a:defRPr sz="1425" b="0">
                <a:solidFill>
                  <a:srgbClr val="596875"/>
                </a:solidFill>
                <a:latin typeface="Yu Gothic"/>
                <a:ea typeface="Yu Gothic"/>
                <a:cs typeface="Yu Gothic"/>
              </a:defRPr>
            </a:lvl5pPr>
            <a:lvl6pPr algn="l">
              <a:buNone/>
              <a:defRPr sz="1425" b="0">
                <a:solidFill>
                  <a:srgbClr val="596875"/>
                </a:solidFill>
                <a:latin typeface="Yu Gothic"/>
                <a:ea typeface="Yu Gothic"/>
                <a:cs typeface="Yu Gothic"/>
              </a:defRPr>
            </a:lvl6pPr>
            <a:lvl7pPr algn="l">
              <a:buNone/>
              <a:defRPr sz="1425" b="0">
                <a:solidFill>
                  <a:srgbClr val="596875"/>
                </a:solidFill>
                <a:latin typeface="Yu Gothic"/>
                <a:ea typeface="Yu Gothic"/>
                <a:cs typeface="Yu Gothic"/>
              </a:defRPr>
            </a:lvl7pPr>
            <a:lvl8pPr algn="l">
              <a:buNone/>
              <a:defRPr sz="1425" b="0">
                <a:solidFill>
                  <a:srgbClr val="596875"/>
                </a:solidFill>
                <a:latin typeface="Yu Gothic"/>
                <a:ea typeface="Yu Gothic"/>
                <a:cs typeface="Yu Gothic"/>
              </a:defRPr>
            </a:lvl8pPr>
            <a:lvl9pPr algn="l">
              <a:buNone/>
              <a:defRPr sz="1425" b="0">
                <a:solidFill>
                  <a:srgbClr val="596875"/>
                </a:solidFill>
                <a:latin typeface="Yu Gothic"/>
                <a:ea typeface="Yu Gothic"/>
                <a:cs typeface="Yu Gothic"/>
              </a:defRPr>
            </a:lvl9pPr>
          </a:lstStyle>
          <a:p>
            <a:pPr algn="l">
              <a:buNone/>
              <a:defRPr sz="1425" b="0">
                <a:solidFill>
                  <a:srgbClr val="596875"/>
                </a:solidFill>
                <a:latin typeface="Yu Gothic"/>
                <a:ea typeface="Yu Gothic"/>
                <a:cs typeface="Yu Gothic"/>
              </a:defRPr>
            </a:pPr>
            <a:r>
              <a:rPr lang="ja-JP" altLang="en-US" sz="1425" b="0">
                <a:solidFill>
                  <a:srgbClr val="596875"/>
                </a:solidFill>
                <a:latin typeface="Yu Gothic"/>
                <a:ea typeface="Yu Gothic"/>
                <a:cs typeface="Yu Gothic"/>
              </a:rPr>
              <a:t>木材及び木質材料学　新第</a:t>
            </a:r>
            <a:r>
              <a:rPr lang="en-US" altLang="ja-JP" sz="1425" b="0">
                <a:solidFill>
                  <a:srgbClr val="596875"/>
                </a:solidFill>
                <a:latin typeface="Yu Gothic"/>
                <a:ea typeface="Yu Gothic"/>
                <a:cs typeface="Yu Gothic"/>
              </a:rPr>
              <a:t>14</a:t>
            </a:r>
            <a:r>
              <a:rPr lang="ja-JP" altLang="en-US" sz="1425" b="0">
                <a:solidFill>
                  <a:srgbClr val="596875"/>
                </a:solidFill>
                <a:latin typeface="Yu Gothic"/>
                <a:ea typeface="Yu Gothic"/>
                <a:cs typeface="Yu Gothic"/>
              </a:rPr>
              <a:t>回　構造・燃焼</a:t>
            </a:r>
            <a:endParaRPr sz="1425" b="0">
              <a:solidFill>
                <a:srgbClr val="596875"/>
              </a:solidFill>
              <a:latin typeface="Yu Gothic"/>
              <a:ea typeface="Yu Gothic"/>
              <a:cs typeface="Yu Gothic"/>
            </a:endParaRPr>
          </a:p>
        </p:txBody>
      </p:sp>
      <p:sp>
        <p:nvSpPr>
          <p:cNvPr id="4" name="正方形/長方形 3">
            <a:extLst>
              <a:ext uri="{FF2B5EF4-FFF2-40B4-BE49-F238E27FC236}">
                <a16:creationId xmlns:a16="http://schemas.microsoft.com/office/drawing/2014/main" id="{3734F120-C717-4BC3-A152-D5339905E6A7}"/>
              </a:ext>
            </a:extLst>
          </p:cNvPr>
          <p:cNvSpPr>
            <a:spLocks noGrp="1"/>
          </p:cNvSpPr>
          <p:nvPr/>
        </p:nvSpPr>
        <p:spPr>
          <a:xfrm>
            <a:off x="10858500" y="6419850"/>
            <a:ext cx="647700" cy="238125"/>
          </a:xfrm>
          <a:prstGeom prst="rect">
            <a:avLst/>
          </a:prstGeom>
          <a:noFill/>
          <a:ln w="0">
            <a:noFill/>
          </a:ln>
        </p:spPr>
        <p:txBody>
          <a:bodyPr lIns="0" tIns="0" rIns="0" bIns="0" anchor="ctr">
            <a:noAutofit/>
          </a:bodyPr>
          <a:lstStyle>
            <a:defPPr algn="r">
              <a:defRPr sz="1425" b="0">
                <a:solidFill>
                  <a:srgbClr val="596875"/>
                </a:solidFill>
                <a:latin typeface="Yu Gothic"/>
                <a:ea typeface="Yu Gothic"/>
                <a:cs typeface="Yu Gothic"/>
              </a:defRPr>
            </a:defPPr>
            <a:lvl1pPr algn="r">
              <a:buNone/>
              <a:defRPr sz="1425" b="0">
                <a:solidFill>
                  <a:srgbClr val="596875"/>
                </a:solidFill>
                <a:latin typeface="Yu Gothic"/>
                <a:ea typeface="Yu Gothic"/>
                <a:cs typeface="Yu Gothic"/>
              </a:defRPr>
            </a:lvl1pPr>
            <a:lvl2pPr algn="r">
              <a:buNone/>
              <a:defRPr sz="1425" b="0">
                <a:solidFill>
                  <a:srgbClr val="596875"/>
                </a:solidFill>
                <a:latin typeface="Yu Gothic"/>
                <a:ea typeface="Yu Gothic"/>
                <a:cs typeface="Yu Gothic"/>
              </a:defRPr>
            </a:lvl2pPr>
            <a:lvl3pPr algn="r">
              <a:buNone/>
              <a:defRPr sz="1425" b="0">
                <a:solidFill>
                  <a:srgbClr val="596875"/>
                </a:solidFill>
                <a:latin typeface="Yu Gothic"/>
                <a:ea typeface="Yu Gothic"/>
                <a:cs typeface="Yu Gothic"/>
              </a:defRPr>
            </a:lvl3pPr>
            <a:lvl4pPr algn="r">
              <a:buNone/>
              <a:defRPr sz="1425" b="0">
                <a:solidFill>
                  <a:srgbClr val="596875"/>
                </a:solidFill>
                <a:latin typeface="Yu Gothic"/>
                <a:ea typeface="Yu Gothic"/>
                <a:cs typeface="Yu Gothic"/>
              </a:defRPr>
            </a:lvl4pPr>
            <a:lvl5pPr algn="r">
              <a:buNone/>
              <a:defRPr sz="1425" b="0">
                <a:solidFill>
                  <a:srgbClr val="596875"/>
                </a:solidFill>
                <a:latin typeface="Yu Gothic"/>
                <a:ea typeface="Yu Gothic"/>
                <a:cs typeface="Yu Gothic"/>
              </a:defRPr>
            </a:lvl5pPr>
            <a:lvl6pPr algn="r">
              <a:buNone/>
              <a:defRPr sz="1425" b="0">
                <a:solidFill>
                  <a:srgbClr val="596875"/>
                </a:solidFill>
                <a:latin typeface="Yu Gothic"/>
                <a:ea typeface="Yu Gothic"/>
                <a:cs typeface="Yu Gothic"/>
              </a:defRPr>
            </a:lvl6pPr>
            <a:lvl7pPr algn="r">
              <a:buNone/>
              <a:defRPr sz="1425" b="0">
                <a:solidFill>
                  <a:srgbClr val="596875"/>
                </a:solidFill>
                <a:latin typeface="Yu Gothic"/>
                <a:ea typeface="Yu Gothic"/>
                <a:cs typeface="Yu Gothic"/>
              </a:defRPr>
            </a:lvl7pPr>
            <a:lvl8pPr algn="r">
              <a:buNone/>
              <a:defRPr sz="1425" b="0">
                <a:solidFill>
                  <a:srgbClr val="596875"/>
                </a:solidFill>
                <a:latin typeface="Yu Gothic"/>
                <a:ea typeface="Yu Gothic"/>
                <a:cs typeface="Yu Gothic"/>
              </a:defRPr>
            </a:lvl8pPr>
            <a:lvl9pPr algn="r">
              <a:buNone/>
              <a:defRPr sz="1425" b="0">
                <a:solidFill>
                  <a:srgbClr val="596875"/>
                </a:solidFill>
                <a:latin typeface="Yu Gothic"/>
                <a:ea typeface="Yu Gothic"/>
                <a:cs typeface="Yu Gothic"/>
              </a:defRPr>
            </a:lvl9pPr>
          </a:lstStyle>
          <a:p>
            <a:pPr algn="r">
              <a:buNone/>
              <a:defRPr sz="1425" b="0">
                <a:solidFill>
                  <a:srgbClr val="596875"/>
                </a:solidFill>
                <a:latin typeface="Yu Gothic"/>
                <a:ea typeface="Yu Gothic"/>
                <a:cs typeface="Yu Gothic"/>
              </a:defRPr>
            </a:pPr>
            <a:r>
              <a:rPr lang="en-US" altLang="ja-JP" sz="1425" b="0">
                <a:solidFill>
                  <a:srgbClr val="596875"/>
                </a:solidFill>
                <a:latin typeface="Yu Gothic"/>
                <a:ea typeface="Yu Gothic"/>
                <a:cs typeface="Yu Gothic"/>
              </a:rPr>
              <a:t>10</a:t>
            </a:r>
            <a:endParaRPr sz="1425" b="0">
              <a:solidFill>
                <a:srgbClr val="596875"/>
              </a:solidFill>
              <a:latin typeface="Yu Gothic"/>
              <a:ea typeface="Yu Gothic"/>
              <a:cs typeface="Yu Gothic"/>
            </a:endParaRPr>
          </a:p>
        </p:txBody>
      </p:sp>
      <p:sp>
        <p:nvSpPr>
          <p:cNvPr id="5" name="正方形/長方形 4">
            <a:extLst>
              <a:ext uri="{FF2B5EF4-FFF2-40B4-BE49-F238E27FC236}">
                <a16:creationId xmlns:a16="http://schemas.microsoft.com/office/drawing/2014/main" id="{2A394785-CB13-471C-A2E4-2C56D507A865}"/>
              </a:ext>
            </a:extLst>
          </p:cNvPr>
          <p:cNvSpPr>
            <a:spLocks noGrp="1"/>
          </p:cNvSpPr>
          <p:nvPr/>
        </p:nvSpPr>
        <p:spPr>
          <a:xfrm>
            <a:off x="685800" y="1571625"/>
            <a:ext cx="10820400" cy="666750"/>
          </a:xfrm>
          <a:prstGeom prst="rect">
            <a:avLst/>
          </a:prstGeom>
          <a:noFill/>
          <a:ln w="0">
            <a:noFill/>
          </a:ln>
        </p:spPr>
        <p:txBody>
          <a:bodyPr lIns="0" tIns="0" rIns="0" bIns="0" anchor="ctr">
            <a:noAutofit/>
          </a:bodyPr>
          <a:lstStyle>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板材を並べた層を、主に直交させて積層接着する</a:t>
            </a:r>
          </a:p>
        </p:txBody>
      </p:sp>
      <p:sp>
        <p:nvSpPr>
          <p:cNvPr id="6" name="正方形/長方形 5">
            <a:extLst>
              <a:ext uri="{FF2B5EF4-FFF2-40B4-BE49-F238E27FC236}">
                <a16:creationId xmlns:a16="http://schemas.microsoft.com/office/drawing/2014/main" id="{1BEC738A-9F5D-4E1B-9A51-4C92122D7BB8}"/>
              </a:ext>
            </a:extLst>
          </p:cNvPr>
          <p:cNvSpPr>
            <a:spLocks noGrp="1"/>
          </p:cNvSpPr>
          <p:nvPr/>
        </p:nvSpPr>
        <p:spPr>
          <a:xfrm>
            <a:off x="685800" y="2352675"/>
            <a:ext cx="10820400" cy="666750"/>
          </a:xfrm>
          <a:prstGeom prst="rect">
            <a:avLst/>
          </a:prstGeom>
          <a:noFill/>
          <a:ln w="0">
            <a:noFill/>
          </a:ln>
        </p:spPr>
        <p:txBody>
          <a:bodyPr lIns="0" tIns="0" rIns="0" bIns="0" anchor="ctr">
            <a:noAutofit/>
          </a:bodyPr>
          <a:lstStyle>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合板と似た交差積層でも、原料は単板ではなく板材</a:t>
            </a:r>
          </a:p>
        </p:txBody>
      </p:sp>
      <p:sp>
        <p:nvSpPr>
          <p:cNvPr id="7" name="正方形/長方形 6">
            <a:extLst>
              <a:ext uri="{FF2B5EF4-FFF2-40B4-BE49-F238E27FC236}">
                <a16:creationId xmlns:a16="http://schemas.microsoft.com/office/drawing/2014/main" id="{450DFA53-91DE-494E-B77E-E1EFE703A91A}"/>
              </a:ext>
            </a:extLst>
          </p:cNvPr>
          <p:cNvSpPr>
            <a:spLocks noGrp="1"/>
          </p:cNvSpPr>
          <p:nvPr/>
        </p:nvSpPr>
        <p:spPr>
          <a:xfrm>
            <a:off x="685800" y="3133725"/>
            <a:ext cx="10820400" cy="666750"/>
          </a:xfrm>
          <a:prstGeom prst="rect">
            <a:avLst/>
          </a:prstGeom>
          <a:noFill/>
          <a:ln w="0">
            <a:noFill/>
          </a:ln>
        </p:spPr>
        <p:txBody>
          <a:bodyPr lIns="0" tIns="0" rIns="0" bIns="0" anchor="ctr">
            <a:noAutofit/>
          </a:bodyPr>
          <a:lstStyle>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面内の力、面外の曲げ、主なスパン方向を区別する</a:t>
            </a:r>
          </a:p>
        </p:txBody>
      </p:sp>
      <p:sp>
        <p:nvSpPr>
          <p:cNvPr id="8" name="正方形/長方形 7">
            <a:extLst>
              <a:ext uri="{FF2B5EF4-FFF2-40B4-BE49-F238E27FC236}">
                <a16:creationId xmlns:a16="http://schemas.microsoft.com/office/drawing/2014/main" id="{8E662349-ED5F-4A59-844B-52432505D888}"/>
              </a:ext>
            </a:extLst>
          </p:cNvPr>
          <p:cNvSpPr>
            <a:spLocks noGrp="1"/>
          </p:cNvSpPr>
          <p:nvPr/>
        </p:nvSpPr>
        <p:spPr>
          <a:xfrm>
            <a:off x="685800" y="3914775"/>
            <a:ext cx="10820400" cy="666750"/>
          </a:xfrm>
          <a:prstGeom prst="rect">
            <a:avLst/>
          </a:prstGeom>
          <a:noFill/>
          <a:ln w="0">
            <a:noFill/>
          </a:ln>
        </p:spPr>
        <p:txBody>
          <a:bodyPr lIns="0" tIns="0" rIns="0" bIns="0" anchor="ctr">
            <a:noAutofit/>
          </a:bodyPr>
          <a:lstStyle>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直交層のせん断変形なども、曲げやたわみに関係する</a:t>
            </a:r>
          </a:p>
        </p:txBody>
      </p:sp>
      <p:sp>
        <p:nvSpPr>
          <p:cNvPr id="9" name="正方形/長方形 8">
            <a:extLst>
              <a:ext uri="{FF2B5EF4-FFF2-40B4-BE49-F238E27FC236}">
                <a16:creationId xmlns:a16="http://schemas.microsoft.com/office/drawing/2014/main" id="{007F6C15-A048-4EF9-945A-C95718413D48}"/>
              </a:ext>
            </a:extLst>
          </p:cNvPr>
          <p:cNvSpPr>
            <a:spLocks noGrp="1"/>
          </p:cNvSpPr>
          <p:nvPr/>
        </p:nvSpPr>
        <p:spPr>
          <a:xfrm>
            <a:off x="685800" y="4695825"/>
            <a:ext cx="10820400" cy="666750"/>
          </a:xfrm>
          <a:prstGeom prst="rect">
            <a:avLst/>
          </a:prstGeom>
          <a:noFill/>
          <a:ln w="0">
            <a:noFill/>
          </a:ln>
        </p:spPr>
        <p:txBody>
          <a:bodyPr lIns="0" tIns="0" rIns="0" bIns="0" anchor="ctr">
            <a:noAutofit/>
          </a:bodyPr>
          <a:lstStyle>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層数、層厚、配向、接着、接合を製品の条件として読む</a:t>
            </a:r>
          </a:p>
        </p:txBody>
      </p:sp>
    </p:spTree>
    <p:extLst>
      <p:ext uri="{BB962C8B-B14F-4D97-AF65-F5344CB8AC3E}">
        <p14:creationId xmlns:p14="http://schemas.microsoft.com/office/powerpoint/2010/main" val="366060705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 name="正方形/長方形 48">
            <a:extLst>
              <a:ext uri="{FF2B5EF4-FFF2-40B4-BE49-F238E27FC236}">
                <a16:creationId xmlns:a16="http://schemas.microsoft.com/office/drawing/2014/main" id="{6BD7DB16-8B84-4017-A67C-5A6BF2CBE029}"/>
              </a:ext>
            </a:extLst>
          </p:cNvPr>
          <p:cNvSpPr>
            <a:spLocks noGrp="1"/>
          </p:cNvSpPr>
          <p:nvPr/>
        </p:nvSpPr>
        <p:spPr>
          <a:xfrm>
            <a:off x="685800" y="361950"/>
            <a:ext cx="10820400" cy="647700"/>
          </a:xfrm>
          <a:prstGeom prst="rect">
            <a:avLst/>
          </a:prstGeom>
          <a:noFill/>
          <a:ln w="0">
            <a:noFill/>
          </a:ln>
        </p:spPr>
        <p:txBody>
          <a:bodyPr lIns="0" tIns="0" rIns="0" bIns="0" anchor="ctr">
            <a:noAutofit/>
          </a:bodyPr>
          <a:lstStyle>
            <a:defPPr algn="l">
              <a:defRPr sz="3150" b="1">
                <a:solidFill>
                  <a:srgbClr val="18364F"/>
                </a:solidFill>
                <a:latin typeface="Yu Gothic"/>
                <a:ea typeface="Yu Gothic"/>
                <a:cs typeface="Yu Gothic"/>
              </a:defRPr>
            </a:defPPr>
            <a:lvl1pPr algn="l">
              <a:buNone/>
              <a:defRPr sz="3150" b="1">
                <a:solidFill>
                  <a:srgbClr val="18364F"/>
                </a:solidFill>
                <a:latin typeface="Yu Gothic"/>
                <a:ea typeface="Yu Gothic"/>
                <a:cs typeface="Yu Gothic"/>
              </a:defRPr>
            </a:lvl1pPr>
            <a:lvl2pPr algn="l">
              <a:buNone/>
              <a:defRPr sz="3150" b="1">
                <a:solidFill>
                  <a:srgbClr val="18364F"/>
                </a:solidFill>
                <a:latin typeface="Yu Gothic"/>
                <a:ea typeface="Yu Gothic"/>
                <a:cs typeface="Yu Gothic"/>
              </a:defRPr>
            </a:lvl2pPr>
            <a:lvl3pPr algn="l">
              <a:buNone/>
              <a:defRPr sz="3150" b="1">
                <a:solidFill>
                  <a:srgbClr val="18364F"/>
                </a:solidFill>
                <a:latin typeface="Yu Gothic"/>
                <a:ea typeface="Yu Gothic"/>
                <a:cs typeface="Yu Gothic"/>
              </a:defRPr>
            </a:lvl3pPr>
            <a:lvl4pPr algn="l">
              <a:buNone/>
              <a:defRPr sz="3150" b="1">
                <a:solidFill>
                  <a:srgbClr val="18364F"/>
                </a:solidFill>
                <a:latin typeface="Yu Gothic"/>
                <a:ea typeface="Yu Gothic"/>
                <a:cs typeface="Yu Gothic"/>
              </a:defRPr>
            </a:lvl4pPr>
            <a:lvl5pPr algn="l">
              <a:buNone/>
              <a:defRPr sz="3150" b="1">
                <a:solidFill>
                  <a:srgbClr val="18364F"/>
                </a:solidFill>
                <a:latin typeface="Yu Gothic"/>
                <a:ea typeface="Yu Gothic"/>
                <a:cs typeface="Yu Gothic"/>
              </a:defRPr>
            </a:lvl5pPr>
            <a:lvl6pPr algn="l">
              <a:buNone/>
              <a:defRPr sz="3150" b="1">
                <a:solidFill>
                  <a:srgbClr val="18364F"/>
                </a:solidFill>
                <a:latin typeface="Yu Gothic"/>
                <a:ea typeface="Yu Gothic"/>
                <a:cs typeface="Yu Gothic"/>
              </a:defRPr>
            </a:lvl6pPr>
            <a:lvl7pPr algn="l">
              <a:buNone/>
              <a:defRPr sz="3150" b="1">
                <a:solidFill>
                  <a:srgbClr val="18364F"/>
                </a:solidFill>
                <a:latin typeface="Yu Gothic"/>
                <a:ea typeface="Yu Gothic"/>
                <a:cs typeface="Yu Gothic"/>
              </a:defRPr>
            </a:lvl7pPr>
            <a:lvl8pPr algn="l">
              <a:buNone/>
              <a:defRPr sz="3150" b="1">
                <a:solidFill>
                  <a:srgbClr val="18364F"/>
                </a:solidFill>
                <a:latin typeface="Yu Gothic"/>
                <a:ea typeface="Yu Gothic"/>
                <a:cs typeface="Yu Gothic"/>
              </a:defRPr>
            </a:lvl8pPr>
            <a:lvl9pPr algn="l">
              <a:buNone/>
              <a:defRPr sz="3150" b="1">
                <a:solidFill>
                  <a:srgbClr val="18364F"/>
                </a:solidFill>
                <a:latin typeface="Yu Gothic"/>
                <a:ea typeface="Yu Gothic"/>
                <a:cs typeface="Yu Gothic"/>
              </a:defRPr>
            </a:lvl9pPr>
          </a:lstStyle>
          <a:p>
            <a:pPr algn="l">
              <a:buNone/>
              <a:defRPr sz="3150" b="1">
                <a:solidFill>
                  <a:srgbClr val="18364F"/>
                </a:solidFill>
                <a:latin typeface="Yu Gothic"/>
                <a:ea typeface="Yu Gothic"/>
                <a:cs typeface="Yu Gothic"/>
              </a:defRPr>
            </a:pPr>
            <a:r>
              <a:rPr sz="3150" b="1">
                <a:solidFill>
                  <a:srgbClr val="18364F"/>
                </a:solidFill>
                <a:latin typeface="Yu Gothic"/>
                <a:ea typeface="Yu Gothic"/>
                <a:cs typeface="Yu Gothic"/>
              </a:rPr>
              <a:t>CLTの直交積層</a:t>
            </a:r>
          </a:p>
        </p:txBody>
      </p:sp>
      <p:cxnSp>
        <p:nvCxnSpPr>
          <p:cNvPr id="2" name="直線矢印コネクタ 1">
            <a:extLst>
              <a:ext uri="{FF2B5EF4-FFF2-40B4-BE49-F238E27FC236}">
                <a16:creationId xmlns:a16="http://schemas.microsoft.com/office/drawing/2014/main" id="{92FFE32D-6F80-4673-8AFA-5E3F99D59B5A}"/>
              </a:ext>
            </a:extLst>
          </p:cNvPr>
          <p:cNvCxnSpPr/>
          <p:nvPr/>
        </p:nvCxnSpPr>
        <p:spPr>
          <a:xfrm>
            <a:off x="685800" y="1190625"/>
            <a:ext cx="10820400" cy="0"/>
          </a:xfrm>
          <a:prstGeom prst="straightConnector1">
            <a:avLst/>
          </a:prstGeom>
          <a:ln w="22860">
            <a:solidFill>
              <a:srgbClr val="18364F"/>
            </a:solidFill>
          </a:ln>
        </p:spPr>
      </p:cxnSp>
      <p:sp>
        <p:nvSpPr>
          <p:cNvPr id="3" name="正方形/長方形 2">
            <a:extLst>
              <a:ext uri="{FF2B5EF4-FFF2-40B4-BE49-F238E27FC236}">
                <a16:creationId xmlns:a16="http://schemas.microsoft.com/office/drawing/2014/main" id="{DC7D284C-A4BA-4F74-A3FA-BD25F9B77393}"/>
              </a:ext>
            </a:extLst>
          </p:cNvPr>
          <p:cNvSpPr>
            <a:spLocks noGrp="1"/>
          </p:cNvSpPr>
          <p:nvPr/>
        </p:nvSpPr>
        <p:spPr>
          <a:xfrm>
            <a:off x="685800" y="6419850"/>
            <a:ext cx="9048750" cy="238125"/>
          </a:xfrm>
          <a:prstGeom prst="rect">
            <a:avLst/>
          </a:prstGeom>
          <a:noFill/>
          <a:ln w="0">
            <a:noFill/>
          </a:ln>
        </p:spPr>
        <p:txBody>
          <a:bodyPr lIns="0" tIns="0" rIns="0" bIns="0" anchor="ctr">
            <a:noAutofit/>
          </a:bodyPr>
          <a:lstStyle>
            <a:defPPr algn="l">
              <a:defRPr sz="1425" b="0">
                <a:solidFill>
                  <a:srgbClr val="5D6C78"/>
                </a:solidFill>
                <a:latin typeface="Yu Gothic"/>
                <a:ea typeface="Yu Gothic"/>
                <a:cs typeface="Yu Gothic"/>
              </a:defRPr>
            </a:defPPr>
            <a:lvl1pPr algn="l">
              <a:buNone/>
              <a:defRPr sz="1425" b="0">
                <a:solidFill>
                  <a:srgbClr val="5D6C78"/>
                </a:solidFill>
                <a:latin typeface="Yu Gothic"/>
                <a:ea typeface="Yu Gothic"/>
                <a:cs typeface="Yu Gothic"/>
              </a:defRPr>
            </a:lvl1pPr>
            <a:lvl2pPr algn="l">
              <a:buNone/>
              <a:defRPr sz="1425" b="0">
                <a:solidFill>
                  <a:srgbClr val="5D6C78"/>
                </a:solidFill>
                <a:latin typeface="Yu Gothic"/>
                <a:ea typeface="Yu Gothic"/>
                <a:cs typeface="Yu Gothic"/>
              </a:defRPr>
            </a:lvl2pPr>
            <a:lvl3pPr algn="l">
              <a:buNone/>
              <a:defRPr sz="1425" b="0">
                <a:solidFill>
                  <a:srgbClr val="5D6C78"/>
                </a:solidFill>
                <a:latin typeface="Yu Gothic"/>
                <a:ea typeface="Yu Gothic"/>
                <a:cs typeface="Yu Gothic"/>
              </a:defRPr>
            </a:lvl3pPr>
            <a:lvl4pPr algn="l">
              <a:buNone/>
              <a:defRPr sz="1425" b="0">
                <a:solidFill>
                  <a:srgbClr val="5D6C78"/>
                </a:solidFill>
                <a:latin typeface="Yu Gothic"/>
                <a:ea typeface="Yu Gothic"/>
                <a:cs typeface="Yu Gothic"/>
              </a:defRPr>
            </a:lvl4pPr>
            <a:lvl5pPr algn="l">
              <a:buNone/>
              <a:defRPr sz="1425" b="0">
                <a:solidFill>
                  <a:srgbClr val="5D6C78"/>
                </a:solidFill>
                <a:latin typeface="Yu Gothic"/>
                <a:ea typeface="Yu Gothic"/>
                <a:cs typeface="Yu Gothic"/>
              </a:defRPr>
            </a:lvl5pPr>
            <a:lvl6pPr algn="l">
              <a:buNone/>
              <a:defRPr sz="1425" b="0">
                <a:solidFill>
                  <a:srgbClr val="5D6C78"/>
                </a:solidFill>
                <a:latin typeface="Yu Gothic"/>
                <a:ea typeface="Yu Gothic"/>
                <a:cs typeface="Yu Gothic"/>
              </a:defRPr>
            </a:lvl6pPr>
            <a:lvl7pPr algn="l">
              <a:buNone/>
              <a:defRPr sz="1425" b="0">
                <a:solidFill>
                  <a:srgbClr val="5D6C78"/>
                </a:solidFill>
                <a:latin typeface="Yu Gothic"/>
                <a:ea typeface="Yu Gothic"/>
                <a:cs typeface="Yu Gothic"/>
              </a:defRPr>
            </a:lvl7pPr>
            <a:lvl8pPr algn="l">
              <a:buNone/>
              <a:defRPr sz="1425" b="0">
                <a:solidFill>
                  <a:srgbClr val="5D6C78"/>
                </a:solidFill>
                <a:latin typeface="Yu Gothic"/>
                <a:ea typeface="Yu Gothic"/>
                <a:cs typeface="Yu Gothic"/>
              </a:defRPr>
            </a:lvl8pPr>
            <a:lvl9pPr algn="l">
              <a:buNone/>
              <a:defRPr sz="1425" b="0">
                <a:solidFill>
                  <a:srgbClr val="5D6C78"/>
                </a:solidFill>
                <a:latin typeface="Yu Gothic"/>
                <a:ea typeface="Yu Gothic"/>
                <a:cs typeface="Yu Gothic"/>
              </a:defRPr>
            </a:lvl9pPr>
          </a:lstStyle>
          <a:p>
            <a:pPr algn="l">
              <a:buNone/>
              <a:defRPr sz="1425" b="0">
                <a:solidFill>
                  <a:srgbClr val="5D6C78"/>
                </a:solidFill>
                <a:latin typeface="Yu Gothic"/>
                <a:ea typeface="Yu Gothic"/>
                <a:cs typeface="Yu Gothic"/>
              </a:defRPr>
            </a:pPr>
            <a:r>
              <a:rPr lang="ja-JP" altLang="en-US" sz="1425" b="0">
                <a:solidFill>
                  <a:srgbClr val="5D6C78"/>
                </a:solidFill>
                <a:latin typeface="Yu Gothic"/>
                <a:ea typeface="Yu Gothic"/>
                <a:cs typeface="Yu Gothic"/>
              </a:rPr>
              <a:t>木材及び木質材料学　新第</a:t>
            </a:r>
            <a:r>
              <a:rPr lang="en-US" altLang="ja-JP" sz="1425" b="0">
                <a:solidFill>
                  <a:srgbClr val="5D6C78"/>
                </a:solidFill>
                <a:latin typeface="Yu Gothic"/>
                <a:ea typeface="Yu Gothic"/>
                <a:cs typeface="Yu Gothic"/>
              </a:rPr>
              <a:t>14</a:t>
            </a:r>
            <a:r>
              <a:rPr lang="ja-JP" altLang="en-US" sz="1425" b="0">
                <a:solidFill>
                  <a:srgbClr val="5D6C78"/>
                </a:solidFill>
                <a:latin typeface="Yu Gothic"/>
                <a:ea typeface="Yu Gothic"/>
                <a:cs typeface="Yu Gothic"/>
              </a:rPr>
              <a:t>回　構造・燃焼</a:t>
            </a:r>
            <a:endParaRPr sz="1425" b="0">
              <a:solidFill>
                <a:srgbClr val="5D6C78"/>
              </a:solidFill>
              <a:latin typeface="Yu Gothic"/>
              <a:ea typeface="Yu Gothic"/>
              <a:cs typeface="Yu Gothic"/>
            </a:endParaRPr>
          </a:p>
        </p:txBody>
      </p:sp>
      <p:sp>
        <p:nvSpPr>
          <p:cNvPr id="4" name="正方形/長方形 3">
            <a:extLst>
              <a:ext uri="{FF2B5EF4-FFF2-40B4-BE49-F238E27FC236}">
                <a16:creationId xmlns:a16="http://schemas.microsoft.com/office/drawing/2014/main" id="{2ED44EE5-9CCC-4DAD-8401-D4C3AD51D526}"/>
              </a:ext>
            </a:extLst>
          </p:cNvPr>
          <p:cNvSpPr>
            <a:spLocks noGrp="1"/>
          </p:cNvSpPr>
          <p:nvPr/>
        </p:nvSpPr>
        <p:spPr>
          <a:xfrm>
            <a:off x="10858500" y="6419850"/>
            <a:ext cx="647700" cy="238125"/>
          </a:xfrm>
          <a:prstGeom prst="rect">
            <a:avLst/>
          </a:prstGeom>
          <a:noFill/>
          <a:ln w="0">
            <a:noFill/>
          </a:ln>
        </p:spPr>
        <p:txBody>
          <a:bodyPr lIns="0" tIns="0" rIns="0" bIns="0" anchor="ctr">
            <a:noAutofit/>
          </a:bodyPr>
          <a:lstStyle>
            <a:defPPr algn="r">
              <a:defRPr sz="1425" b="0">
                <a:solidFill>
                  <a:srgbClr val="5D6C78"/>
                </a:solidFill>
                <a:latin typeface="Yu Gothic"/>
                <a:ea typeface="Yu Gothic"/>
                <a:cs typeface="Yu Gothic"/>
              </a:defRPr>
            </a:defPPr>
            <a:lvl1pPr algn="r">
              <a:buNone/>
              <a:defRPr sz="1425" b="0">
                <a:solidFill>
                  <a:srgbClr val="5D6C78"/>
                </a:solidFill>
                <a:latin typeface="Yu Gothic"/>
                <a:ea typeface="Yu Gothic"/>
                <a:cs typeface="Yu Gothic"/>
              </a:defRPr>
            </a:lvl1pPr>
            <a:lvl2pPr algn="r">
              <a:buNone/>
              <a:defRPr sz="1425" b="0">
                <a:solidFill>
                  <a:srgbClr val="5D6C78"/>
                </a:solidFill>
                <a:latin typeface="Yu Gothic"/>
                <a:ea typeface="Yu Gothic"/>
                <a:cs typeface="Yu Gothic"/>
              </a:defRPr>
            </a:lvl2pPr>
            <a:lvl3pPr algn="r">
              <a:buNone/>
              <a:defRPr sz="1425" b="0">
                <a:solidFill>
                  <a:srgbClr val="5D6C78"/>
                </a:solidFill>
                <a:latin typeface="Yu Gothic"/>
                <a:ea typeface="Yu Gothic"/>
                <a:cs typeface="Yu Gothic"/>
              </a:defRPr>
            </a:lvl3pPr>
            <a:lvl4pPr algn="r">
              <a:buNone/>
              <a:defRPr sz="1425" b="0">
                <a:solidFill>
                  <a:srgbClr val="5D6C78"/>
                </a:solidFill>
                <a:latin typeface="Yu Gothic"/>
                <a:ea typeface="Yu Gothic"/>
                <a:cs typeface="Yu Gothic"/>
              </a:defRPr>
            </a:lvl4pPr>
            <a:lvl5pPr algn="r">
              <a:buNone/>
              <a:defRPr sz="1425" b="0">
                <a:solidFill>
                  <a:srgbClr val="5D6C78"/>
                </a:solidFill>
                <a:latin typeface="Yu Gothic"/>
                <a:ea typeface="Yu Gothic"/>
                <a:cs typeface="Yu Gothic"/>
              </a:defRPr>
            </a:lvl5pPr>
            <a:lvl6pPr algn="r">
              <a:buNone/>
              <a:defRPr sz="1425" b="0">
                <a:solidFill>
                  <a:srgbClr val="5D6C78"/>
                </a:solidFill>
                <a:latin typeface="Yu Gothic"/>
                <a:ea typeface="Yu Gothic"/>
                <a:cs typeface="Yu Gothic"/>
              </a:defRPr>
            </a:lvl6pPr>
            <a:lvl7pPr algn="r">
              <a:buNone/>
              <a:defRPr sz="1425" b="0">
                <a:solidFill>
                  <a:srgbClr val="5D6C78"/>
                </a:solidFill>
                <a:latin typeface="Yu Gothic"/>
                <a:ea typeface="Yu Gothic"/>
                <a:cs typeface="Yu Gothic"/>
              </a:defRPr>
            </a:lvl7pPr>
            <a:lvl8pPr algn="r">
              <a:buNone/>
              <a:defRPr sz="1425" b="0">
                <a:solidFill>
                  <a:srgbClr val="5D6C78"/>
                </a:solidFill>
                <a:latin typeface="Yu Gothic"/>
                <a:ea typeface="Yu Gothic"/>
                <a:cs typeface="Yu Gothic"/>
              </a:defRPr>
            </a:lvl8pPr>
            <a:lvl9pPr algn="r">
              <a:buNone/>
              <a:defRPr sz="1425" b="0">
                <a:solidFill>
                  <a:srgbClr val="5D6C78"/>
                </a:solidFill>
                <a:latin typeface="Yu Gothic"/>
                <a:ea typeface="Yu Gothic"/>
                <a:cs typeface="Yu Gothic"/>
              </a:defRPr>
            </a:lvl9pPr>
          </a:lstStyle>
          <a:p>
            <a:pPr algn="r">
              <a:buNone/>
              <a:defRPr sz="1425" b="0">
                <a:solidFill>
                  <a:srgbClr val="5D6C78"/>
                </a:solidFill>
                <a:latin typeface="Yu Gothic"/>
                <a:ea typeface="Yu Gothic"/>
                <a:cs typeface="Yu Gothic"/>
              </a:defRPr>
            </a:pPr>
            <a:r>
              <a:rPr lang="en-US" altLang="ja-JP" sz="1425" b="0">
                <a:solidFill>
                  <a:srgbClr val="5D6C78"/>
                </a:solidFill>
                <a:latin typeface="Yu Gothic"/>
                <a:ea typeface="Yu Gothic"/>
                <a:cs typeface="Yu Gothic"/>
              </a:rPr>
              <a:t>11</a:t>
            </a:r>
            <a:endParaRPr sz="1425" b="0">
              <a:solidFill>
                <a:srgbClr val="5D6C78"/>
              </a:solidFill>
              <a:latin typeface="Yu Gothic"/>
              <a:ea typeface="Yu Gothic"/>
              <a:cs typeface="Yu Gothic"/>
            </a:endParaRPr>
          </a:p>
        </p:txBody>
      </p:sp>
      <p:sp>
        <p:nvSpPr>
          <p:cNvPr id="5" name="正方形/長方形 4">
            <a:extLst>
              <a:ext uri="{FF2B5EF4-FFF2-40B4-BE49-F238E27FC236}">
                <a16:creationId xmlns:a16="http://schemas.microsoft.com/office/drawing/2014/main" id="{9F6E8FD4-4656-4D04-BAEB-7C2AEDF7E95E}"/>
              </a:ext>
            </a:extLst>
          </p:cNvPr>
          <p:cNvSpPr>
            <a:spLocks noGrp="1"/>
          </p:cNvSpPr>
          <p:nvPr/>
        </p:nvSpPr>
        <p:spPr>
          <a:xfrm>
            <a:off x="1000125" y="2095500"/>
            <a:ext cx="5095875" cy="476250"/>
          </a:xfrm>
          <a:prstGeom prst="rect">
            <a:avLst/>
          </a:prstGeom>
          <a:solidFill>
            <a:srgbClr val="F5EFE4"/>
          </a:solidFill>
          <a:ln w="14288">
            <a:solidFill>
              <a:srgbClr val="C8D3DD"/>
            </a:solidFill>
          </a:ln>
        </p:spPr>
      </p:sp>
      <p:cxnSp>
        <p:nvCxnSpPr>
          <p:cNvPr id="6" name="直線矢印コネクタ 5">
            <a:extLst>
              <a:ext uri="{FF2B5EF4-FFF2-40B4-BE49-F238E27FC236}">
                <a16:creationId xmlns:a16="http://schemas.microsoft.com/office/drawing/2014/main" id="{1B6BA3A9-855D-47AD-A902-AE72C0B5FBD1}"/>
              </a:ext>
            </a:extLst>
          </p:cNvPr>
          <p:cNvCxnSpPr/>
          <p:nvPr/>
        </p:nvCxnSpPr>
        <p:spPr>
          <a:xfrm>
            <a:off x="1190625" y="2171700"/>
            <a:ext cx="4714875" cy="0"/>
          </a:xfrm>
          <a:prstGeom prst="straightConnector1">
            <a:avLst/>
          </a:prstGeom>
          <a:ln w="17145">
            <a:solidFill>
              <a:srgbClr val="B55D09"/>
            </a:solidFill>
          </a:ln>
        </p:spPr>
      </p:cxnSp>
      <p:cxnSp>
        <p:nvCxnSpPr>
          <p:cNvPr id="7" name="直線矢印コネクタ 6">
            <a:extLst>
              <a:ext uri="{FF2B5EF4-FFF2-40B4-BE49-F238E27FC236}">
                <a16:creationId xmlns:a16="http://schemas.microsoft.com/office/drawing/2014/main" id="{63B6AD93-B451-4F96-B9F1-175286DDEFFE}"/>
              </a:ext>
            </a:extLst>
          </p:cNvPr>
          <p:cNvCxnSpPr/>
          <p:nvPr/>
        </p:nvCxnSpPr>
        <p:spPr>
          <a:xfrm>
            <a:off x="1190625" y="2257425"/>
            <a:ext cx="4714875" cy="0"/>
          </a:xfrm>
          <a:prstGeom prst="straightConnector1">
            <a:avLst/>
          </a:prstGeom>
          <a:ln w="17145">
            <a:solidFill>
              <a:srgbClr val="B55D09"/>
            </a:solidFill>
          </a:ln>
        </p:spPr>
      </p:cxnSp>
      <p:cxnSp>
        <p:nvCxnSpPr>
          <p:cNvPr id="8" name="直線矢印コネクタ 7">
            <a:extLst>
              <a:ext uri="{FF2B5EF4-FFF2-40B4-BE49-F238E27FC236}">
                <a16:creationId xmlns:a16="http://schemas.microsoft.com/office/drawing/2014/main" id="{E2174D6B-1FBD-4B7F-8537-02DB15F777C4}"/>
              </a:ext>
            </a:extLst>
          </p:cNvPr>
          <p:cNvCxnSpPr/>
          <p:nvPr/>
        </p:nvCxnSpPr>
        <p:spPr>
          <a:xfrm>
            <a:off x="1190625" y="2343150"/>
            <a:ext cx="4714875" cy="0"/>
          </a:xfrm>
          <a:prstGeom prst="straightConnector1">
            <a:avLst/>
          </a:prstGeom>
          <a:ln w="17145">
            <a:solidFill>
              <a:srgbClr val="B55D09"/>
            </a:solidFill>
          </a:ln>
        </p:spPr>
      </p:cxnSp>
      <p:sp>
        <p:nvSpPr>
          <p:cNvPr id="9" name="正方形/長方形 8">
            <a:extLst>
              <a:ext uri="{FF2B5EF4-FFF2-40B4-BE49-F238E27FC236}">
                <a16:creationId xmlns:a16="http://schemas.microsoft.com/office/drawing/2014/main" id="{86A37DCA-B040-46AF-A6FB-6787AA2E14F4}"/>
              </a:ext>
            </a:extLst>
          </p:cNvPr>
          <p:cNvSpPr>
            <a:spLocks noGrp="1"/>
          </p:cNvSpPr>
          <p:nvPr/>
        </p:nvSpPr>
        <p:spPr>
          <a:xfrm>
            <a:off x="1000125" y="2600325"/>
            <a:ext cx="5095875" cy="476250"/>
          </a:xfrm>
          <a:prstGeom prst="rect">
            <a:avLst/>
          </a:prstGeom>
          <a:solidFill>
            <a:srgbClr val="E7F0F6"/>
          </a:solidFill>
          <a:ln w="14288">
            <a:solidFill>
              <a:srgbClr val="C8D3DD"/>
            </a:solidFill>
          </a:ln>
        </p:spPr>
      </p:sp>
      <p:cxnSp>
        <p:nvCxnSpPr>
          <p:cNvPr id="10" name="直線矢印コネクタ 9">
            <a:extLst>
              <a:ext uri="{FF2B5EF4-FFF2-40B4-BE49-F238E27FC236}">
                <a16:creationId xmlns:a16="http://schemas.microsoft.com/office/drawing/2014/main" id="{8D381574-1E60-44DD-B700-08BB975AF460}"/>
              </a:ext>
            </a:extLst>
          </p:cNvPr>
          <p:cNvCxnSpPr/>
          <p:nvPr/>
        </p:nvCxnSpPr>
        <p:spPr>
          <a:xfrm>
            <a:off x="1209675" y="2667000"/>
            <a:ext cx="0" cy="342900"/>
          </a:xfrm>
          <a:prstGeom prst="straightConnector1">
            <a:avLst/>
          </a:prstGeom>
          <a:ln w="19050">
            <a:solidFill>
              <a:srgbClr val="245C98"/>
            </a:solidFill>
          </a:ln>
        </p:spPr>
      </p:cxnSp>
      <p:cxnSp>
        <p:nvCxnSpPr>
          <p:cNvPr id="11" name="直線矢印コネクタ 10">
            <a:extLst>
              <a:ext uri="{FF2B5EF4-FFF2-40B4-BE49-F238E27FC236}">
                <a16:creationId xmlns:a16="http://schemas.microsoft.com/office/drawing/2014/main" id="{924149BA-5FF7-4412-B494-6F48A114B178}"/>
              </a:ext>
            </a:extLst>
          </p:cNvPr>
          <p:cNvCxnSpPr/>
          <p:nvPr/>
        </p:nvCxnSpPr>
        <p:spPr>
          <a:xfrm>
            <a:off x="1602581" y="2667000"/>
            <a:ext cx="0" cy="342900"/>
          </a:xfrm>
          <a:prstGeom prst="straightConnector1">
            <a:avLst/>
          </a:prstGeom>
          <a:ln w="19050">
            <a:solidFill>
              <a:srgbClr val="245C98"/>
            </a:solidFill>
          </a:ln>
        </p:spPr>
      </p:cxnSp>
      <p:cxnSp>
        <p:nvCxnSpPr>
          <p:cNvPr id="12" name="直線矢印コネクタ 11">
            <a:extLst>
              <a:ext uri="{FF2B5EF4-FFF2-40B4-BE49-F238E27FC236}">
                <a16:creationId xmlns:a16="http://schemas.microsoft.com/office/drawing/2014/main" id="{8DAEA497-E232-41B5-8EC6-D9D086FE3AB2}"/>
              </a:ext>
            </a:extLst>
          </p:cNvPr>
          <p:cNvCxnSpPr/>
          <p:nvPr/>
        </p:nvCxnSpPr>
        <p:spPr>
          <a:xfrm>
            <a:off x="1995488" y="2667000"/>
            <a:ext cx="0" cy="342900"/>
          </a:xfrm>
          <a:prstGeom prst="straightConnector1">
            <a:avLst/>
          </a:prstGeom>
          <a:ln w="19050">
            <a:solidFill>
              <a:srgbClr val="245C98"/>
            </a:solidFill>
          </a:ln>
        </p:spPr>
      </p:cxnSp>
      <p:cxnSp>
        <p:nvCxnSpPr>
          <p:cNvPr id="13" name="直線矢印コネクタ 12">
            <a:extLst>
              <a:ext uri="{FF2B5EF4-FFF2-40B4-BE49-F238E27FC236}">
                <a16:creationId xmlns:a16="http://schemas.microsoft.com/office/drawing/2014/main" id="{B0507C8A-D800-4DB5-B7C3-10FC93AED325}"/>
              </a:ext>
            </a:extLst>
          </p:cNvPr>
          <p:cNvCxnSpPr/>
          <p:nvPr/>
        </p:nvCxnSpPr>
        <p:spPr>
          <a:xfrm>
            <a:off x="2388394" y="2667000"/>
            <a:ext cx="0" cy="342900"/>
          </a:xfrm>
          <a:prstGeom prst="straightConnector1">
            <a:avLst/>
          </a:prstGeom>
          <a:ln w="19050">
            <a:solidFill>
              <a:srgbClr val="245C98"/>
            </a:solidFill>
          </a:ln>
        </p:spPr>
      </p:cxnSp>
      <p:cxnSp>
        <p:nvCxnSpPr>
          <p:cNvPr id="14" name="直線矢印コネクタ 13">
            <a:extLst>
              <a:ext uri="{FF2B5EF4-FFF2-40B4-BE49-F238E27FC236}">
                <a16:creationId xmlns:a16="http://schemas.microsoft.com/office/drawing/2014/main" id="{0147A07F-C8D5-4D83-8F22-ED70725900A6}"/>
              </a:ext>
            </a:extLst>
          </p:cNvPr>
          <p:cNvCxnSpPr/>
          <p:nvPr/>
        </p:nvCxnSpPr>
        <p:spPr>
          <a:xfrm>
            <a:off x="2781300" y="2667000"/>
            <a:ext cx="0" cy="342900"/>
          </a:xfrm>
          <a:prstGeom prst="straightConnector1">
            <a:avLst/>
          </a:prstGeom>
          <a:ln w="19050">
            <a:solidFill>
              <a:srgbClr val="245C98"/>
            </a:solidFill>
          </a:ln>
        </p:spPr>
      </p:cxnSp>
      <p:cxnSp>
        <p:nvCxnSpPr>
          <p:cNvPr id="15" name="直線矢印コネクタ 14">
            <a:extLst>
              <a:ext uri="{FF2B5EF4-FFF2-40B4-BE49-F238E27FC236}">
                <a16:creationId xmlns:a16="http://schemas.microsoft.com/office/drawing/2014/main" id="{347F3767-21A9-467C-9DE9-4C05139B906F}"/>
              </a:ext>
            </a:extLst>
          </p:cNvPr>
          <p:cNvCxnSpPr/>
          <p:nvPr/>
        </p:nvCxnSpPr>
        <p:spPr>
          <a:xfrm>
            <a:off x="3174206" y="2667000"/>
            <a:ext cx="0" cy="342900"/>
          </a:xfrm>
          <a:prstGeom prst="straightConnector1">
            <a:avLst/>
          </a:prstGeom>
          <a:ln w="19050">
            <a:solidFill>
              <a:srgbClr val="245C98"/>
            </a:solidFill>
          </a:ln>
        </p:spPr>
      </p:cxnSp>
      <p:cxnSp>
        <p:nvCxnSpPr>
          <p:cNvPr id="16" name="直線矢印コネクタ 15">
            <a:extLst>
              <a:ext uri="{FF2B5EF4-FFF2-40B4-BE49-F238E27FC236}">
                <a16:creationId xmlns:a16="http://schemas.microsoft.com/office/drawing/2014/main" id="{F4FEFF0D-02DF-4A61-BC2F-1A6F2E57B400}"/>
              </a:ext>
            </a:extLst>
          </p:cNvPr>
          <p:cNvCxnSpPr/>
          <p:nvPr/>
        </p:nvCxnSpPr>
        <p:spPr>
          <a:xfrm>
            <a:off x="3567113" y="2667000"/>
            <a:ext cx="0" cy="342900"/>
          </a:xfrm>
          <a:prstGeom prst="straightConnector1">
            <a:avLst/>
          </a:prstGeom>
          <a:ln w="19050">
            <a:solidFill>
              <a:srgbClr val="245C98"/>
            </a:solidFill>
          </a:ln>
        </p:spPr>
      </p:cxnSp>
      <p:cxnSp>
        <p:nvCxnSpPr>
          <p:cNvPr id="17" name="直線矢印コネクタ 16">
            <a:extLst>
              <a:ext uri="{FF2B5EF4-FFF2-40B4-BE49-F238E27FC236}">
                <a16:creationId xmlns:a16="http://schemas.microsoft.com/office/drawing/2014/main" id="{94FEC91B-FF5F-4A2C-BA80-338CBFD045E3}"/>
              </a:ext>
            </a:extLst>
          </p:cNvPr>
          <p:cNvCxnSpPr/>
          <p:nvPr/>
        </p:nvCxnSpPr>
        <p:spPr>
          <a:xfrm>
            <a:off x="3960019" y="2667000"/>
            <a:ext cx="0" cy="342900"/>
          </a:xfrm>
          <a:prstGeom prst="straightConnector1">
            <a:avLst/>
          </a:prstGeom>
          <a:ln w="19050">
            <a:solidFill>
              <a:srgbClr val="245C98"/>
            </a:solidFill>
          </a:ln>
        </p:spPr>
      </p:cxnSp>
      <p:cxnSp>
        <p:nvCxnSpPr>
          <p:cNvPr id="18" name="直線矢印コネクタ 17">
            <a:extLst>
              <a:ext uri="{FF2B5EF4-FFF2-40B4-BE49-F238E27FC236}">
                <a16:creationId xmlns:a16="http://schemas.microsoft.com/office/drawing/2014/main" id="{9A63E78B-E9B0-464F-AA7C-2B5402E19CCB}"/>
              </a:ext>
            </a:extLst>
          </p:cNvPr>
          <p:cNvCxnSpPr/>
          <p:nvPr/>
        </p:nvCxnSpPr>
        <p:spPr>
          <a:xfrm>
            <a:off x="4352925" y="2667000"/>
            <a:ext cx="0" cy="342900"/>
          </a:xfrm>
          <a:prstGeom prst="straightConnector1">
            <a:avLst/>
          </a:prstGeom>
          <a:ln w="19050">
            <a:solidFill>
              <a:srgbClr val="245C98"/>
            </a:solidFill>
          </a:ln>
        </p:spPr>
      </p:cxnSp>
      <p:cxnSp>
        <p:nvCxnSpPr>
          <p:cNvPr id="19" name="直線矢印コネクタ 18">
            <a:extLst>
              <a:ext uri="{FF2B5EF4-FFF2-40B4-BE49-F238E27FC236}">
                <a16:creationId xmlns:a16="http://schemas.microsoft.com/office/drawing/2014/main" id="{83AEBAFD-F6A9-4E22-A887-10B85E3733D0}"/>
              </a:ext>
            </a:extLst>
          </p:cNvPr>
          <p:cNvCxnSpPr/>
          <p:nvPr/>
        </p:nvCxnSpPr>
        <p:spPr>
          <a:xfrm>
            <a:off x="4745831" y="2667000"/>
            <a:ext cx="0" cy="342900"/>
          </a:xfrm>
          <a:prstGeom prst="straightConnector1">
            <a:avLst/>
          </a:prstGeom>
          <a:ln w="19050">
            <a:solidFill>
              <a:srgbClr val="245C98"/>
            </a:solidFill>
          </a:ln>
        </p:spPr>
      </p:cxnSp>
      <p:cxnSp>
        <p:nvCxnSpPr>
          <p:cNvPr id="20" name="直線矢印コネクタ 19">
            <a:extLst>
              <a:ext uri="{FF2B5EF4-FFF2-40B4-BE49-F238E27FC236}">
                <a16:creationId xmlns:a16="http://schemas.microsoft.com/office/drawing/2014/main" id="{F11AEBDE-696B-4AF8-A848-A4F4B396D921}"/>
              </a:ext>
            </a:extLst>
          </p:cNvPr>
          <p:cNvCxnSpPr/>
          <p:nvPr/>
        </p:nvCxnSpPr>
        <p:spPr>
          <a:xfrm>
            <a:off x="5138738" y="2667000"/>
            <a:ext cx="0" cy="342900"/>
          </a:xfrm>
          <a:prstGeom prst="straightConnector1">
            <a:avLst/>
          </a:prstGeom>
          <a:ln w="19050">
            <a:solidFill>
              <a:srgbClr val="245C98"/>
            </a:solidFill>
          </a:ln>
        </p:spPr>
      </p:cxnSp>
      <p:cxnSp>
        <p:nvCxnSpPr>
          <p:cNvPr id="21" name="直線矢印コネクタ 20">
            <a:extLst>
              <a:ext uri="{FF2B5EF4-FFF2-40B4-BE49-F238E27FC236}">
                <a16:creationId xmlns:a16="http://schemas.microsoft.com/office/drawing/2014/main" id="{42796710-EC6B-4017-9B5B-6105DF20647D}"/>
              </a:ext>
            </a:extLst>
          </p:cNvPr>
          <p:cNvCxnSpPr/>
          <p:nvPr/>
        </p:nvCxnSpPr>
        <p:spPr>
          <a:xfrm>
            <a:off x="5531644" y="2667000"/>
            <a:ext cx="0" cy="342900"/>
          </a:xfrm>
          <a:prstGeom prst="straightConnector1">
            <a:avLst/>
          </a:prstGeom>
          <a:ln w="19050">
            <a:solidFill>
              <a:srgbClr val="245C98"/>
            </a:solidFill>
          </a:ln>
        </p:spPr>
      </p:cxnSp>
      <p:sp>
        <p:nvSpPr>
          <p:cNvPr id="22" name="正方形/長方形 21">
            <a:extLst>
              <a:ext uri="{FF2B5EF4-FFF2-40B4-BE49-F238E27FC236}">
                <a16:creationId xmlns:a16="http://schemas.microsoft.com/office/drawing/2014/main" id="{52F2642E-4B98-42B1-9C79-A81289DD61B3}"/>
              </a:ext>
            </a:extLst>
          </p:cNvPr>
          <p:cNvSpPr>
            <a:spLocks noGrp="1"/>
          </p:cNvSpPr>
          <p:nvPr/>
        </p:nvSpPr>
        <p:spPr>
          <a:xfrm>
            <a:off x="1000125" y="3105150"/>
            <a:ext cx="5095875" cy="476250"/>
          </a:xfrm>
          <a:prstGeom prst="rect">
            <a:avLst/>
          </a:prstGeom>
          <a:solidFill>
            <a:srgbClr val="F5EFE4"/>
          </a:solidFill>
          <a:ln w="14288">
            <a:solidFill>
              <a:srgbClr val="C8D3DD"/>
            </a:solidFill>
          </a:ln>
        </p:spPr>
      </p:sp>
      <p:cxnSp>
        <p:nvCxnSpPr>
          <p:cNvPr id="23" name="直線矢印コネクタ 22">
            <a:extLst>
              <a:ext uri="{FF2B5EF4-FFF2-40B4-BE49-F238E27FC236}">
                <a16:creationId xmlns:a16="http://schemas.microsoft.com/office/drawing/2014/main" id="{1DA983B6-417C-487A-AFC9-5F499989C895}"/>
              </a:ext>
            </a:extLst>
          </p:cNvPr>
          <p:cNvCxnSpPr/>
          <p:nvPr/>
        </p:nvCxnSpPr>
        <p:spPr>
          <a:xfrm>
            <a:off x="1190625" y="3181350"/>
            <a:ext cx="4714875" cy="0"/>
          </a:xfrm>
          <a:prstGeom prst="straightConnector1">
            <a:avLst/>
          </a:prstGeom>
          <a:ln w="17145">
            <a:solidFill>
              <a:srgbClr val="B55D09"/>
            </a:solidFill>
          </a:ln>
        </p:spPr>
      </p:cxnSp>
      <p:cxnSp>
        <p:nvCxnSpPr>
          <p:cNvPr id="24" name="直線矢印コネクタ 23">
            <a:extLst>
              <a:ext uri="{FF2B5EF4-FFF2-40B4-BE49-F238E27FC236}">
                <a16:creationId xmlns:a16="http://schemas.microsoft.com/office/drawing/2014/main" id="{532B0944-0A8C-43C4-8C60-824346C9197B}"/>
              </a:ext>
            </a:extLst>
          </p:cNvPr>
          <p:cNvCxnSpPr/>
          <p:nvPr/>
        </p:nvCxnSpPr>
        <p:spPr>
          <a:xfrm>
            <a:off x="1190625" y="3267075"/>
            <a:ext cx="4714875" cy="0"/>
          </a:xfrm>
          <a:prstGeom prst="straightConnector1">
            <a:avLst/>
          </a:prstGeom>
          <a:ln w="17145">
            <a:solidFill>
              <a:srgbClr val="B55D09"/>
            </a:solidFill>
          </a:ln>
        </p:spPr>
      </p:cxnSp>
      <p:cxnSp>
        <p:nvCxnSpPr>
          <p:cNvPr id="25" name="直線矢印コネクタ 24">
            <a:extLst>
              <a:ext uri="{FF2B5EF4-FFF2-40B4-BE49-F238E27FC236}">
                <a16:creationId xmlns:a16="http://schemas.microsoft.com/office/drawing/2014/main" id="{D1A583C3-6129-4323-9BAE-EFAA5FB56266}"/>
              </a:ext>
            </a:extLst>
          </p:cNvPr>
          <p:cNvCxnSpPr/>
          <p:nvPr/>
        </p:nvCxnSpPr>
        <p:spPr>
          <a:xfrm>
            <a:off x="1190625" y="3352800"/>
            <a:ext cx="4714875" cy="0"/>
          </a:xfrm>
          <a:prstGeom prst="straightConnector1">
            <a:avLst/>
          </a:prstGeom>
          <a:ln w="17145">
            <a:solidFill>
              <a:srgbClr val="B55D09"/>
            </a:solidFill>
          </a:ln>
        </p:spPr>
      </p:cxnSp>
      <p:sp>
        <p:nvSpPr>
          <p:cNvPr id="26" name="正方形/長方形 25">
            <a:extLst>
              <a:ext uri="{FF2B5EF4-FFF2-40B4-BE49-F238E27FC236}">
                <a16:creationId xmlns:a16="http://schemas.microsoft.com/office/drawing/2014/main" id="{8BA5F383-F880-4C9F-BEC3-69109228CB16}"/>
              </a:ext>
            </a:extLst>
          </p:cNvPr>
          <p:cNvSpPr>
            <a:spLocks noGrp="1"/>
          </p:cNvSpPr>
          <p:nvPr/>
        </p:nvSpPr>
        <p:spPr>
          <a:xfrm>
            <a:off x="1000125" y="3609975"/>
            <a:ext cx="5095875" cy="476250"/>
          </a:xfrm>
          <a:prstGeom prst="rect">
            <a:avLst/>
          </a:prstGeom>
          <a:solidFill>
            <a:srgbClr val="E7F0F6"/>
          </a:solidFill>
          <a:ln w="14288">
            <a:solidFill>
              <a:srgbClr val="C8D3DD"/>
            </a:solidFill>
          </a:ln>
        </p:spPr>
      </p:sp>
      <p:cxnSp>
        <p:nvCxnSpPr>
          <p:cNvPr id="27" name="直線矢印コネクタ 26">
            <a:extLst>
              <a:ext uri="{FF2B5EF4-FFF2-40B4-BE49-F238E27FC236}">
                <a16:creationId xmlns:a16="http://schemas.microsoft.com/office/drawing/2014/main" id="{6917F72C-0CA0-45C3-88A5-C144161680ED}"/>
              </a:ext>
            </a:extLst>
          </p:cNvPr>
          <p:cNvCxnSpPr/>
          <p:nvPr/>
        </p:nvCxnSpPr>
        <p:spPr>
          <a:xfrm>
            <a:off x="1209675" y="3676650"/>
            <a:ext cx="0" cy="342900"/>
          </a:xfrm>
          <a:prstGeom prst="straightConnector1">
            <a:avLst/>
          </a:prstGeom>
          <a:ln w="19050">
            <a:solidFill>
              <a:srgbClr val="245C98"/>
            </a:solidFill>
          </a:ln>
        </p:spPr>
      </p:cxnSp>
      <p:cxnSp>
        <p:nvCxnSpPr>
          <p:cNvPr id="28" name="直線矢印コネクタ 27">
            <a:extLst>
              <a:ext uri="{FF2B5EF4-FFF2-40B4-BE49-F238E27FC236}">
                <a16:creationId xmlns:a16="http://schemas.microsoft.com/office/drawing/2014/main" id="{4BFC337D-64DE-4674-90C1-7D72ED5DB3A6}"/>
              </a:ext>
            </a:extLst>
          </p:cNvPr>
          <p:cNvCxnSpPr/>
          <p:nvPr/>
        </p:nvCxnSpPr>
        <p:spPr>
          <a:xfrm>
            <a:off x="1602581" y="3676650"/>
            <a:ext cx="0" cy="342900"/>
          </a:xfrm>
          <a:prstGeom prst="straightConnector1">
            <a:avLst/>
          </a:prstGeom>
          <a:ln w="19050">
            <a:solidFill>
              <a:srgbClr val="245C98"/>
            </a:solidFill>
          </a:ln>
        </p:spPr>
      </p:cxnSp>
      <p:cxnSp>
        <p:nvCxnSpPr>
          <p:cNvPr id="29" name="直線矢印コネクタ 28">
            <a:extLst>
              <a:ext uri="{FF2B5EF4-FFF2-40B4-BE49-F238E27FC236}">
                <a16:creationId xmlns:a16="http://schemas.microsoft.com/office/drawing/2014/main" id="{B9BE718D-2EDE-4EAF-A82B-CD3DB7A7243A}"/>
              </a:ext>
            </a:extLst>
          </p:cNvPr>
          <p:cNvCxnSpPr/>
          <p:nvPr/>
        </p:nvCxnSpPr>
        <p:spPr>
          <a:xfrm>
            <a:off x="1995488" y="3676650"/>
            <a:ext cx="0" cy="342900"/>
          </a:xfrm>
          <a:prstGeom prst="straightConnector1">
            <a:avLst/>
          </a:prstGeom>
          <a:ln w="19050">
            <a:solidFill>
              <a:srgbClr val="245C98"/>
            </a:solidFill>
          </a:ln>
        </p:spPr>
      </p:cxnSp>
      <p:cxnSp>
        <p:nvCxnSpPr>
          <p:cNvPr id="30" name="直線矢印コネクタ 29">
            <a:extLst>
              <a:ext uri="{FF2B5EF4-FFF2-40B4-BE49-F238E27FC236}">
                <a16:creationId xmlns:a16="http://schemas.microsoft.com/office/drawing/2014/main" id="{4FA2CA44-7F84-4424-BD2E-A324B543BA6B}"/>
              </a:ext>
            </a:extLst>
          </p:cNvPr>
          <p:cNvCxnSpPr/>
          <p:nvPr/>
        </p:nvCxnSpPr>
        <p:spPr>
          <a:xfrm>
            <a:off x="2388394" y="3676650"/>
            <a:ext cx="0" cy="342900"/>
          </a:xfrm>
          <a:prstGeom prst="straightConnector1">
            <a:avLst/>
          </a:prstGeom>
          <a:ln w="19050">
            <a:solidFill>
              <a:srgbClr val="245C98"/>
            </a:solidFill>
          </a:ln>
        </p:spPr>
      </p:cxnSp>
      <p:cxnSp>
        <p:nvCxnSpPr>
          <p:cNvPr id="31" name="直線矢印コネクタ 30">
            <a:extLst>
              <a:ext uri="{FF2B5EF4-FFF2-40B4-BE49-F238E27FC236}">
                <a16:creationId xmlns:a16="http://schemas.microsoft.com/office/drawing/2014/main" id="{2AE76428-B464-4451-915B-E06F2115F0C6}"/>
              </a:ext>
            </a:extLst>
          </p:cNvPr>
          <p:cNvCxnSpPr/>
          <p:nvPr/>
        </p:nvCxnSpPr>
        <p:spPr>
          <a:xfrm>
            <a:off x="2781300" y="3676650"/>
            <a:ext cx="0" cy="342900"/>
          </a:xfrm>
          <a:prstGeom prst="straightConnector1">
            <a:avLst/>
          </a:prstGeom>
          <a:ln w="19050">
            <a:solidFill>
              <a:srgbClr val="245C98"/>
            </a:solidFill>
          </a:ln>
        </p:spPr>
      </p:cxnSp>
      <p:cxnSp>
        <p:nvCxnSpPr>
          <p:cNvPr id="32" name="直線矢印コネクタ 31">
            <a:extLst>
              <a:ext uri="{FF2B5EF4-FFF2-40B4-BE49-F238E27FC236}">
                <a16:creationId xmlns:a16="http://schemas.microsoft.com/office/drawing/2014/main" id="{EB4652B5-6620-4882-B1E2-D031B0056185}"/>
              </a:ext>
            </a:extLst>
          </p:cNvPr>
          <p:cNvCxnSpPr/>
          <p:nvPr/>
        </p:nvCxnSpPr>
        <p:spPr>
          <a:xfrm>
            <a:off x="3174206" y="3676650"/>
            <a:ext cx="0" cy="342900"/>
          </a:xfrm>
          <a:prstGeom prst="straightConnector1">
            <a:avLst/>
          </a:prstGeom>
          <a:ln w="19050">
            <a:solidFill>
              <a:srgbClr val="245C98"/>
            </a:solidFill>
          </a:ln>
        </p:spPr>
      </p:cxnSp>
      <p:cxnSp>
        <p:nvCxnSpPr>
          <p:cNvPr id="33" name="直線矢印コネクタ 32">
            <a:extLst>
              <a:ext uri="{FF2B5EF4-FFF2-40B4-BE49-F238E27FC236}">
                <a16:creationId xmlns:a16="http://schemas.microsoft.com/office/drawing/2014/main" id="{9C0AF7F1-A158-4C9F-8C1B-85C84E73F1C3}"/>
              </a:ext>
            </a:extLst>
          </p:cNvPr>
          <p:cNvCxnSpPr/>
          <p:nvPr/>
        </p:nvCxnSpPr>
        <p:spPr>
          <a:xfrm>
            <a:off x="3567113" y="3676650"/>
            <a:ext cx="0" cy="342900"/>
          </a:xfrm>
          <a:prstGeom prst="straightConnector1">
            <a:avLst/>
          </a:prstGeom>
          <a:ln w="19050">
            <a:solidFill>
              <a:srgbClr val="245C98"/>
            </a:solidFill>
          </a:ln>
        </p:spPr>
      </p:cxnSp>
      <p:cxnSp>
        <p:nvCxnSpPr>
          <p:cNvPr id="34" name="直線矢印コネクタ 33">
            <a:extLst>
              <a:ext uri="{FF2B5EF4-FFF2-40B4-BE49-F238E27FC236}">
                <a16:creationId xmlns:a16="http://schemas.microsoft.com/office/drawing/2014/main" id="{6FB9EE16-0FE8-4E79-B5BD-6E63A481EF00}"/>
              </a:ext>
            </a:extLst>
          </p:cNvPr>
          <p:cNvCxnSpPr/>
          <p:nvPr/>
        </p:nvCxnSpPr>
        <p:spPr>
          <a:xfrm>
            <a:off x="3960019" y="3676650"/>
            <a:ext cx="0" cy="342900"/>
          </a:xfrm>
          <a:prstGeom prst="straightConnector1">
            <a:avLst/>
          </a:prstGeom>
          <a:ln w="19050">
            <a:solidFill>
              <a:srgbClr val="245C98"/>
            </a:solidFill>
          </a:ln>
        </p:spPr>
      </p:cxnSp>
      <p:cxnSp>
        <p:nvCxnSpPr>
          <p:cNvPr id="35" name="直線矢印コネクタ 34">
            <a:extLst>
              <a:ext uri="{FF2B5EF4-FFF2-40B4-BE49-F238E27FC236}">
                <a16:creationId xmlns:a16="http://schemas.microsoft.com/office/drawing/2014/main" id="{95DDCA55-7792-43E7-8CD3-5FC2CB8349DC}"/>
              </a:ext>
            </a:extLst>
          </p:cNvPr>
          <p:cNvCxnSpPr/>
          <p:nvPr/>
        </p:nvCxnSpPr>
        <p:spPr>
          <a:xfrm>
            <a:off x="4352925" y="3676650"/>
            <a:ext cx="0" cy="342900"/>
          </a:xfrm>
          <a:prstGeom prst="straightConnector1">
            <a:avLst/>
          </a:prstGeom>
          <a:ln w="19050">
            <a:solidFill>
              <a:srgbClr val="245C98"/>
            </a:solidFill>
          </a:ln>
        </p:spPr>
      </p:cxnSp>
      <p:cxnSp>
        <p:nvCxnSpPr>
          <p:cNvPr id="36" name="直線矢印コネクタ 35">
            <a:extLst>
              <a:ext uri="{FF2B5EF4-FFF2-40B4-BE49-F238E27FC236}">
                <a16:creationId xmlns:a16="http://schemas.microsoft.com/office/drawing/2014/main" id="{274087A4-E4E8-45CB-BE7A-090C23275956}"/>
              </a:ext>
            </a:extLst>
          </p:cNvPr>
          <p:cNvCxnSpPr/>
          <p:nvPr/>
        </p:nvCxnSpPr>
        <p:spPr>
          <a:xfrm>
            <a:off x="4745831" y="3676650"/>
            <a:ext cx="0" cy="342900"/>
          </a:xfrm>
          <a:prstGeom prst="straightConnector1">
            <a:avLst/>
          </a:prstGeom>
          <a:ln w="19050">
            <a:solidFill>
              <a:srgbClr val="245C98"/>
            </a:solidFill>
          </a:ln>
        </p:spPr>
      </p:cxnSp>
      <p:cxnSp>
        <p:nvCxnSpPr>
          <p:cNvPr id="37" name="直線矢印コネクタ 36">
            <a:extLst>
              <a:ext uri="{FF2B5EF4-FFF2-40B4-BE49-F238E27FC236}">
                <a16:creationId xmlns:a16="http://schemas.microsoft.com/office/drawing/2014/main" id="{C1B451AA-7150-4DE6-B3DB-B3A22B84F638}"/>
              </a:ext>
            </a:extLst>
          </p:cNvPr>
          <p:cNvCxnSpPr/>
          <p:nvPr/>
        </p:nvCxnSpPr>
        <p:spPr>
          <a:xfrm>
            <a:off x="5138738" y="3676650"/>
            <a:ext cx="0" cy="342900"/>
          </a:xfrm>
          <a:prstGeom prst="straightConnector1">
            <a:avLst/>
          </a:prstGeom>
          <a:ln w="19050">
            <a:solidFill>
              <a:srgbClr val="245C98"/>
            </a:solidFill>
          </a:ln>
        </p:spPr>
      </p:cxnSp>
      <p:cxnSp>
        <p:nvCxnSpPr>
          <p:cNvPr id="38" name="直線矢印コネクタ 37">
            <a:extLst>
              <a:ext uri="{FF2B5EF4-FFF2-40B4-BE49-F238E27FC236}">
                <a16:creationId xmlns:a16="http://schemas.microsoft.com/office/drawing/2014/main" id="{5FA55C56-3001-4E99-B1F5-18BE97E93BC6}"/>
              </a:ext>
            </a:extLst>
          </p:cNvPr>
          <p:cNvCxnSpPr/>
          <p:nvPr/>
        </p:nvCxnSpPr>
        <p:spPr>
          <a:xfrm>
            <a:off x="5531644" y="3676650"/>
            <a:ext cx="0" cy="342900"/>
          </a:xfrm>
          <a:prstGeom prst="straightConnector1">
            <a:avLst/>
          </a:prstGeom>
          <a:ln w="19050">
            <a:solidFill>
              <a:srgbClr val="245C98"/>
            </a:solidFill>
          </a:ln>
        </p:spPr>
      </p:cxnSp>
      <p:sp>
        <p:nvSpPr>
          <p:cNvPr id="39" name="正方形/長方形 38">
            <a:extLst>
              <a:ext uri="{FF2B5EF4-FFF2-40B4-BE49-F238E27FC236}">
                <a16:creationId xmlns:a16="http://schemas.microsoft.com/office/drawing/2014/main" id="{7585A5C1-0B8B-4545-8BC6-0680401F4D2A}"/>
              </a:ext>
            </a:extLst>
          </p:cNvPr>
          <p:cNvSpPr>
            <a:spLocks noGrp="1"/>
          </p:cNvSpPr>
          <p:nvPr/>
        </p:nvSpPr>
        <p:spPr>
          <a:xfrm>
            <a:off x="1000125" y="4114800"/>
            <a:ext cx="5095875" cy="476250"/>
          </a:xfrm>
          <a:prstGeom prst="rect">
            <a:avLst/>
          </a:prstGeom>
          <a:solidFill>
            <a:srgbClr val="F5EFE4"/>
          </a:solidFill>
          <a:ln w="14288">
            <a:solidFill>
              <a:srgbClr val="C8D3DD"/>
            </a:solidFill>
          </a:ln>
        </p:spPr>
      </p:sp>
      <p:cxnSp>
        <p:nvCxnSpPr>
          <p:cNvPr id="40" name="直線矢印コネクタ 39">
            <a:extLst>
              <a:ext uri="{FF2B5EF4-FFF2-40B4-BE49-F238E27FC236}">
                <a16:creationId xmlns:a16="http://schemas.microsoft.com/office/drawing/2014/main" id="{20F31CD5-F727-4632-AF2B-B36632446958}"/>
              </a:ext>
            </a:extLst>
          </p:cNvPr>
          <p:cNvCxnSpPr/>
          <p:nvPr/>
        </p:nvCxnSpPr>
        <p:spPr>
          <a:xfrm>
            <a:off x="1190625" y="4191000"/>
            <a:ext cx="4714875" cy="0"/>
          </a:xfrm>
          <a:prstGeom prst="straightConnector1">
            <a:avLst/>
          </a:prstGeom>
          <a:ln w="17145">
            <a:solidFill>
              <a:srgbClr val="B55D09"/>
            </a:solidFill>
          </a:ln>
        </p:spPr>
      </p:cxnSp>
      <p:cxnSp>
        <p:nvCxnSpPr>
          <p:cNvPr id="41" name="直線矢印コネクタ 40">
            <a:extLst>
              <a:ext uri="{FF2B5EF4-FFF2-40B4-BE49-F238E27FC236}">
                <a16:creationId xmlns:a16="http://schemas.microsoft.com/office/drawing/2014/main" id="{FE6C8F26-5337-41A1-9406-7222378A1F8C}"/>
              </a:ext>
            </a:extLst>
          </p:cNvPr>
          <p:cNvCxnSpPr/>
          <p:nvPr/>
        </p:nvCxnSpPr>
        <p:spPr>
          <a:xfrm>
            <a:off x="1190625" y="4276725"/>
            <a:ext cx="4714875" cy="0"/>
          </a:xfrm>
          <a:prstGeom prst="straightConnector1">
            <a:avLst/>
          </a:prstGeom>
          <a:ln w="17145">
            <a:solidFill>
              <a:srgbClr val="B55D09"/>
            </a:solidFill>
          </a:ln>
        </p:spPr>
      </p:cxnSp>
      <p:cxnSp>
        <p:nvCxnSpPr>
          <p:cNvPr id="42" name="直線矢印コネクタ 41">
            <a:extLst>
              <a:ext uri="{FF2B5EF4-FFF2-40B4-BE49-F238E27FC236}">
                <a16:creationId xmlns:a16="http://schemas.microsoft.com/office/drawing/2014/main" id="{EFA47002-A7F5-4087-B486-B09CECD7162B}"/>
              </a:ext>
            </a:extLst>
          </p:cNvPr>
          <p:cNvCxnSpPr/>
          <p:nvPr/>
        </p:nvCxnSpPr>
        <p:spPr>
          <a:xfrm>
            <a:off x="1190625" y="4362450"/>
            <a:ext cx="4714875" cy="0"/>
          </a:xfrm>
          <a:prstGeom prst="straightConnector1">
            <a:avLst/>
          </a:prstGeom>
          <a:ln w="17145">
            <a:solidFill>
              <a:srgbClr val="B55D09"/>
            </a:solidFill>
          </a:ln>
        </p:spPr>
      </p:cxnSp>
      <p:sp>
        <p:nvSpPr>
          <p:cNvPr id="43" name="正方形/長方形 42">
            <a:extLst>
              <a:ext uri="{FF2B5EF4-FFF2-40B4-BE49-F238E27FC236}">
                <a16:creationId xmlns:a16="http://schemas.microsoft.com/office/drawing/2014/main" id="{E9BA5CAC-16A1-4A2E-A98B-4320F53A095C}"/>
              </a:ext>
            </a:extLst>
          </p:cNvPr>
          <p:cNvSpPr>
            <a:spLocks noGrp="1"/>
          </p:cNvSpPr>
          <p:nvPr/>
        </p:nvSpPr>
        <p:spPr>
          <a:xfrm>
            <a:off x="1000125" y="4752975"/>
            <a:ext cx="5095875" cy="476250"/>
          </a:xfrm>
          <a:prstGeom prst="rect">
            <a:avLst/>
          </a:prstGeom>
          <a:noFill/>
          <a:ln w="0">
            <a:noFill/>
          </a:ln>
        </p:spPr>
        <p:txBody>
          <a:bodyPr lIns="0" tIns="0" rIns="0" bIns="0" anchor="ctr">
            <a:noAutofit/>
          </a:bodyPr>
          <a:lstStyle>
            <a:defPPr algn="ctr">
              <a:defRPr sz="2025" b="1">
                <a:solidFill>
                  <a:srgbClr val="18364F"/>
                </a:solidFill>
                <a:latin typeface="Yu Gothic"/>
                <a:ea typeface="Yu Gothic"/>
                <a:cs typeface="Yu Gothic"/>
              </a:defRPr>
            </a:defPPr>
            <a:lvl1pPr algn="ctr">
              <a:buNone/>
              <a:defRPr sz="2025" b="1">
                <a:solidFill>
                  <a:srgbClr val="18364F"/>
                </a:solidFill>
                <a:latin typeface="Yu Gothic"/>
                <a:ea typeface="Yu Gothic"/>
                <a:cs typeface="Yu Gothic"/>
              </a:defRPr>
            </a:lvl1pPr>
            <a:lvl2pPr algn="ctr">
              <a:buNone/>
              <a:defRPr sz="2025" b="1">
                <a:solidFill>
                  <a:srgbClr val="18364F"/>
                </a:solidFill>
                <a:latin typeface="Yu Gothic"/>
                <a:ea typeface="Yu Gothic"/>
                <a:cs typeface="Yu Gothic"/>
              </a:defRPr>
            </a:lvl2pPr>
            <a:lvl3pPr algn="ctr">
              <a:buNone/>
              <a:defRPr sz="2025" b="1">
                <a:solidFill>
                  <a:srgbClr val="18364F"/>
                </a:solidFill>
                <a:latin typeface="Yu Gothic"/>
                <a:ea typeface="Yu Gothic"/>
                <a:cs typeface="Yu Gothic"/>
              </a:defRPr>
            </a:lvl3pPr>
            <a:lvl4pPr algn="ctr">
              <a:buNone/>
              <a:defRPr sz="2025" b="1">
                <a:solidFill>
                  <a:srgbClr val="18364F"/>
                </a:solidFill>
                <a:latin typeface="Yu Gothic"/>
                <a:ea typeface="Yu Gothic"/>
                <a:cs typeface="Yu Gothic"/>
              </a:defRPr>
            </a:lvl4pPr>
            <a:lvl5pPr algn="ctr">
              <a:buNone/>
              <a:defRPr sz="2025" b="1">
                <a:solidFill>
                  <a:srgbClr val="18364F"/>
                </a:solidFill>
                <a:latin typeface="Yu Gothic"/>
                <a:ea typeface="Yu Gothic"/>
                <a:cs typeface="Yu Gothic"/>
              </a:defRPr>
            </a:lvl5pPr>
            <a:lvl6pPr algn="ctr">
              <a:buNone/>
              <a:defRPr sz="2025" b="1">
                <a:solidFill>
                  <a:srgbClr val="18364F"/>
                </a:solidFill>
                <a:latin typeface="Yu Gothic"/>
                <a:ea typeface="Yu Gothic"/>
                <a:cs typeface="Yu Gothic"/>
              </a:defRPr>
            </a:lvl6pPr>
            <a:lvl7pPr algn="ctr">
              <a:buNone/>
              <a:defRPr sz="2025" b="1">
                <a:solidFill>
                  <a:srgbClr val="18364F"/>
                </a:solidFill>
                <a:latin typeface="Yu Gothic"/>
                <a:ea typeface="Yu Gothic"/>
                <a:cs typeface="Yu Gothic"/>
              </a:defRPr>
            </a:lvl7pPr>
            <a:lvl8pPr algn="ctr">
              <a:buNone/>
              <a:defRPr sz="2025" b="1">
                <a:solidFill>
                  <a:srgbClr val="18364F"/>
                </a:solidFill>
                <a:latin typeface="Yu Gothic"/>
                <a:ea typeface="Yu Gothic"/>
                <a:cs typeface="Yu Gothic"/>
              </a:defRPr>
            </a:lvl8pPr>
            <a:lvl9pPr algn="ctr">
              <a:buNone/>
              <a:defRPr sz="2025" b="1">
                <a:solidFill>
                  <a:srgbClr val="18364F"/>
                </a:solidFill>
                <a:latin typeface="Yu Gothic"/>
                <a:ea typeface="Yu Gothic"/>
                <a:cs typeface="Yu Gothic"/>
              </a:defRPr>
            </a:lvl9pPr>
          </a:lstStyle>
          <a:p>
            <a:pPr algn="ctr">
              <a:buNone/>
              <a:defRPr sz="2025" b="1">
                <a:solidFill>
                  <a:srgbClr val="18364F"/>
                </a:solidFill>
                <a:latin typeface="Yu Gothic"/>
                <a:ea typeface="Yu Gothic"/>
                <a:cs typeface="Yu Gothic"/>
              </a:defRPr>
            </a:pPr>
            <a:r>
              <a:rPr sz="2025" b="1">
                <a:solidFill>
                  <a:srgbClr val="18364F"/>
                </a:solidFill>
                <a:latin typeface="Yu Gothic"/>
                <a:ea typeface="Yu Gothic"/>
                <a:cs typeface="Yu Gothic"/>
              </a:rPr>
              <a:t>CLT</a:t>
            </a:r>
          </a:p>
        </p:txBody>
      </p:sp>
      <p:sp>
        <p:nvSpPr>
          <p:cNvPr id="44" name="正方形/長方形 43">
            <a:extLst>
              <a:ext uri="{FF2B5EF4-FFF2-40B4-BE49-F238E27FC236}">
                <a16:creationId xmlns:a16="http://schemas.microsoft.com/office/drawing/2014/main" id="{521BA77D-8702-4C55-8412-E53597772FC8}"/>
              </a:ext>
            </a:extLst>
          </p:cNvPr>
          <p:cNvSpPr>
            <a:spLocks noGrp="1"/>
          </p:cNvSpPr>
          <p:nvPr/>
        </p:nvSpPr>
        <p:spPr>
          <a:xfrm>
            <a:off x="7191375" y="1933575"/>
            <a:ext cx="4314825" cy="742950"/>
          </a:xfrm>
          <a:prstGeom prst="rect">
            <a:avLst/>
          </a:prstGeom>
          <a:noFill/>
          <a:ln w="0">
            <a:noFill/>
          </a:ln>
        </p:spPr>
        <p:txBody>
          <a:bodyPr lIns="0" tIns="0" rIns="0" bIns="0" anchor="ctr">
            <a:noAutofit/>
          </a:bodyPr>
          <a:lstStyle>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要素：ひき板等</a:t>
            </a:r>
          </a:p>
        </p:txBody>
      </p:sp>
      <p:sp>
        <p:nvSpPr>
          <p:cNvPr id="45" name="正方形/長方形 44">
            <a:extLst>
              <a:ext uri="{FF2B5EF4-FFF2-40B4-BE49-F238E27FC236}">
                <a16:creationId xmlns:a16="http://schemas.microsoft.com/office/drawing/2014/main" id="{94DE5393-5C5D-4CC1-B763-2C2DBD5711A9}"/>
              </a:ext>
            </a:extLst>
          </p:cNvPr>
          <p:cNvSpPr>
            <a:spLocks noGrp="1"/>
          </p:cNvSpPr>
          <p:nvPr/>
        </p:nvSpPr>
        <p:spPr>
          <a:xfrm>
            <a:off x="7191375" y="2809875"/>
            <a:ext cx="4314825" cy="742950"/>
          </a:xfrm>
          <a:prstGeom prst="rect">
            <a:avLst/>
          </a:prstGeom>
          <a:noFill/>
          <a:ln w="0">
            <a:noFill/>
          </a:ln>
        </p:spPr>
        <p:txBody>
          <a:bodyPr lIns="0" tIns="0" rIns="0" bIns="0" anchor="ctr">
            <a:noAutofit/>
          </a:bodyPr>
          <a:lstStyle>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主な配向を色分け</a:t>
            </a:r>
          </a:p>
        </p:txBody>
      </p:sp>
      <p:sp>
        <p:nvSpPr>
          <p:cNvPr id="46" name="正方形/長方形 45">
            <a:extLst>
              <a:ext uri="{FF2B5EF4-FFF2-40B4-BE49-F238E27FC236}">
                <a16:creationId xmlns:a16="http://schemas.microsoft.com/office/drawing/2014/main" id="{04E75756-5889-4487-B839-F641908746A6}"/>
              </a:ext>
            </a:extLst>
          </p:cNvPr>
          <p:cNvSpPr>
            <a:spLocks noGrp="1"/>
          </p:cNvSpPr>
          <p:nvPr/>
        </p:nvSpPr>
        <p:spPr>
          <a:xfrm>
            <a:off x="7191375" y="3686175"/>
            <a:ext cx="4314825" cy="742950"/>
          </a:xfrm>
          <a:prstGeom prst="rect">
            <a:avLst/>
          </a:prstGeom>
          <a:noFill/>
          <a:ln w="0">
            <a:noFill/>
          </a:ln>
        </p:spPr>
        <p:txBody>
          <a:bodyPr lIns="0" tIns="0" rIns="0" bIns="0" anchor="ctr">
            <a:noAutofit/>
          </a:bodyPr>
          <a:lstStyle>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荷重方向と層構成</a:t>
            </a:r>
          </a:p>
        </p:txBody>
      </p:sp>
      <p:sp>
        <p:nvSpPr>
          <p:cNvPr id="47" name="正方形/長方形 46">
            <a:extLst>
              <a:ext uri="{FF2B5EF4-FFF2-40B4-BE49-F238E27FC236}">
                <a16:creationId xmlns:a16="http://schemas.microsoft.com/office/drawing/2014/main" id="{1DA857DD-4CF4-4F59-B269-BE700783B767}"/>
              </a:ext>
            </a:extLst>
          </p:cNvPr>
          <p:cNvSpPr>
            <a:spLocks noGrp="1"/>
          </p:cNvSpPr>
          <p:nvPr/>
        </p:nvSpPr>
        <p:spPr>
          <a:xfrm>
            <a:off x="7191375" y="4562475"/>
            <a:ext cx="4314825" cy="742950"/>
          </a:xfrm>
          <a:prstGeom prst="rect">
            <a:avLst/>
          </a:prstGeom>
          <a:noFill/>
          <a:ln w="0">
            <a:noFill/>
          </a:ln>
        </p:spPr>
        <p:txBody>
          <a:bodyPr lIns="0" tIns="0" rIns="0" bIns="0" anchor="ctr">
            <a:noAutofit/>
          </a:bodyPr>
          <a:lstStyle>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厚さだけで性能は決まらない</a:t>
            </a:r>
          </a:p>
        </p:txBody>
      </p:sp>
    </p:spTree>
    <p:extLst>
      <p:ext uri="{BB962C8B-B14F-4D97-AF65-F5344CB8AC3E}">
        <p14:creationId xmlns:p14="http://schemas.microsoft.com/office/powerpoint/2010/main" val="166083146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 name="正方形/長方形 28">
            <a:extLst>
              <a:ext uri="{FF2B5EF4-FFF2-40B4-BE49-F238E27FC236}">
                <a16:creationId xmlns:a16="http://schemas.microsoft.com/office/drawing/2014/main" id="{BD2304E8-C222-4CA0-9B46-B665B9B81F40}"/>
              </a:ext>
            </a:extLst>
          </p:cNvPr>
          <p:cNvSpPr>
            <a:spLocks noGrp="1"/>
          </p:cNvSpPr>
          <p:nvPr/>
        </p:nvSpPr>
        <p:spPr>
          <a:xfrm>
            <a:off x="685800" y="342900"/>
            <a:ext cx="10820400" cy="666750"/>
          </a:xfrm>
          <a:prstGeom prst="rect">
            <a:avLst/>
          </a:prstGeom>
          <a:noFill/>
          <a:ln w="0">
            <a:noFill/>
          </a:ln>
        </p:spPr>
        <p:txBody>
          <a:bodyPr lIns="0" tIns="0" rIns="0" bIns="0" anchor="ctr">
            <a:noAutofit/>
          </a:bodyPr>
          <a:lstStyle>
            <a:defPPr>
              <a:defRPr sz="3000" b="1">
                <a:solidFill>
                  <a:srgbClr val="18364F"/>
                </a:solidFill>
                <a:latin typeface="Yu Gothic"/>
                <a:ea typeface="Yu Gothic"/>
                <a:cs typeface="Yu Gothic"/>
              </a:defRPr>
            </a:defPPr>
            <a:lvl1pPr>
              <a:buNone/>
              <a:defRPr sz="3000" b="1">
                <a:solidFill>
                  <a:srgbClr val="18364F"/>
                </a:solidFill>
                <a:latin typeface="Yu Gothic"/>
                <a:ea typeface="Yu Gothic"/>
                <a:cs typeface="Yu Gothic"/>
              </a:defRPr>
            </a:lvl1pPr>
            <a:lvl2pPr>
              <a:buNone/>
              <a:defRPr sz="3000" b="1">
                <a:solidFill>
                  <a:srgbClr val="18364F"/>
                </a:solidFill>
                <a:latin typeface="Yu Gothic"/>
                <a:ea typeface="Yu Gothic"/>
                <a:cs typeface="Yu Gothic"/>
              </a:defRPr>
            </a:lvl2pPr>
            <a:lvl3pPr>
              <a:buNone/>
              <a:defRPr sz="3000" b="1">
                <a:solidFill>
                  <a:srgbClr val="18364F"/>
                </a:solidFill>
                <a:latin typeface="Yu Gothic"/>
                <a:ea typeface="Yu Gothic"/>
                <a:cs typeface="Yu Gothic"/>
              </a:defRPr>
            </a:lvl3pPr>
            <a:lvl4pPr>
              <a:buNone/>
              <a:defRPr sz="3000" b="1">
                <a:solidFill>
                  <a:srgbClr val="18364F"/>
                </a:solidFill>
                <a:latin typeface="Yu Gothic"/>
                <a:ea typeface="Yu Gothic"/>
                <a:cs typeface="Yu Gothic"/>
              </a:defRPr>
            </a:lvl4pPr>
            <a:lvl5pPr>
              <a:buNone/>
              <a:defRPr sz="3000" b="1">
                <a:solidFill>
                  <a:srgbClr val="18364F"/>
                </a:solidFill>
                <a:latin typeface="Yu Gothic"/>
                <a:ea typeface="Yu Gothic"/>
                <a:cs typeface="Yu Gothic"/>
              </a:defRPr>
            </a:lvl5pPr>
            <a:lvl6pPr>
              <a:buNone/>
              <a:defRPr sz="3000" b="1">
                <a:solidFill>
                  <a:srgbClr val="18364F"/>
                </a:solidFill>
                <a:latin typeface="Yu Gothic"/>
                <a:ea typeface="Yu Gothic"/>
                <a:cs typeface="Yu Gothic"/>
              </a:defRPr>
            </a:lvl6pPr>
            <a:lvl7pPr>
              <a:buNone/>
              <a:defRPr sz="3000" b="1">
                <a:solidFill>
                  <a:srgbClr val="18364F"/>
                </a:solidFill>
                <a:latin typeface="Yu Gothic"/>
                <a:ea typeface="Yu Gothic"/>
                <a:cs typeface="Yu Gothic"/>
              </a:defRPr>
            </a:lvl7pPr>
            <a:lvl8pPr>
              <a:buNone/>
              <a:defRPr sz="3000" b="1">
                <a:solidFill>
                  <a:srgbClr val="18364F"/>
                </a:solidFill>
                <a:latin typeface="Yu Gothic"/>
                <a:ea typeface="Yu Gothic"/>
                <a:cs typeface="Yu Gothic"/>
              </a:defRPr>
            </a:lvl8pPr>
            <a:lvl9pPr>
              <a:buNone/>
              <a:defRPr sz="3000" b="1">
                <a:solidFill>
                  <a:srgbClr val="18364F"/>
                </a:solidFill>
                <a:latin typeface="Yu Gothic"/>
                <a:ea typeface="Yu Gothic"/>
                <a:cs typeface="Yu Gothic"/>
              </a:defRPr>
            </a:lvl9pPr>
          </a:lstStyle>
          <a:p>
            <a:pPr>
              <a:buNone/>
              <a:defRPr sz="3000" b="1">
                <a:solidFill>
                  <a:srgbClr val="18364F"/>
                </a:solidFill>
                <a:latin typeface="Yu Gothic"/>
                <a:ea typeface="Yu Gothic"/>
                <a:cs typeface="Yu Gothic"/>
              </a:defRPr>
            </a:pPr>
            <a:r>
              <a:rPr sz="3000" b="1">
                <a:solidFill>
                  <a:srgbClr val="18364F"/>
                </a:solidFill>
                <a:latin typeface="Yu Gothic"/>
                <a:ea typeface="Yu Gothic"/>
                <a:cs typeface="Yu Gothic"/>
              </a:rPr>
              <a:t>CLT：床・壁で力の受け方が変わる</a:t>
            </a:r>
          </a:p>
        </p:txBody>
      </p:sp>
      <p:sp>
        <p:nvSpPr>
          <p:cNvPr id="2" name="正方形/長方形 1">
            <a:extLst>
              <a:ext uri="{FF2B5EF4-FFF2-40B4-BE49-F238E27FC236}">
                <a16:creationId xmlns:a16="http://schemas.microsoft.com/office/drawing/2014/main" id="{517FCE38-DDCF-415C-AB38-272F3B06DCBB}"/>
              </a:ext>
            </a:extLst>
          </p:cNvPr>
          <p:cNvSpPr>
            <a:spLocks noGrp="1"/>
          </p:cNvSpPr>
          <p:nvPr/>
        </p:nvSpPr>
        <p:spPr>
          <a:xfrm>
            <a:off x="685800" y="1181100"/>
            <a:ext cx="10820400" cy="19050"/>
          </a:xfrm>
          <a:prstGeom prst="rect">
            <a:avLst/>
          </a:prstGeom>
          <a:solidFill>
            <a:srgbClr val="18364F"/>
          </a:solidFill>
          <a:ln w="0">
            <a:noFill/>
          </a:ln>
        </p:spPr>
      </p:sp>
      <p:sp>
        <p:nvSpPr>
          <p:cNvPr id="3" name="正方形/長方形 2">
            <a:extLst>
              <a:ext uri="{FF2B5EF4-FFF2-40B4-BE49-F238E27FC236}">
                <a16:creationId xmlns:a16="http://schemas.microsoft.com/office/drawing/2014/main" id="{6C550AAC-8A87-4C76-B6BE-5443BE637775}"/>
              </a:ext>
            </a:extLst>
          </p:cNvPr>
          <p:cNvSpPr>
            <a:spLocks noGrp="1"/>
          </p:cNvSpPr>
          <p:nvPr/>
        </p:nvSpPr>
        <p:spPr>
          <a:xfrm>
            <a:off x="685800" y="6419850"/>
            <a:ext cx="9334500" cy="257175"/>
          </a:xfrm>
          <a:prstGeom prst="rect">
            <a:avLst/>
          </a:prstGeom>
          <a:noFill/>
          <a:ln w="0">
            <a:noFill/>
          </a:ln>
        </p:spPr>
        <p:txBody>
          <a:bodyPr lIns="0" tIns="0" rIns="0" bIns="0" anchor="ctr">
            <a:noAutofit/>
          </a:bodyPr>
          <a:lstStyle>
            <a:defPPr>
              <a:defRPr sz="1425" b="0">
                <a:solidFill>
                  <a:srgbClr val="596875"/>
                </a:solidFill>
                <a:latin typeface="Yu Gothic"/>
                <a:ea typeface="Yu Gothic"/>
                <a:cs typeface="Yu Gothic"/>
              </a:defRPr>
            </a:defPPr>
            <a:lvl1pPr>
              <a:buNone/>
              <a:defRPr sz="1425" b="0">
                <a:solidFill>
                  <a:srgbClr val="596875"/>
                </a:solidFill>
                <a:latin typeface="Yu Gothic"/>
                <a:ea typeface="Yu Gothic"/>
                <a:cs typeface="Yu Gothic"/>
              </a:defRPr>
            </a:lvl1pPr>
            <a:lvl2pPr>
              <a:buNone/>
              <a:defRPr sz="1425" b="0">
                <a:solidFill>
                  <a:srgbClr val="596875"/>
                </a:solidFill>
                <a:latin typeface="Yu Gothic"/>
                <a:ea typeface="Yu Gothic"/>
                <a:cs typeface="Yu Gothic"/>
              </a:defRPr>
            </a:lvl2pPr>
            <a:lvl3pPr>
              <a:buNone/>
              <a:defRPr sz="1425" b="0">
                <a:solidFill>
                  <a:srgbClr val="596875"/>
                </a:solidFill>
                <a:latin typeface="Yu Gothic"/>
                <a:ea typeface="Yu Gothic"/>
                <a:cs typeface="Yu Gothic"/>
              </a:defRPr>
            </a:lvl3pPr>
            <a:lvl4pPr>
              <a:buNone/>
              <a:defRPr sz="1425" b="0">
                <a:solidFill>
                  <a:srgbClr val="596875"/>
                </a:solidFill>
                <a:latin typeface="Yu Gothic"/>
                <a:ea typeface="Yu Gothic"/>
                <a:cs typeface="Yu Gothic"/>
              </a:defRPr>
            </a:lvl4pPr>
            <a:lvl5pPr>
              <a:buNone/>
              <a:defRPr sz="1425" b="0">
                <a:solidFill>
                  <a:srgbClr val="596875"/>
                </a:solidFill>
                <a:latin typeface="Yu Gothic"/>
                <a:ea typeface="Yu Gothic"/>
                <a:cs typeface="Yu Gothic"/>
              </a:defRPr>
            </a:lvl5pPr>
            <a:lvl6pPr>
              <a:buNone/>
              <a:defRPr sz="1425" b="0">
                <a:solidFill>
                  <a:srgbClr val="596875"/>
                </a:solidFill>
                <a:latin typeface="Yu Gothic"/>
                <a:ea typeface="Yu Gothic"/>
                <a:cs typeface="Yu Gothic"/>
              </a:defRPr>
            </a:lvl6pPr>
            <a:lvl7pPr>
              <a:buNone/>
              <a:defRPr sz="1425" b="0">
                <a:solidFill>
                  <a:srgbClr val="596875"/>
                </a:solidFill>
                <a:latin typeface="Yu Gothic"/>
                <a:ea typeface="Yu Gothic"/>
                <a:cs typeface="Yu Gothic"/>
              </a:defRPr>
            </a:lvl7pPr>
            <a:lvl8pPr>
              <a:buNone/>
              <a:defRPr sz="1425" b="0">
                <a:solidFill>
                  <a:srgbClr val="596875"/>
                </a:solidFill>
                <a:latin typeface="Yu Gothic"/>
                <a:ea typeface="Yu Gothic"/>
                <a:cs typeface="Yu Gothic"/>
              </a:defRPr>
            </a:lvl8pPr>
            <a:lvl9pPr>
              <a:buNone/>
              <a:defRPr sz="1425" b="0">
                <a:solidFill>
                  <a:srgbClr val="596875"/>
                </a:solidFill>
                <a:latin typeface="Yu Gothic"/>
                <a:ea typeface="Yu Gothic"/>
                <a:cs typeface="Yu Gothic"/>
              </a:defRPr>
            </a:lvl9pPr>
          </a:lstStyle>
          <a:p>
            <a:pPr>
              <a:buNone/>
              <a:defRPr sz="1425" b="0">
                <a:solidFill>
                  <a:srgbClr val="596875"/>
                </a:solidFill>
                <a:latin typeface="Yu Gothic"/>
                <a:ea typeface="Yu Gothic"/>
                <a:cs typeface="Yu Gothic"/>
              </a:defRPr>
            </a:pPr>
            <a:r>
              <a:rPr lang="ja-JP" altLang="en-US" sz="1425" b="0">
                <a:solidFill>
                  <a:srgbClr val="596875"/>
                </a:solidFill>
                <a:latin typeface="Yu Gothic"/>
                <a:ea typeface="Yu Gothic"/>
                <a:cs typeface="Yu Gothic"/>
              </a:rPr>
              <a:t>木材及び木質材料学　新第</a:t>
            </a:r>
            <a:r>
              <a:rPr lang="en-US" altLang="ja-JP" sz="1425" b="0">
                <a:solidFill>
                  <a:srgbClr val="596875"/>
                </a:solidFill>
                <a:latin typeface="Yu Gothic"/>
                <a:ea typeface="Yu Gothic"/>
                <a:cs typeface="Yu Gothic"/>
              </a:rPr>
              <a:t>14</a:t>
            </a:r>
            <a:r>
              <a:rPr lang="ja-JP" altLang="en-US" sz="1425" b="0">
                <a:solidFill>
                  <a:srgbClr val="596875"/>
                </a:solidFill>
                <a:latin typeface="Yu Gothic"/>
                <a:ea typeface="Yu Gothic"/>
                <a:cs typeface="Yu Gothic"/>
              </a:rPr>
              <a:t>回　構造・燃焼</a:t>
            </a:r>
            <a:endParaRPr sz="1425" b="0">
              <a:solidFill>
                <a:srgbClr val="596875"/>
              </a:solidFill>
              <a:latin typeface="Yu Gothic"/>
              <a:ea typeface="Yu Gothic"/>
              <a:cs typeface="Yu Gothic"/>
            </a:endParaRPr>
          </a:p>
        </p:txBody>
      </p:sp>
      <p:sp>
        <p:nvSpPr>
          <p:cNvPr id="4" name="正方形/長方形 3">
            <a:extLst>
              <a:ext uri="{FF2B5EF4-FFF2-40B4-BE49-F238E27FC236}">
                <a16:creationId xmlns:a16="http://schemas.microsoft.com/office/drawing/2014/main" id="{7C664B12-9097-4C80-9C43-E7E55828C331}"/>
              </a:ext>
            </a:extLst>
          </p:cNvPr>
          <p:cNvSpPr>
            <a:spLocks noGrp="1"/>
          </p:cNvSpPr>
          <p:nvPr/>
        </p:nvSpPr>
        <p:spPr>
          <a:xfrm>
            <a:off x="10763250" y="6419850"/>
            <a:ext cx="742950" cy="257175"/>
          </a:xfrm>
          <a:prstGeom prst="rect">
            <a:avLst/>
          </a:prstGeom>
          <a:noFill/>
          <a:ln w="0">
            <a:noFill/>
          </a:ln>
        </p:spPr>
        <p:txBody>
          <a:bodyPr lIns="0" tIns="0" rIns="0" bIns="0" anchor="ctr">
            <a:noAutofit/>
          </a:bodyPr>
          <a:lstStyle>
            <a:defPPr>
              <a:defRPr sz="1425" b="0">
                <a:solidFill>
                  <a:srgbClr val="596875"/>
                </a:solidFill>
                <a:latin typeface="Yu Gothic"/>
                <a:ea typeface="Yu Gothic"/>
                <a:cs typeface="Yu Gothic"/>
              </a:defRPr>
            </a:defPPr>
            <a:lvl1pPr>
              <a:buNone/>
              <a:defRPr sz="1425" b="0">
                <a:solidFill>
                  <a:srgbClr val="596875"/>
                </a:solidFill>
                <a:latin typeface="Yu Gothic"/>
                <a:ea typeface="Yu Gothic"/>
                <a:cs typeface="Yu Gothic"/>
              </a:defRPr>
            </a:lvl1pPr>
            <a:lvl2pPr>
              <a:buNone/>
              <a:defRPr sz="1425" b="0">
                <a:solidFill>
                  <a:srgbClr val="596875"/>
                </a:solidFill>
                <a:latin typeface="Yu Gothic"/>
                <a:ea typeface="Yu Gothic"/>
                <a:cs typeface="Yu Gothic"/>
              </a:defRPr>
            </a:lvl2pPr>
            <a:lvl3pPr>
              <a:buNone/>
              <a:defRPr sz="1425" b="0">
                <a:solidFill>
                  <a:srgbClr val="596875"/>
                </a:solidFill>
                <a:latin typeface="Yu Gothic"/>
                <a:ea typeface="Yu Gothic"/>
                <a:cs typeface="Yu Gothic"/>
              </a:defRPr>
            </a:lvl3pPr>
            <a:lvl4pPr>
              <a:buNone/>
              <a:defRPr sz="1425" b="0">
                <a:solidFill>
                  <a:srgbClr val="596875"/>
                </a:solidFill>
                <a:latin typeface="Yu Gothic"/>
                <a:ea typeface="Yu Gothic"/>
                <a:cs typeface="Yu Gothic"/>
              </a:defRPr>
            </a:lvl4pPr>
            <a:lvl5pPr>
              <a:buNone/>
              <a:defRPr sz="1425" b="0">
                <a:solidFill>
                  <a:srgbClr val="596875"/>
                </a:solidFill>
                <a:latin typeface="Yu Gothic"/>
                <a:ea typeface="Yu Gothic"/>
                <a:cs typeface="Yu Gothic"/>
              </a:defRPr>
            </a:lvl5pPr>
            <a:lvl6pPr>
              <a:buNone/>
              <a:defRPr sz="1425" b="0">
                <a:solidFill>
                  <a:srgbClr val="596875"/>
                </a:solidFill>
                <a:latin typeface="Yu Gothic"/>
                <a:ea typeface="Yu Gothic"/>
                <a:cs typeface="Yu Gothic"/>
              </a:defRPr>
            </a:lvl6pPr>
            <a:lvl7pPr>
              <a:buNone/>
              <a:defRPr sz="1425" b="0">
                <a:solidFill>
                  <a:srgbClr val="596875"/>
                </a:solidFill>
                <a:latin typeface="Yu Gothic"/>
                <a:ea typeface="Yu Gothic"/>
                <a:cs typeface="Yu Gothic"/>
              </a:defRPr>
            </a:lvl7pPr>
            <a:lvl8pPr>
              <a:buNone/>
              <a:defRPr sz="1425" b="0">
                <a:solidFill>
                  <a:srgbClr val="596875"/>
                </a:solidFill>
                <a:latin typeface="Yu Gothic"/>
                <a:ea typeface="Yu Gothic"/>
                <a:cs typeface="Yu Gothic"/>
              </a:defRPr>
            </a:lvl8pPr>
            <a:lvl9pPr>
              <a:buNone/>
              <a:defRPr sz="1425" b="0">
                <a:solidFill>
                  <a:srgbClr val="596875"/>
                </a:solidFill>
                <a:latin typeface="Yu Gothic"/>
                <a:ea typeface="Yu Gothic"/>
                <a:cs typeface="Yu Gothic"/>
              </a:defRPr>
            </a:lvl9pPr>
          </a:lstStyle>
          <a:p>
            <a:pPr>
              <a:buNone/>
              <a:defRPr sz="1425" b="0">
                <a:solidFill>
                  <a:srgbClr val="596875"/>
                </a:solidFill>
                <a:latin typeface="Yu Gothic"/>
                <a:ea typeface="Yu Gothic"/>
                <a:cs typeface="Yu Gothic"/>
              </a:defRPr>
            </a:pPr>
            <a:r>
              <a:rPr lang="en-US" altLang="ja-JP" sz="1425" b="0">
                <a:solidFill>
                  <a:srgbClr val="596875"/>
                </a:solidFill>
                <a:latin typeface="Yu Gothic"/>
                <a:ea typeface="Yu Gothic"/>
                <a:cs typeface="Yu Gothic"/>
              </a:rPr>
              <a:t>12</a:t>
            </a:r>
            <a:endParaRPr sz="1425" b="0">
              <a:solidFill>
                <a:srgbClr val="596875"/>
              </a:solidFill>
              <a:latin typeface="Yu Gothic"/>
              <a:ea typeface="Yu Gothic"/>
              <a:cs typeface="Yu Gothic"/>
            </a:endParaRPr>
          </a:p>
        </p:txBody>
      </p:sp>
      <p:sp>
        <p:nvSpPr>
          <p:cNvPr id="5" name="正方形/長方形 4">
            <a:extLst>
              <a:ext uri="{FF2B5EF4-FFF2-40B4-BE49-F238E27FC236}">
                <a16:creationId xmlns:a16="http://schemas.microsoft.com/office/drawing/2014/main" id="{67DE2EB8-A3B9-45D0-A9C5-EFD764ADB0BF}"/>
              </a:ext>
            </a:extLst>
          </p:cNvPr>
          <p:cNvSpPr>
            <a:spLocks noGrp="1"/>
          </p:cNvSpPr>
          <p:nvPr/>
        </p:nvSpPr>
        <p:spPr>
          <a:xfrm>
            <a:off x="838200" y="1533525"/>
            <a:ext cx="5048250" cy="628650"/>
          </a:xfrm>
          <a:prstGeom prst="rect">
            <a:avLst/>
          </a:prstGeom>
          <a:noFill/>
          <a:ln w="0">
            <a:noFill/>
          </a:ln>
        </p:spPr>
        <p:txBody>
          <a:bodyPr lIns="0" tIns="0" rIns="0" bIns="0" anchor="ctr">
            <a:noAutofit/>
          </a:bodyPr>
          <a:lstStyle>
            <a:defPPr>
              <a:defRPr sz="2175" b="1">
                <a:solidFill>
                  <a:srgbClr val="253C4D"/>
                </a:solidFill>
                <a:latin typeface="Yu Gothic"/>
                <a:ea typeface="Yu Gothic"/>
                <a:cs typeface="Yu Gothic"/>
              </a:defRPr>
            </a:defPPr>
            <a:lvl1pPr>
              <a:buNone/>
              <a:defRPr sz="2175" b="1">
                <a:solidFill>
                  <a:srgbClr val="253C4D"/>
                </a:solidFill>
                <a:latin typeface="Yu Gothic"/>
                <a:ea typeface="Yu Gothic"/>
                <a:cs typeface="Yu Gothic"/>
              </a:defRPr>
            </a:lvl1pPr>
            <a:lvl2pPr>
              <a:buNone/>
              <a:defRPr sz="2175" b="1">
                <a:solidFill>
                  <a:srgbClr val="253C4D"/>
                </a:solidFill>
                <a:latin typeface="Yu Gothic"/>
                <a:ea typeface="Yu Gothic"/>
                <a:cs typeface="Yu Gothic"/>
              </a:defRPr>
            </a:lvl2pPr>
            <a:lvl3pPr>
              <a:buNone/>
              <a:defRPr sz="2175" b="1">
                <a:solidFill>
                  <a:srgbClr val="253C4D"/>
                </a:solidFill>
                <a:latin typeface="Yu Gothic"/>
                <a:ea typeface="Yu Gothic"/>
                <a:cs typeface="Yu Gothic"/>
              </a:defRPr>
            </a:lvl3pPr>
            <a:lvl4pPr>
              <a:buNone/>
              <a:defRPr sz="2175" b="1">
                <a:solidFill>
                  <a:srgbClr val="253C4D"/>
                </a:solidFill>
                <a:latin typeface="Yu Gothic"/>
                <a:ea typeface="Yu Gothic"/>
                <a:cs typeface="Yu Gothic"/>
              </a:defRPr>
            </a:lvl4pPr>
            <a:lvl5pPr>
              <a:buNone/>
              <a:defRPr sz="2175" b="1">
                <a:solidFill>
                  <a:srgbClr val="253C4D"/>
                </a:solidFill>
                <a:latin typeface="Yu Gothic"/>
                <a:ea typeface="Yu Gothic"/>
                <a:cs typeface="Yu Gothic"/>
              </a:defRPr>
            </a:lvl5pPr>
            <a:lvl6pPr>
              <a:buNone/>
              <a:defRPr sz="2175" b="1">
                <a:solidFill>
                  <a:srgbClr val="253C4D"/>
                </a:solidFill>
                <a:latin typeface="Yu Gothic"/>
                <a:ea typeface="Yu Gothic"/>
                <a:cs typeface="Yu Gothic"/>
              </a:defRPr>
            </a:lvl6pPr>
            <a:lvl7pPr>
              <a:buNone/>
              <a:defRPr sz="2175" b="1">
                <a:solidFill>
                  <a:srgbClr val="253C4D"/>
                </a:solidFill>
                <a:latin typeface="Yu Gothic"/>
                <a:ea typeface="Yu Gothic"/>
                <a:cs typeface="Yu Gothic"/>
              </a:defRPr>
            </a:lvl7pPr>
            <a:lvl8pPr>
              <a:buNone/>
              <a:defRPr sz="2175" b="1">
                <a:solidFill>
                  <a:srgbClr val="253C4D"/>
                </a:solidFill>
                <a:latin typeface="Yu Gothic"/>
                <a:ea typeface="Yu Gothic"/>
                <a:cs typeface="Yu Gothic"/>
              </a:defRPr>
            </a:lvl8pPr>
            <a:lvl9pPr>
              <a:buNone/>
              <a:defRPr sz="2175" b="1">
                <a:solidFill>
                  <a:srgbClr val="253C4D"/>
                </a:solidFill>
                <a:latin typeface="Yu Gothic"/>
                <a:ea typeface="Yu Gothic"/>
                <a:cs typeface="Yu Gothic"/>
              </a:defRPr>
            </a:lvl9pPr>
          </a:lstStyle>
          <a:p>
            <a:pPr>
              <a:buNone/>
              <a:defRPr sz="2175" b="1">
                <a:solidFill>
                  <a:srgbClr val="253C4D"/>
                </a:solidFill>
                <a:latin typeface="Yu Gothic"/>
                <a:ea typeface="Yu Gothic"/>
                <a:cs typeface="Yu Gothic"/>
              </a:defRPr>
            </a:pPr>
            <a:r>
              <a:rPr sz="2175" b="1">
                <a:solidFill>
                  <a:srgbClr val="253C4D"/>
                </a:solidFill>
                <a:latin typeface="Yu Gothic"/>
                <a:ea typeface="Yu Gothic"/>
                <a:cs typeface="Yu Gothic"/>
              </a:rPr>
              <a:t>床：面外の曲げ・せん断</a:t>
            </a:r>
          </a:p>
        </p:txBody>
      </p:sp>
      <p:sp>
        <p:nvSpPr>
          <p:cNvPr id="6" name="正方形/長方形 5">
            <a:extLst>
              <a:ext uri="{FF2B5EF4-FFF2-40B4-BE49-F238E27FC236}">
                <a16:creationId xmlns:a16="http://schemas.microsoft.com/office/drawing/2014/main" id="{20A5546A-A961-4F66-82E0-9EFD129AD641}"/>
              </a:ext>
            </a:extLst>
          </p:cNvPr>
          <p:cNvSpPr>
            <a:spLocks noGrp="1"/>
          </p:cNvSpPr>
          <p:nvPr/>
        </p:nvSpPr>
        <p:spPr>
          <a:xfrm>
            <a:off x="1143000" y="3048000"/>
            <a:ext cx="3952875" cy="1143000"/>
          </a:xfrm>
          <a:prstGeom prst="rect">
            <a:avLst/>
          </a:prstGeom>
          <a:solidFill>
            <a:srgbClr val="EBD7B8"/>
          </a:solidFill>
          <a:ln w="19050">
            <a:solidFill>
              <a:srgbClr val="596875"/>
            </a:solidFill>
          </a:ln>
        </p:spPr>
      </p:sp>
      <p:sp>
        <p:nvSpPr>
          <p:cNvPr id="7" name="正方形/長方形 6">
            <a:extLst>
              <a:ext uri="{FF2B5EF4-FFF2-40B4-BE49-F238E27FC236}">
                <a16:creationId xmlns:a16="http://schemas.microsoft.com/office/drawing/2014/main" id="{DD1CA037-5018-4AF8-99D7-B5BA2101B459}"/>
              </a:ext>
            </a:extLst>
          </p:cNvPr>
          <p:cNvSpPr>
            <a:spLocks noGrp="1"/>
          </p:cNvSpPr>
          <p:nvPr/>
        </p:nvSpPr>
        <p:spPr>
          <a:xfrm>
            <a:off x="1276350" y="4191000"/>
            <a:ext cx="114300" cy="466725"/>
          </a:xfrm>
          <a:prstGeom prst="rect">
            <a:avLst/>
          </a:prstGeom>
          <a:solidFill>
            <a:srgbClr val="18364F"/>
          </a:solidFill>
          <a:ln w="0">
            <a:noFill/>
          </a:ln>
        </p:spPr>
      </p:sp>
      <p:sp>
        <p:nvSpPr>
          <p:cNvPr id="8" name="正方形/長方形 7">
            <a:extLst>
              <a:ext uri="{FF2B5EF4-FFF2-40B4-BE49-F238E27FC236}">
                <a16:creationId xmlns:a16="http://schemas.microsoft.com/office/drawing/2014/main" id="{41DC2F2E-EEC3-4B22-AEF7-D597541A0E88}"/>
              </a:ext>
            </a:extLst>
          </p:cNvPr>
          <p:cNvSpPr>
            <a:spLocks noGrp="1"/>
          </p:cNvSpPr>
          <p:nvPr/>
        </p:nvSpPr>
        <p:spPr>
          <a:xfrm>
            <a:off x="4848225" y="4191000"/>
            <a:ext cx="114300" cy="466725"/>
          </a:xfrm>
          <a:prstGeom prst="rect">
            <a:avLst/>
          </a:prstGeom>
          <a:solidFill>
            <a:srgbClr val="18364F"/>
          </a:solidFill>
          <a:ln w="0">
            <a:noFill/>
          </a:ln>
        </p:spPr>
      </p:sp>
      <p:sp>
        <p:nvSpPr>
          <p:cNvPr id="9" name="フリーフォーム: 図形 8">
            <a:extLst>
              <a:ext uri="{FF2B5EF4-FFF2-40B4-BE49-F238E27FC236}">
                <a16:creationId xmlns:a16="http://schemas.microsoft.com/office/drawing/2014/main" id="{64266BA4-A8F3-4AF9-B8B5-3F4463FFD055}"/>
              </a:ext>
            </a:extLst>
          </p:cNvPr>
          <p:cNvSpPr>
            <a:spLocks noGrp="1"/>
          </p:cNvSpPr>
          <p:nvPr/>
        </p:nvSpPr>
        <p:spPr>
          <a:xfrm>
            <a:off x="1905000" y="2286000"/>
            <a:ext cx="9525" cy="666750"/>
          </a:xfrm>
          <a:custGeom>
            <a:avLst/>
            <a:gdLst/>
            <a:ahLst/>
            <a:cxnLst/>
            <a:rect l="0" t="0" r="0" b="0"/>
            <a:pathLst>
              <a:path w="9525" h="666750">
                <a:moveTo>
                  <a:pt x="0" y="0"/>
                </a:moveTo>
                <a:lnTo>
                  <a:pt x="0" y="666750"/>
                </a:lnTo>
              </a:path>
            </a:pathLst>
          </a:custGeom>
          <a:noFill/>
          <a:ln w="38100">
            <a:solidFill>
              <a:srgbClr val="C4483C"/>
            </a:solidFill>
          </a:ln>
        </p:spPr>
      </p:sp>
      <p:sp>
        <p:nvSpPr>
          <p:cNvPr id="10" name="フリーフォーム: 図形 9">
            <a:extLst>
              <a:ext uri="{FF2B5EF4-FFF2-40B4-BE49-F238E27FC236}">
                <a16:creationId xmlns:a16="http://schemas.microsoft.com/office/drawing/2014/main" id="{FDB12A47-754A-46FE-BA88-25F452D67A46}"/>
              </a:ext>
            </a:extLst>
          </p:cNvPr>
          <p:cNvSpPr>
            <a:spLocks noGrp="1"/>
          </p:cNvSpPr>
          <p:nvPr/>
        </p:nvSpPr>
        <p:spPr>
          <a:xfrm>
            <a:off x="1830321" y="2830946"/>
            <a:ext cx="74679" cy="121804"/>
          </a:xfrm>
          <a:custGeom>
            <a:avLst/>
            <a:gdLst/>
            <a:ahLst/>
            <a:cxnLst/>
            <a:rect l="0" t="0" r="0" b="0"/>
            <a:pathLst>
              <a:path w="74679" h="121804">
                <a:moveTo>
                  <a:pt x="74679" y="121804"/>
                </a:moveTo>
                <a:lnTo>
                  <a:pt x="0" y="0"/>
                </a:lnTo>
              </a:path>
            </a:pathLst>
          </a:custGeom>
          <a:noFill/>
          <a:ln w="38100">
            <a:solidFill>
              <a:srgbClr val="C4483C"/>
            </a:solidFill>
          </a:ln>
        </p:spPr>
      </p:sp>
      <p:sp>
        <p:nvSpPr>
          <p:cNvPr id="11" name="フリーフォーム: 図形 10">
            <a:extLst>
              <a:ext uri="{FF2B5EF4-FFF2-40B4-BE49-F238E27FC236}">
                <a16:creationId xmlns:a16="http://schemas.microsoft.com/office/drawing/2014/main" id="{63F70E50-2C1D-462A-8BBC-6C37B4C18E01}"/>
              </a:ext>
            </a:extLst>
          </p:cNvPr>
          <p:cNvSpPr>
            <a:spLocks noGrp="1"/>
          </p:cNvSpPr>
          <p:nvPr/>
        </p:nvSpPr>
        <p:spPr>
          <a:xfrm>
            <a:off x="1905000" y="2830946"/>
            <a:ext cx="74679" cy="121804"/>
          </a:xfrm>
          <a:custGeom>
            <a:avLst/>
            <a:gdLst/>
            <a:ahLst/>
            <a:cxnLst/>
            <a:rect l="0" t="0" r="0" b="0"/>
            <a:pathLst>
              <a:path w="74679" h="121804">
                <a:moveTo>
                  <a:pt x="0" y="121804"/>
                </a:moveTo>
                <a:lnTo>
                  <a:pt x="74679" y="0"/>
                </a:lnTo>
              </a:path>
            </a:pathLst>
          </a:custGeom>
          <a:noFill/>
          <a:ln w="38100">
            <a:solidFill>
              <a:srgbClr val="C4483C"/>
            </a:solidFill>
          </a:ln>
        </p:spPr>
      </p:sp>
      <p:sp>
        <p:nvSpPr>
          <p:cNvPr id="12" name="フリーフォーム: 図形 11">
            <a:extLst>
              <a:ext uri="{FF2B5EF4-FFF2-40B4-BE49-F238E27FC236}">
                <a16:creationId xmlns:a16="http://schemas.microsoft.com/office/drawing/2014/main" id="{012A4CF8-80A6-494D-AACB-73D6C8B03968}"/>
              </a:ext>
            </a:extLst>
          </p:cNvPr>
          <p:cNvSpPr>
            <a:spLocks noGrp="1"/>
          </p:cNvSpPr>
          <p:nvPr/>
        </p:nvSpPr>
        <p:spPr>
          <a:xfrm>
            <a:off x="3143250" y="2286000"/>
            <a:ext cx="9525" cy="666750"/>
          </a:xfrm>
          <a:custGeom>
            <a:avLst/>
            <a:gdLst/>
            <a:ahLst/>
            <a:cxnLst/>
            <a:rect l="0" t="0" r="0" b="0"/>
            <a:pathLst>
              <a:path w="9525" h="666750">
                <a:moveTo>
                  <a:pt x="0" y="0"/>
                </a:moveTo>
                <a:lnTo>
                  <a:pt x="0" y="666750"/>
                </a:lnTo>
              </a:path>
            </a:pathLst>
          </a:custGeom>
          <a:noFill/>
          <a:ln w="38100">
            <a:solidFill>
              <a:srgbClr val="C4483C"/>
            </a:solidFill>
          </a:ln>
        </p:spPr>
      </p:sp>
      <p:sp>
        <p:nvSpPr>
          <p:cNvPr id="13" name="フリーフォーム: 図形 12">
            <a:extLst>
              <a:ext uri="{FF2B5EF4-FFF2-40B4-BE49-F238E27FC236}">
                <a16:creationId xmlns:a16="http://schemas.microsoft.com/office/drawing/2014/main" id="{E2DF09AC-2978-4331-AF46-447448F8F784}"/>
              </a:ext>
            </a:extLst>
          </p:cNvPr>
          <p:cNvSpPr>
            <a:spLocks noGrp="1"/>
          </p:cNvSpPr>
          <p:nvPr/>
        </p:nvSpPr>
        <p:spPr>
          <a:xfrm>
            <a:off x="3068571" y="2830946"/>
            <a:ext cx="74679" cy="121804"/>
          </a:xfrm>
          <a:custGeom>
            <a:avLst/>
            <a:gdLst/>
            <a:ahLst/>
            <a:cxnLst/>
            <a:rect l="0" t="0" r="0" b="0"/>
            <a:pathLst>
              <a:path w="74679" h="121804">
                <a:moveTo>
                  <a:pt x="74679" y="121804"/>
                </a:moveTo>
                <a:lnTo>
                  <a:pt x="0" y="0"/>
                </a:lnTo>
              </a:path>
            </a:pathLst>
          </a:custGeom>
          <a:noFill/>
          <a:ln w="38100">
            <a:solidFill>
              <a:srgbClr val="C4483C"/>
            </a:solidFill>
          </a:ln>
        </p:spPr>
      </p:sp>
      <p:sp>
        <p:nvSpPr>
          <p:cNvPr id="14" name="フリーフォーム: 図形 13">
            <a:extLst>
              <a:ext uri="{FF2B5EF4-FFF2-40B4-BE49-F238E27FC236}">
                <a16:creationId xmlns:a16="http://schemas.microsoft.com/office/drawing/2014/main" id="{A99F4A8F-901F-41BF-9F06-FEA0D0FCB660}"/>
              </a:ext>
            </a:extLst>
          </p:cNvPr>
          <p:cNvSpPr>
            <a:spLocks noGrp="1"/>
          </p:cNvSpPr>
          <p:nvPr/>
        </p:nvSpPr>
        <p:spPr>
          <a:xfrm>
            <a:off x="3143250" y="2830946"/>
            <a:ext cx="74679" cy="121804"/>
          </a:xfrm>
          <a:custGeom>
            <a:avLst/>
            <a:gdLst/>
            <a:ahLst/>
            <a:cxnLst/>
            <a:rect l="0" t="0" r="0" b="0"/>
            <a:pathLst>
              <a:path w="74679" h="121804">
                <a:moveTo>
                  <a:pt x="0" y="121804"/>
                </a:moveTo>
                <a:lnTo>
                  <a:pt x="74679" y="0"/>
                </a:lnTo>
              </a:path>
            </a:pathLst>
          </a:custGeom>
          <a:noFill/>
          <a:ln w="38100">
            <a:solidFill>
              <a:srgbClr val="C4483C"/>
            </a:solidFill>
          </a:ln>
        </p:spPr>
      </p:sp>
      <p:sp>
        <p:nvSpPr>
          <p:cNvPr id="15" name="フリーフォーム: 図形 14">
            <a:extLst>
              <a:ext uri="{FF2B5EF4-FFF2-40B4-BE49-F238E27FC236}">
                <a16:creationId xmlns:a16="http://schemas.microsoft.com/office/drawing/2014/main" id="{96185CD1-3DFF-4C15-9666-25A6E0D8635A}"/>
              </a:ext>
            </a:extLst>
          </p:cNvPr>
          <p:cNvSpPr>
            <a:spLocks noGrp="1"/>
          </p:cNvSpPr>
          <p:nvPr/>
        </p:nvSpPr>
        <p:spPr>
          <a:xfrm>
            <a:off x="4381500" y="2286000"/>
            <a:ext cx="9525" cy="666750"/>
          </a:xfrm>
          <a:custGeom>
            <a:avLst/>
            <a:gdLst/>
            <a:ahLst/>
            <a:cxnLst/>
            <a:rect l="0" t="0" r="0" b="0"/>
            <a:pathLst>
              <a:path w="9525" h="666750">
                <a:moveTo>
                  <a:pt x="0" y="0"/>
                </a:moveTo>
                <a:lnTo>
                  <a:pt x="0" y="666750"/>
                </a:lnTo>
              </a:path>
            </a:pathLst>
          </a:custGeom>
          <a:noFill/>
          <a:ln w="38100">
            <a:solidFill>
              <a:srgbClr val="C4483C"/>
            </a:solidFill>
          </a:ln>
        </p:spPr>
      </p:sp>
      <p:sp>
        <p:nvSpPr>
          <p:cNvPr id="16" name="フリーフォーム: 図形 15">
            <a:extLst>
              <a:ext uri="{FF2B5EF4-FFF2-40B4-BE49-F238E27FC236}">
                <a16:creationId xmlns:a16="http://schemas.microsoft.com/office/drawing/2014/main" id="{1290A6CC-A7D3-44F7-9122-9D05A3281BD6}"/>
              </a:ext>
            </a:extLst>
          </p:cNvPr>
          <p:cNvSpPr>
            <a:spLocks noGrp="1"/>
          </p:cNvSpPr>
          <p:nvPr/>
        </p:nvSpPr>
        <p:spPr>
          <a:xfrm>
            <a:off x="4306821" y="2830946"/>
            <a:ext cx="74679" cy="121804"/>
          </a:xfrm>
          <a:custGeom>
            <a:avLst/>
            <a:gdLst/>
            <a:ahLst/>
            <a:cxnLst/>
            <a:rect l="0" t="0" r="0" b="0"/>
            <a:pathLst>
              <a:path w="74679" h="121804">
                <a:moveTo>
                  <a:pt x="74679" y="121804"/>
                </a:moveTo>
                <a:lnTo>
                  <a:pt x="0" y="0"/>
                </a:lnTo>
              </a:path>
            </a:pathLst>
          </a:custGeom>
          <a:noFill/>
          <a:ln w="38100">
            <a:solidFill>
              <a:srgbClr val="C4483C"/>
            </a:solidFill>
          </a:ln>
        </p:spPr>
      </p:sp>
      <p:sp>
        <p:nvSpPr>
          <p:cNvPr id="17" name="フリーフォーム: 図形 16">
            <a:extLst>
              <a:ext uri="{FF2B5EF4-FFF2-40B4-BE49-F238E27FC236}">
                <a16:creationId xmlns:a16="http://schemas.microsoft.com/office/drawing/2014/main" id="{4BDD0182-B72F-45B8-ADA8-66A2D1407B03}"/>
              </a:ext>
            </a:extLst>
          </p:cNvPr>
          <p:cNvSpPr>
            <a:spLocks noGrp="1"/>
          </p:cNvSpPr>
          <p:nvPr/>
        </p:nvSpPr>
        <p:spPr>
          <a:xfrm>
            <a:off x="4381500" y="2830946"/>
            <a:ext cx="74679" cy="121804"/>
          </a:xfrm>
          <a:custGeom>
            <a:avLst/>
            <a:gdLst/>
            <a:ahLst/>
            <a:cxnLst/>
            <a:rect l="0" t="0" r="0" b="0"/>
            <a:pathLst>
              <a:path w="74679" h="121804">
                <a:moveTo>
                  <a:pt x="0" y="121804"/>
                </a:moveTo>
                <a:lnTo>
                  <a:pt x="74679" y="0"/>
                </a:lnTo>
              </a:path>
            </a:pathLst>
          </a:custGeom>
          <a:noFill/>
          <a:ln w="38100">
            <a:solidFill>
              <a:srgbClr val="C4483C"/>
            </a:solidFill>
          </a:ln>
        </p:spPr>
      </p:sp>
      <p:sp>
        <p:nvSpPr>
          <p:cNvPr id="18" name="正方形/長方形 17">
            <a:extLst>
              <a:ext uri="{FF2B5EF4-FFF2-40B4-BE49-F238E27FC236}">
                <a16:creationId xmlns:a16="http://schemas.microsoft.com/office/drawing/2014/main" id="{FEC368A5-5456-4C05-BC66-B0C57F4703CB}"/>
              </a:ext>
            </a:extLst>
          </p:cNvPr>
          <p:cNvSpPr>
            <a:spLocks noGrp="1"/>
          </p:cNvSpPr>
          <p:nvPr/>
        </p:nvSpPr>
        <p:spPr>
          <a:xfrm>
            <a:off x="1143000" y="4752975"/>
            <a:ext cx="4572000" cy="561975"/>
          </a:xfrm>
          <a:prstGeom prst="rect">
            <a:avLst/>
          </a:prstGeom>
          <a:noFill/>
          <a:ln w="0">
            <a:noFill/>
          </a:ln>
        </p:spPr>
        <p:txBody>
          <a:bodyPr lIns="0" tIns="0" rIns="0" bIns="0" anchor="ctr">
            <a:noAutofit/>
          </a:bodyPr>
          <a:lstStyle>
            <a:defPPr>
              <a:defRPr sz="2175" b="1">
                <a:solidFill>
                  <a:srgbClr val="C4483C"/>
                </a:solidFill>
                <a:latin typeface="Yu Gothic"/>
                <a:ea typeface="Yu Gothic"/>
                <a:cs typeface="Yu Gothic"/>
              </a:defRPr>
            </a:defPPr>
            <a:lvl1pPr>
              <a:buNone/>
              <a:defRPr sz="2175" b="1">
                <a:solidFill>
                  <a:srgbClr val="C4483C"/>
                </a:solidFill>
                <a:latin typeface="Yu Gothic"/>
                <a:ea typeface="Yu Gothic"/>
                <a:cs typeface="Yu Gothic"/>
              </a:defRPr>
            </a:lvl1pPr>
            <a:lvl2pPr>
              <a:buNone/>
              <a:defRPr sz="2175" b="1">
                <a:solidFill>
                  <a:srgbClr val="C4483C"/>
                </a:solidFill>
                <a:latin typeface="Yu Gothic"/>
                <a:ea typeface="Yu Gothic"/>
                <a:cs typeface="Yu Gothic"/>
              </a:defRPr>
            </a:lvl2pPr>
            <a:lvl3pPr>
              <a:buNone/>
              <a:defRPr sz="2175" b="1">
                <a:solidFill>
                  <a:srgbClr val="C4483C"/>
                </a:solidFill>
                <a:latin typeface="Yu Gothic"/>
                <a:ea typeface="Yu Gothic"/>
                <a:cs typeface="Yu Gothic"/>
              </a:defRPr>
            </a:lvl3pPr>
            <a:lvl4pPr>
              <a:buNone/>
              <a:defRPr sz="2175" b="1">
                <a:solidFill>
                  <a:srgbClr val="C4483C"/>
                </a:solidFill>
                <a:latin typeface="Yu Gothic"/>
                <a:ea typeface="Yu Gothic"/>
                <a:cs typeface="Yu Gothic"/>
              </a:defRPr>
            </a:lvl4pPr>
            <a:lvl5pPr>
              <a:buNone/>
              <a:defRPr sz="2175" b="1">
                <a:solidFill>
                  <a:srgbClr val="C4483C"/>
                </a:solidFill>
                <a:latin typeface="Yu Gothic"/>
                <a:ea typeface="Yu Gothic"/>
                <a:cs typeface="Yu Gothic"/>
              </a:defRPr>
            </a:lvl5pPr>
            <a:lvl6pPr>
              <a:buNone/>
              <a:defRPr sz="2175" b="1">
                <a:solidFill>
                  <a:srgbClr val="C4483C"/>
                </a:solidFill>
                <a:latin typeface="Yu Gothic"/>
                <a:ea typeface="Yu Gothic"/>
                <a:cs typeface="Yu Gothic"/>
              </a:defRPr>
            </a:lvl6pPr>
            <a:lvl7pPr>
              <a:buNone/>
              <a:defRPr sz="2175" b="1">
                <a:solidFill>
                  <a:srgbClr val="C4483C"/>
                </a:solidFill>
                <a:latin typeface="Yu Gothic"/>
                <a:ea typeface="Yu Gothic"/>
                <a:cs typeface="Yu Gothic"/>
              </a:defRPr>
            </a:lvl7pPr>
            <a:lvl8pPr>
              <a:buNone/>
              <a:defRPr sz="2175" b="1">
                <a:solidFill>
                  <a:srgbClr val="C4483C"/>
                </a:solidFill>
                <a:latin typeface="Yu Gothic"/>
                <a:ea typeface="Yu Gothic"/>
                <a:cs typeface="Yu Gothic"/>
              </a:defRPr>
            </a:lvl8pPr>
            <a:lvl9pPr>
              <a:buNone/>
              <a:defRPr sz="2175" b="1">
                <a:solidFill>
                  <a:srgbClr val="C4483C"/>
                </a:solidFill>
                <a:latin typeface="Yu Gothic"/>
                <a:ea typeface="Yu Gothic"/>
                <a:cs typeface="Yu Gothic"/>
              </a:defRPr>
            </a:lvl9pPr>
          </a:lstStyle>
          <a:p>
            <a:pPr>
              <a:buNone/>
              <a:defRPr sz="2175" b="1">
                <a:solidFill>
                  <a:srgbClr val="C4483C"/>
                </a:solidFill>
                <a:latin typeface="Yu Gothic"/>
                <a:ea typeface="Yu Gothic"/>
                <a:cs typeface="Yu Gothic"/>
              </a:defRPr>
            </a:pPr>
            <a:r>
              <a:rPr sz="2175" b="1">
                <a:solidFill>
                  <a:srgbClr val="C4483C"/>
                </a:solidFill>
                <a:latin typeface="Yu Gothic"/>
                <a:ea typeface="Yu Gothic"/>
                <a:cs typeface="Yu Gothic"/>
              </a:rPr>
              <a:t>人・家具などの荷重 ↓</a:t>
            </a:r>
          </a:p>
        </p:txBody>
      </p:sp>
      <p:sp>
        <p:nvSpPr>
          <p:cNvPr id="19" name="正方形/長方形 18">
            <a:extLst>
              <a:ext uri="{FF2B5EF4-FFF2-40B4-BE49-F238E27FC236}">
                <a16:creationId xmlns:a16="http://schemas.microsoft.com/office/drawing/2014/main" id="{0541886D-CDB8-45E6-AE5F-3368345FE2A3}"/>
              </a:ext>
            </a:extLst>
          </p:cNvPr>
          <p:cNvSpPr>
            <a:spLocks noGrp="1"/>
          </p:cNvSpPr>
          <p:nvPr/>
        </p:nvSpPr>
        <p:spPr>
          <a:xfrm>
            <a:off x="6286500" y="1533525"/>
            <a:ext cx="5238750" cy="628650"/>
          </a:xfrm>
          <a:prstGeom prst="rect">
            <a:avLst/>
          </a:prstGeom>
          <a:noFill/>
          <a:ln w="0">
            <a:noFill/>
          </a:ln>
        </p:spPr>
        <p:txBody>
          <a:bodyPr lIns="0" tIns="0" rIns="0" bIns="0" anchor="ctr">
            <a:noAutofit/>
          </a:bodyPr>
          <a:lstStyle>
            <a:defPPr>
              <a:defRPr sz="2175" b="1">
                <a:solidFill>
                  <a:srgbClr val="253C4D"/>
                </a:solidFill>
                <a:latin typeface="Yu Gothic"/>
                <a:ea typeface="Yu Gothic"/>
                <a:cs typeface="Yu Gothic"/>
              </a:defRPr>
            </a:defPPr>
            <a:lvl1pPr>
              <a:buNone/>
              <a:defRPr sz="2175" b="1">
                <a:solidFill>
                  <a:srgbClr val="253C4D"/>
                </a:solidFill>
                <a:latin typeface="Yu Gothic"/>
                <a:ea typeface="Yu Gothic"/>
                <a:cs typeface="Yu Gothic"/>
              </a:defRPr>
            </a:lvl1pPr>
            <a:lvl2pPr>
              <a:buNone/>
              <a:defRPr sz="2175" b="1">
                <a:solidFill>
                  <a:srgbClr val="253C4D"/>
                </a:solidFill>
                <a:latin typeface="Yu Gothic"/>
                <a:ea typeface="Yu Gothic"/>
                <a:cs typeface="Yu Gothic"/>
              </a:defRPr>
            </a:lvl2pPr>
            <a:lvl3pPr>
              <a:buNone/>
              <a:defRPr sz="2175" b="1">
                <a:solidFill>
                  <a:srgbClr val="253C4D"/>
                </a:solidFill>
                <a:latin typeface="Yu Gothic"/>
                <a:ea typeface="Yu Gothic"/>
                <a:cs typeface="Yu Gothic"/>
              </a:defRPr>
            </a:lvl3pPr>
            <a:lvl4pPr>
              <a:buNone/>
              <a:defRPr sz="2175" b="1">
                <a:solidFill>
                  <a:srgbClr val="253C4D"/>
                </a:solidFill>
                <a:latin typeface="Yu Gothic"/>
                <a:ea typeface="Yu Gothic"/>
                <a:cs typeface="Yu Gothic"/>
              </a:defRPr>
            </a:lvl4pPr>
            <a:lvl5pPr>
              <a:buNone/>
              <a:defRPr sz="2175" b="1">
                <a:solidFill>
                  <a:srgbClr val="253C4D"/>
                </a:solidFill>
                <a:latin typeface="Yu Gothic"/>
                <a:ea typeface="Yu Gothic"/>
                <a:cs typeface="Yu Gothic"/>
              </a:defRPr>
            </a:lvl5pPr>
            <a:lvl6pPr>
              <a:buNone/>
              <a:defRPr sz="2175" b="1">
                <a:solidFill>
                  <a:srgbClr val="253C4D"/>
                </a:solidFill>
                <a:latin typeface="Yu Gothic"/>
                <a:ea typeface="Yu Gothic"/>
                <a:cs typeface="Yu Gothic"/>
              </a:defRPr>
            </a:lvl6pPr>
            <a:lvl7pPr>
              <a:buNone/>
              <a:defRPr sz="2175" b="1">
                <a:solidFill>
                  <a:srgbClr val="253C4D"/>
                </a:solidFill>
                <a:latin typeface="Yu Gothic"/>
                <a:ea typeface="Yu Gothic"/>
                <a:cs typeface="Yu Gothic"/>
              </a:defRPr>
            </a:lvl7pPr>
            <a:lvl8pPr>
              <a:buNone/>
              <a:defRPr sz="2175" b="1">
                <a:solidFill>
                  <a:srgbClr val="253C4D"/>
                </a:solidFill>
                <a:latin typeface="Yu Gothic"/>
                <a:ea typeface="Yu Gothic"/>
                <a:cs typeface="Yu Gothic"/>
              </a:defRPr>
            </a:lvl8pPr>
            <a:lvl9pPr>
              <a:buNone/>
              <a:defRPr sz="2175" b="1">
                <a:solidFill>
                  <a:srgbClr val="253C4D"/>
                </a:solidFill>
                <a:latin typeface="Yu Gothic"/>
                <a:ea typeface="Yu Gothic"/>
                <a:cs typeface="Yu Gothic"/>
              </a:defRPr>
            </a:lvl9pPr>
          </a:lstStyle>
          <a:p>
            <a:pPr>
              <a:buNone/>
              <a:defRPr sz="2175" b="1">
                <a:solidFill>
                  <a:srgbClr val="253C4D"/>
                </a:solidFill>
                <a:latin typeface="Yu Gothic"/>
                <a:ea typeface="Yu Gothic"/>
                <a:cs typeface="Yu Gothic"/>
              </a:defRPr>
            </a:pPr>
            <a:r>
              <a:rPr sz="2175" b="1">
                <a:solidFill>
                  <a:srgbClr val="253C4D"/>
                </a:solidFill>
                <a:latin typeface="Yu Gothic"/>
                <a:ea typeface="Yu Gothic"/>
                <a:cs typeface="Yu Gothic"/>
              </a:rPr>
              <a:t>壁・水平構面：面内で伝達</a:t>
            </a:r>
          </a:p>
        </p:txBody>
      </p:sp>
      <p:sp>
        <p:nvSpPr>
          <p:cNvPr id="20" name="正方形/長方形 19">
            <a:extLst>
              <a:ext uri="{FF2B5EF4-FFF2-40B4-BE49-F238E27FC236}">
                <a16:creationId xmlns:a16="http://schemas.microsoft.com/office/drawing/2014/main" id="{0EB83B57-360F-4A99-95D4-B87C59C621A1}"/>
              </a:ext>
            </a:extLst>
          </p:cNvPr>
          <p:cNvSpPr>
            <a:spLocks noGrp="1"/>
          </p:cNvSpPr>
          <p:nvPr/>
        </p:nvSpPr>
        <p:spPr>
          <a:xfrm>
            <a:off x="6762750" y="2571750"/>
            <a:ext cx="3667125" cy="2095500"/>
          </a:xfrm>
          <a:prstGeom prst="rect">
            <a:avLst/>
          </a:prstGeom>
          <a:solidFill>
            <a:srgbClr val="D6E7F1"/>
          </a:solidFill>
          <a:ln w="19050">
            <a:solidFill>
              <a:srgbClr val="596875"/>
            </a:solidFill>
          </a:ln>
        </p:spPr>
      </p:sp>
      <p:sp>
        <p:nvSpPr>
          <p:cNvPr id="21" name="フリーフォーム: 図形 20">
            <a:extLst>
              <a:ext uri="{FF2B5EF4-FFF2-40B4-BE49-F238E27FC236}">
                <a16:creationId xmlns:a16="http://schemas.microsoft.com/office/drawing/2014/main" id="{69340CE7-8C81-4531-96B8-11D25E6CFF63}"/>
              </a:ext>
            </a:extLst>
          </p:cNvPr>
          <p:cNvSpPr>
            <a:spLocks noGrp="1"/>
          </p:cNvSpPr>
          <p:nvPr/>
        </p:nvSpPr>
        <p:spPr>
          <a:xfrm>
            <a:off x="6429375" y="3009900"/>
            <a:ext cx="3143250" cy="9525"/>
          </a:xfrm>
          <a:custGeom>
            <a:avLst/>
            <a:gdLst/>
            <a:ahLst/>
            <a:cxnLst/>
            <a:rect l="0" t="0" r="0" b="0"/>
            <a:pathLst>
              <a:path w="3143250" h="9525">
                <a:moveTo>
                  <a:pt x="0" y="0"/>
                </a:moveTo>
                <a:lnTo>
                  <a:pt x="3143250" y="0"/>
                </a:lnTo>
              </a:path>
            </a:pathLst>
          </a:custGeom>
          <a:noFill/>
          <a:ln w="38100">
            <a:solidFill>
              <a:srgbClr val="2876A8"/>
            </a:solidFill>
          </a:ln>
        </p:spPr>
      </p:sp>
      <p:sp>
        <p:nvSpPr>
          <p:cNvPr id="22" name="フリーフォーム: 図形 21">
            <a:extLst>
              <a:ext uri="{FF2B5EF4-FFF2-40B4-BE49-F238E27FC236}">
                <a16:creationId xmlns:a16="http://schemas.microsoft.com/office/drawing/2014/main" id="{D72B00E6-B4BD-4269-9F92-0D40E3668714}"/>
              </a:ext>
            </a:extLst>
          </p:cNvPr>
          <p:cNvSpPr>
            <a:spLocks noGrp="1"/>
          </p:cNvSpPr>
          <p:nvPr/>
        </p:nvSpPr>
        <p:spPr>
          <a:xfrm>
            <a:off x="9450821" y="3009900"/>
            <a:ext cx="121804" cy="74679"/>
          </a:xfrm>
          <a:custGeom>
            <a:avLst/>
            <a:gdLst/>
            <a:ahLst/>
            <a:cxnLst/>
            <a:rect l="0" t="0" r="0" b="0"/>
            <a:pathLst>
              <a:path w="121804" h="74679">
                <a:moveTo>
                  <a:pt x="121804" y="0"/>
                </a:moveTo>
                <a:lnTo>
                  <a:pt x="0" y="74679"/>
                </a:lnTo>
              </a:path>
            </a:pathLst>
          </a:custGeom>
          <a:noFill/>
          <a:ln w="38100">
            <a:solidFill>
              <a:srgbClr val="2876A8"/>
            </a:solidFill>
          </a:ln>
        </p:spPr>
      </p:sp>
      <p:sp>
        <p:nvSpPr>
          <p:cNvPr id="23" name="フリーフォーム: 図形 22">
            <a:extLst>
              <a:ext uri="{FF2B5EF4-FFF2-40B4-BE49-F238E27FC236}">
                <a16:creationId xmlns:a16="http://schemas.microsoft.com/office/drawing/2014/main" id="{66D85DE2-4892-444F-B9EF-C77D48D6ED76}"/>
              </a:ext>
            </a:extLst>
          </p:cNvPr>
          <p:cNvSpPr>
            <a:spLocks noGrp="1"/>
          </p:cNvSpPr>
          <p:nvPr/>
        </p:nvSpPr>
        <p:spPr>
          <a:xfrm>
            <a:off x="9450821" y="2935221"/>
            <a:ext cx="121804" cy="74679"/>
          </a:xfrm>
          <a:custGeom>
            <a:avLst/>
            <a:gdLst/>
            <a:ahLst/>
            <a:cxnLst/>
            <a:rect l="0" t="0" r="0" b="0"/>
            <a:pathLst>
              <a:path w="121804" h="74679">
                <a:moveTo>
                  <a:pt x="121804" y="74679"/>
                </a:moveTo>
                <a:lnTo>
                  <a:pt x="0" y="0"/>
                </a:lnTo>
              </a:path>
            </a:pathLst>
          </a:custGeom>
          <a:noFill/>
          <a:ln w="38100">
            <a:solidFill>
              <a:srgbClr val="2876A8"/>
            </a:solidFill>
          </a:ln>
        </p:spPr>
      </p:sp>
      <p:sp>
        <p:nvSpPr>
          <p:cNvPr id="24" name="フリーフォーム: 図形 23">
            <a:extLst>
              <a:ext uri="{FF2B5EF4-FFF2-40B4-BE49-F238E27FC236}">
                <a16:creationId xmlns:a16="http://schemas.microsoft.com/office/drawing/2014/main" id="{88B720E3-223F-4D63-8B65-40A6F652B6ED}"/>
              </a:ext>
            </a:extLst>
          </p:cNvPr>
          <p:cNvSpPr>
            <a:spLocks noGrp="1"/>
          </p:cNvSpPr>
          <p:nvPr/>
        </p:nvSpPr>
        <p:spPr>
          <a:xfrm>
            <a:off x="9982200" y="3286125"/>
            <a:ext cx="9525" cy="1190625"/>
          </a:xfrm>
          <a:custGeom>
            <a:avLst/>
            <a:gdLst/>
            <a:ahLst/>
            <a:cxnLst/>
            <a:rect l="0" t="0" r="0" b="0"/>
            <a:pathLst>
              <a:path w="9525" h="1190625">
                <a:moveTo>
                  <a:pt x="0" y="0"/>
                </a:moveTo>
                <a:lnTo>
                  <a:pt x="0" y="1190625"/>
                </a:lnTo>
              </a:path>
            </a:pathLst>
          </a:custGeom>
          <a:noFill/>
          <a:ln w="38100">
            <a:solidFill>
              <a:srgbClr val="2876A8"/>
            </a:solidFill>
          </a:ln>
        </p:spPr>
      </p:sp>
      <p:sp>
        <p:nvSpPr>
          <p:cNvPr id="25" name="フリーフォーム: 図形 24">
            <a:extLst>
              <a:ext uri="{FF2B5EF4-FFF2-40B4-BE49-F238E27FC236}">
                <a16:creationId xmlns:a16="http://schemas.microsoft.com/office/drawing/2014/main" id="{24DF9AF3-A2DB-4644-B12D-5975BDFAC306}"/>
              </a:ext>
            </a:extLst>
          </p:cNvPr>
          <p:cNvSpPr>
            <a:spLocks noGrp="1"/>
          </p:cNvSpPr>
          <p:nvPr/>
        </p:nvSpPr>
        <p:spPr>
          <a:xfrm>
            <a:off x="9907521" y="4354946"/>
            <a:ext cx="74679" cy="121804"/>
          </a:xfrm>
          <a:custGeom>
            <a:avLst/>
            <a:gdLst/>
            <a:ahLst/>
            <a:cxnLst/>
            <a:rect l="0" t="0" r="0" b="0"/>
            <a:pathLst>
              <a:path w="74679" h="121804">
                <a:moveTo>
                  <a:pt x="74679" y="121804"/>
                </a:moveTo>
                <a:lnTo>
                  <a:pt x="0" y="0"/>
                </a:lnTo>
              </a:path>
            </a:pathLst>
          </a:custGeom>
          <a:noFill/>
          <a:ln w="38100">
            <a:solidFill>
              <a:srgbClr val="2876A8"/>
            </a:solidFill>
          </a:ln>
        </p:spPr>
      </p:sp>
      <p:sp>
        <p:nvSpPr>
          <p:cNvPr id="26" name="フリーフォーム: 図形 25">
            <a:extLst>
              <a:ext uri="{FF2B5EF4-FFF2-40B4-BE49-F238E27FC236}">
                <a16:creationId xmlns:a16="http://schemas.microsoft.com/office/drawing/2014/main" id="{0D8A7747-8F8E-4C13-81BA-A06D8E5FBE27}"/>
              </a:ext>
            </a:extLst>
          </p:cNvPr>
          <p:cNvSpPr>
            <a:spLocks noGrp="1"/>
          </p:cNvSpPr>
          <p:nvPr/>
        </p:nvSpPr>
        <p:spPr>
          <a:xfrm>
            <a:off x="9982200" y="4354946"/>
            <a:ext cx="74679" cy="121804"/>
          </a:xfrm>
          <a:custGeom>
            <a:avLst/>
            <a:gdLst/>
            <a:ahLst/>
            <a:cxnLst/>
            <a:rect l="0" t="0" r="0" b="0"/>
            <a:pathLst>
              <a:path w="74679" h="121804">
                <a:moveTo>
                  <a:pt x="0" y="121804"/>
                </a:moveTo>
                <a:lnTo>
                  <a:pt x="74679" y="0"/>
                </a:lnTo>
              </a:path>
            </a:pathLst>
          </a:custGeom>
          <a:noFill/>
          <a:ln w="38100">
            <a:solidFill>
              <a:srgbClr val="2876A8"/>
            </a:solidFill>
          </a:ln>
        </p:spPr>
      </p:sp>
      <p:sp>
        <p:nvSpPr>
          <p:cNvPr id="27" name="正方形/長方形 26">
            <a:extLst>
              <a:ext uri="{FF2B5EF4-FFF2-40B4-BE49-F238E27FC236}">
                <a16:creationId xmlns:a16="http://schemas.microsoft.com/office/drawing/2014/main" id="{18BA7AEB-DF42-4CD9-8D2B-7F71BB526AA4}"/>
              </a:ext>
            </a:extLst>
          </p:cNvPr>
          <p:cNvSpPr>
            <a:spLocks noGrp="1"/>
          </p:cNvSpPr>
          <p:nvPr/>
        </p:nvSpPr>
        <p:spPr>
          <a:xfrm>
            <a:off x="6762750" y="4829175"/>
            <a:ext cx="4762500" cy="552450"/>
          </a:xfrm>
          <a:prstGeom prst="rect">
            <a:avLst/>
          </a:prstGeom>
          <a:noFill/>
          <a:ln w="0">
            <a:noFill/>
          </a:ln>
        </p:spPr>
        <p:txBody>
          <a:bodyPr lIns="0" tIns="0" rIns="0" bIns="0" anchor="ctr">
            <a:noAutofit/>
          </a:bodyPr>
          <a:lstStyle>
            <a:defPPr>
              <a:defRPr sz="2175" b="1">
                <a:solidFill>
                  <a:srgbClr val="2876A8"/>
                </a:solidFill>
                <a:latin typeface="Yu Gothic"/>
                <a:ea typeface="Yu Gothic"/>
                <a:cs typeface="Yu Gothic"/>
              </a:defRPr>
            </a:defPPr>
            <a:lvl1pPr>
              <a:buNone/>
              <a:defRPr sz="2175" b="1">
                <a:solidFill>
                  <a:srgbClr val="2876A8"/>
                </a:solidFill>
                <a:latin typeface="Yu Gothic"/>
                <a:ea typeface="Yu Gothic"/>
                <a:cs typeface="Yu Gothic"/>
              </a:defRPr>
            </a:lvl1pPr>
            <a:lvl2pPr>
              <a:buNone/>
              <a:defRPr sz="2175" b="1">
                <a:solidFill>
                  <a:srgbClr val="2876A8"/>
                </a:solidFill>
                <a:latin typeface="Yu Gothic"/>
                <a:ea typeface="Yu Gothic"/>
                <a:cs typeface="Yu Gothic"/>
              </a:defRPr>
            </a:lvl2pPr>
            <a:lvl3pPr>
              <a:buNone/>
              <a:defRPr sz="2175" b="1">
                <a:solidFill>
                  <a:srgbClr val="2876A8"/>
                </a:solidFill>
                <a:latin typeface="Yu Gothic"/>
                <a:ea typeface="Yu Gothic"/>
                <a:cs typeface="Yu Gothic"/>
              </a:defRPr>
            </a:lvl3pPr>
            <a:lvl4pPr>
              <a:buNone/>
              <a:defRPr sz="2175" b="1">
                <a:solidFill>
                  <a:srgbClr val="2876A8"/>
                </a:solidFill>
                <a:latin typeface="Yu Gothic"/>
                <a:ea typeface="Yu Gothic"/>
                <a:cs typeface="Yu Gothic"/>
              </a:defRPr>
            </a:lvl4pPr>
            <a:lvl5pPr>
              <a:buNone/>
              <a:defRPr sz="2175" b="1">
                <a:solidFill>
                  <a:srgbClr val="2876A8"/>
                </a:solidFill>
                <a:latin typeface="Yu Gothic"/>
                <a:ea typeface="Yu Gothic"/>
                <a:cs typeface="Yu Gothic"/>
              </a:defRPr>
            </a:lvl5pPr>
            <a:lvl6pPr>
              <a:buNone/>
              <a:defRPr sz="2175" b="1">
                <a:solidFill>
                  <a:srgbClr val="2876A8"/>
                </a:solidFill>
                <a:latin typeface="Yu Gothic"/>
                <a:ea typeface="Yu Gothic"/>
                <a:cs typeface="Yu Gothic"/>
              </a:defRPr>
            </a:lvl6pPr>
            <a:lvl7pPr>
              <a:buNone/>
              <a:defRPr sz="2175" b="1">
                <a:solidFill>
                  <a:srgbClr val="2876A8"/>
                </a:solidFill>
                <a:latin typeface="Yu Gothic"/>
                <a:ea typeface="Yu Gothic"/>
                <a:cs typeface="Yu Gothic"/>
              </a:defRPr>
            </a:lvl7pPr>
            <a:lvl8pPr>
              <a:buNone/>
              <a:defRPr sz="2175" b="1">
                <a:solidFill>
                  <a:srgbClr val="2876A8"/>
                </a:solidFill>
                <a:latin typeface="Yu Gothic"/>
                <a:ea typeface="Yu Gothic"/>
                <a:cs typeface="Yu Gothic"/>
              </a:defRPr>
            </a:lvl8pPr>
            <a:lvl9pPr>
              <a:buNone/>
              <a:defRPr sz="2175" b="1">
                <a:solidFill>
                  <a:srgbClr val="2876A8"/>
                </a:solidFill>
                <a:latin typeface="Yu Gothic"/>
                <a:ea typeface="Yu Gothic"/>
                <a:cs typeface="Yu Gothic"/>
              </a:defRPr>
            </a:lvl9pPr>
          </a:lstStyle>
          <a:p>
            <a:pPr>
              <a:buNone/>
              <a:defRPr sz="2175" b="1">
                <a:solidFill>
                  <a:srgbClr val="2876A8"/>
                </a:solidFill>
                <a:latin typeface="Yu Gothic"/>
                <a:ea typeface="Yu Gothic"/>
                <a:cs typeface="Yu Gothic"/>
              </a:defRPr>
            </a:pPr>
            <a:r>
              <a:rPr sz="2175" b="1">
                <a:solidFill>
                  <a:srgbClr val="2876A8"/>
                </a:solidFill>
                <a:latin typeface="Yu Gothic"/>
                <a:ea typeface="Yu Gothic"/>
                <a:cs typeface="Yu Gothic"/>
              </a:rPr>
              <a:t>接合を通り、支持へ</a:t>
            </a:r>
          </a:p>
        </p:txBody>
      </p:sp>
      <p:sp>
        <p:nvSpPr>
          <p:cNvPr id="28" name="正方形/長方形 27">
            <a:extLst>
              <a:ext uri="{FF2B5EF4-FFF2-40B4-BE49-F238E27FC236}">
                <a16:creationId xmlns:a16="http://schemas.microsoft.com/office/drawing/2014/main" id="{723C1964-612C-4722-B36F-C96D57117A79}"/>
              </a:ext>
            </a:extLst>
          </p:cNvPr>
          <p:cNvSpPr>
            <a:spLocks noGrp="1"/>
          </p:cNvSpPr>
          <p:nvPr/>
        </p:nvSpPr>
        <p:spPr>
          <a:xfrm>
            <a:off x="838200" y="5867400"/>
            <a:ext cx="10477500" cy="400050"/>
          </a:xfrm>
          <a:prstGeom prst="rect">
            <a:avLst/>
          </a:prstGeom>
          <a:noFill/>
          <a:ln w="0">
            <a:noFill/>
          </a:ln>
        </p:spPr>
        <p:txBody>
          <a:bodyPr lIns="0" tIns="0" rIns="0" bIns="0" anchor="ctr">
            <a:noAutofit/>
          </a:bodyPr>
          <a:lstStyle>
            <a:defPPr>
              <a:defRPr sz="1425" b="1">
                <a:solidFill>
                  <a:srgbClr val="087E8B"/>
                </a:solidFill>
                <a:latin typeface="Yu Gothic"/>
                <a:ea typeface="Yu Gothic"/>
                <a:cs typeface="Yu Gothic"/>
              </a:defRPr>
            </a:defPPr>
            <a:lvl1pPr>
              <a:buNone/>
              <a:defRPr sz="1425" b="1">
                <a:solidFill>
                  <a:srgbClr val="087E8B"/>
                </a:solidFill>
                <a:latin typeface="Yu Gothic"/>
                <a:ea typeface="Yu Gothic"/>
                <a:cs typeface="Yu Gothic"/>
              </a:defRPr>
            </a:lvl1pPr>
            <a:lvl2pPr>
              <a:buNone/>
              <a:defRPr sz="1425" b="1">
                <a:solidFill>
                  <a:srgbClr val="087E8B"/>
                </a:solidFill>
                <a:latin typeface="Yu Gothic"/>
                <a:ea typeface="Yu Gothic"/>
                <a:cs typeface="Yu Gothic"/>
              </a:defRPr>
            </a:lvl2pPr>
            <a:lvl3pPr>
              <a:buNone/>
              <a:defRPr sz="1425" b="1">
                <a:solidFill>
                  <a:srgbClr val="087E8B"/>
                </a:solidFill>
                <a:latin typeface="Yu Gothic"/>
                <a:ea typeface="Yu Gothic"/>
                <a:cs typeface="Yu Gothic"/>
              </a:defRPr>
            </a:lvl3pPr>
            <a:lvl4pPr>
              <a:buNone/>
              <a:defRPr sz="1425" b="1">
                <a:solidFill>
                  <a:srgbClr val="087E8B"/>
                </a:solidFill>
                <a:latin typeface="Yu Gothic"/>
                <a:ea typeface="Yu Gothic"/>
                <a:cs typeface="Yu Gothic"/>
              </a:defRPr>
            </a:lvl4pPr>
            <a:lvl5pPr>
              <a:buNone/>
              <a:defRPr sz="1425" b="1">
                <a:solidFill>
                  <a:srgbClr val="087E8B"/>
                </a:solidFill>
                <a:latin typeface="Yu Gothic"/>
                <a:ea typeface="Yu Gothic"/>
                <a:cs typeface="Yu Gothic"/>
              </a:defRPr>
            </a:lvl5pPr>
            <a:lvl6pPr>
              <a:buNone/>
              <a:defRPr sz="1425" b="1">
                <a:solidFill>
                  <a:srgbClr val="087E8B"/>
                </a:solidFill>
                <a:latin typeface="Yu Gothic"/>
                <a:ea typeface="Yu Gothic"/>
                <a:cs typeface="Yu Gothic"/>
              </a:defRPr>
            </a:lvl6pPr>
            <a:lvl7pPr>
              <a:buNone/>
              <a:defRPr sz="1425" b="1">
                <a:solidFill>
                  <a:srgbClr val="087E8B"/>
                </a:solidFill>
                <a:latin typeface="Yu Gothic"/>
                <a:ea typeface="Yu Gothic"/>
                <a:cs typeface="Yu Gothic"/>
              </a:defRPr>
            </a:lvl7pPr>
            <a:lvl8pPr>
              <a:buNone/>
              <a:defRPr sz="1425" b="1">
                <a:solidFill>
                  <a:srgbClr val="087E8B"/>
                </a:solidFill>
                <a:latin typeface="Yu Gothic"/>
                <a:ea typeface="Yu Gothic"/>
                <a:cs typeface="Yu Gothic"/>
              </a:defRPr>
            </a:lvl8pPr>
            <a:lvl9pPr>
              <a:buNone/>
              <a:defRPr sz="1425" b="1">
                <a:solidFill>
                  <a:srgbClr val="087E8B"/>
                </a:solidFill>
                <a:latin typeface="Yu Gothic"/>
                <a:ea typeface="Yu Gothic"/>
                <a:cs typeface="Yu Gothic"/>
              </a:defRPr>
            </a:lvl9pPr>
          </a:lstStyle>
          <a:p>
            <a:pPr>
              <a:buNone/>
              <a:defRPr sz="1425" b="1">
                <a:solidFill>
                  <a:srgbClr val="087E8B"/>
                </a:solidFill>
                <a:latin typeface="Yu Gothic"/>
                <a:ea typeface="Yu Gothic"/>
                <a:cs typeface="Yu Gothic"/>
              </a:defRPr>
            </a:pPr>
            <a:r>
              <a:rPr sz="1425" b="1">
                <a:solidFill>
                  <a:srgbClr val="087E8B"/>
                </a:solidFill>
                <a:latin typeface="Yu Gothic"/>
                <a:ea typeface="Yu Gothic"/>
                <a:cs typeface="Yu Gothic"/>
              </a:rPr>
              <a:t>面外＝板面に垂直／面内＝板面に沿う。接合を含めて力が伝わる。</a:t>
            </a:r>
          </a:p>
        </p:txBody>
      </p:sp>
    </p:spTree>
    <p:extLst>
      <p:ext uri="{BB962C8B-B14F-4D97-AF65-F5344CB8AC3E}">
        <p14:creationId xmlns:p14="http://schemas.microsoft.com/office/powerpoint/2010/main" val="22534234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正方形/長方形 9">
            <a:extLst>
              <a:ext uri="{FF2B5EF4-FFF2-40B4-BE49-F238E27FC236}">
                <a16:creationId xmlns:a16="http://schemas.microsoft.com/office/drawing/2014/main" id="{AEDE7BE9-1945-4E0E-9A79-F37820EFB5E9}"/>
              </a:ext>
            </a:extLst>
          </p:cNvPr>
          <p:cNvSpPr>
            <a:spLocks noGrp="1"/>
          </p:cNvSpPr>
          <p:nvPr/>
        </p:nvSpPr>
        <p:spPr>
          <a:xfrm>
            <a:off x="685800" y="361950"/>
            <a:ext cx="10820400" cy="647700"/>
          </a:xfrm>
          <a:prstGeom prst="rect">
            <a:avLst/>
          </a:prstGeom>
          <a:noFill/>
          <a:ln w="0">
            <a:noFill/>
          </a:ln>
        </p:spPr>
        <p:txBody>
          <a:bodyPr lIns="0" tIns="0" rIns="0" bIns="0" anchor="ctr">
            <a:noAutofit/>
          </a:bodyPr>
          <a:lstStyle>
            <a:defPPr algn="l">
              <a:defRPr sz="3000" b="1">
                <a:solidFill>
                  <a:srgbClr val="18364F"/>
                </a:solidFill>
                <a:latin typeface="Yu Gothic"/>
                <a:ea typeface="Yu Gothic"/>
                <a:cs typeface="Yu Gothic"/>
              </a:defRPr>
            </a:defPPr>
            <a:lvl1pPr algn="l">
              <a:buNone/>
              <a:defRPr sz="3000" b="1">
                <a:solidFill>
                  <a:srgbClr val="18364F"/>
                </a:solidFill>
                <a:latin typeface="Yu Gothic"/>
                <a:ea typeface="Yu Gothic"/>
                <a:cs typeface="Yu Gothic"/>
              </a:defRPr>
            </a:lvl1pPr>
            <a:lvl2pPr algn="l">
              <a:buNone/>
              <a:defRPr sz="3000" b="1">
                <a:solidFill>
                  <a:srgbClr val="18364F"/>
                </a:solidFill>
                <a:latin typeface="Yu Gothic"/>
                <a:ea typeface="Yu Gothic"/>
                <a:cs typeface="Yu Gothic"/>
              </a:defRPr>
            </a:lvl2pPr>
            <a:lvl3pPr algn="l">
              <a:buNone/>
              <a:defRPr sz="3000" b="1">
                <a:solidFill>
                  <a:srgbClr val="18364F"/>
                </a:solidFill>
                <a:latin typeface="Yu Gothic"/>
                <a:ea typeface="Yu Gothic"/>
                <a:cs typeface="Yu Gothic"/>
              </a:defRPr>
            </a:lvl3pPr>
            <a:lvl4pPr algn="l">
              <a:buNone/>
              <a:defRPr sz="3000" b="1">
                <a:solidFill>
                  <a:srgbClr val="18364F"/>
                </a:solidFill>
                <a:latin typeface="Yu Gothic"/>
                <a:ea typeface="Yu Gothic"/>
                <a:cs typeface="Yu Gothic"/>
              </a:defRPr>
            </a:lvl4pPr>
            <a:lvl5pPr algn="l">
              <a:buNone/>
              <a:defRPr sz="3000" b="1">
                <a:solidFill>
                  <a:srgbClr val="18364F"/>
                </a:solidFill>
                <a:latin typeface="Yu Gothic"/>
                <a:ea typeface="Yu Gothic"/>
                <a:cs typeface="Yu Gothic"/>
              </a:defRPr>
            </a:lvl5pPr>
            <a:lvl6pPr algn="l">
              <a:buNone/>
              <a:defRPr sz="3000" b="1">
                <a:solidFill>
                  <a:srgbClr val="18364F"/>
                </a:solidFill>
                <a:latin typeface="Yu Gothic"/>
                <a:ea typeface="Yu Gothic"/>
                <a:cs typeface="Yu Gothic"/>
              </a:defRPr>
            </a:lvl6pPr>
            <a:lvl7pPr algn="l">
              <a:buNone/>
              <a:defRPr sz="3000" b="1">
                <a:solidFill>
                  <a:srgbClr val="18364F"/>
                </a:solidFill>
                <a:latin typeface="Yu Gothic"/>
                <a:ea typeface="Yu Gothic"/>
                <a:cs typeface="Yu Gothic"/>
              </a:defRPr>
            </a:lvl7pPr>
            <a:lvl8pPr algn="l">
              <a:buNone/>
              <a:defRPr sz="3000" b="1">
                <a:solidFill>
                  <a:srgbClr val="18364F"/>
                </a:solidFill>
                <a:latin typeface="Yu Gothic"/>
                <a:ea typeface="Yu Gothic"/>
                <a:cs typeface="Yu Gothic"/>
              </a:defRPr>
            </a:lvl8pPr>
            <a:lvl9pPr algn="l">
              <a:buNone/>
              <a:defRPr sz="3000" b="1">
                <a:solidFill>
                  <a:srgbClr val="18364F"/>
                </a:solidFill>
                <a:latin typeface="Yu Gothic"/>
                <a:ea typeface="Yu Gothic"/>
                <a:cs typeface="Yu Gothic"/>
              </a:defRPr>
            </a:lvl9pPr>
          </a:lstStyle>
          <a:p>
            <a:pPr algn="l">
              <a:buNone/>
              <a:defRPr sz="3000" b="1">
                <a:solidFill>
                  <a:srgbClr val="18364F"/>
                </a:solidFill>
                <a:latin typeface="Yu Gothic"/>
                <a:ea typeface="Yu Gothic"/>
                <a:cs typeface="Yu Gothic"/>
              </a:defRPr>
            </a:pPr>
            <a:r>
              <a:rPr sz="3000" b="1">
                <a:solidFill>
                  <a:srgbClr val="18364F"/>
                </a:solidFill>
                <a:latin typeface="Yu Gothic"/>
                <a:ea typeface="Yu Gothic"/>
                <a:cs typeface="Yu Gothic"/>
              </a:rPr>
              <a:t>部材の性能と接合部</a:t>
            </a:r>
          </a:p>
        </p:txBody>
      </p:sp>
      <p:cxnSp>
        <p:nvCxnSpPr>
          <p:cNvPr id="2" name="直線矢印コネクタ 1">
            <a:extLst>
              <a:ext uri="{FF2B5EF4-FFF2-40B4-BE49-F238E27FC236}">
                <a16:creationId xmlns:a16="http://schemas.microsoft.com/office/drawing/2014/main" id="{608B24FD-4F56-4288-9B4A-EB259C86DD80}"/>
              </a:ext>
            </a:extLst>
          </p:cNvPr>
          <p:cNvCxnSpPr/>
          <p:nvPr/>
        </p:nvCxnSpPr>
        <p:spPr>
          <a:xfrm>
            <a:off x="685800" y="1190625"/>
            <a:ext cx="10820400" cy="0"/>
          </a:xfrm>
          <a:prstGeom prst="straightConnector1">
            <a:avLst/>
          </a:prstGeom>
          <a:ln w="22860">
            <a:solidFill>
              <a:srgbClr val="18364F"/>
            </a:solidFill>
          </a:ln>
        </p:spPr>
      </p:cxnSp>
      <p:sp>
        <p:nvSpPr>
          <p:cNvPr id="3" name="正方形/長方形 2">
            <a:extLst>
              <a:ext uri="{FF2B5EF4-FFF2-40B4-BE49-F238E27FC236}">
                <a16:creationId xmlns:a16="http://schemas.microsoft.com/office/drawing/2014/main" id="{0CCEB822-1D57-4CF5-BA9E-4CE735A7C0AB}"/>
              </a:ext>
            </a:extLst>
          </p:cNvPr>
          <p:cNvSpPr>
            <a:spLocks noGrp="1"/>
          </p:cNvSpPr>
          <p:nvPr/>
        </p:nvSpPr>
        <p:spPr>
          <a:xfrm>
            <a:off x="685800" y="6419850"/>
            <a:ext cx="9048750" cy="238125"/>
          </a:xfrm>
          <a:prstGeom prst="rect">
            <a:avLst/>
          </a:prstGeom>
          <a:noFill/>
          <a:ln w="0">
            <a:noFill/>
          </a:ln>
        </p:spPr>
        <p:txBody>
          <a:bodyPr lIns="0" tIns="0" rIns="0" bIns="0" anchor="ctr">
            <a:noAutofit/>
          </a:bodyPr>
          <a:lstStyle>
            <a:defPPr algn="l">
              <a:defRPr sz="1425" b="0">
                <a:solidFill>
                  <a:srgbClr val="596875"/>
                </a:solidFill>
                <a:latin typeface="Yu Gothic"/>
                <a:ea typeface="Yu Gothic"/>
                <a:cs typeface="Yu Gothic"/>
              </a:defRPr>
            </a:defPPr>
            <a:lvl1pPr algn="l">
              <a:buNone/>
              <a:defRPr sz="1425" b="0">
                <a:solidFill>
                  <a:srgbClr val="596875"/>
                </a:solidFill>
                <a:latin typeface="Yu Gothic"/>
                <a:ea typeface="Yu Gothic"/>
                <a:cs typeface="Yu Gothic"/>
              </a:defRPr>
            </a:lvl1pPr>
            <a:lvl2pPr algn="l">
              <a:buNone/>
              <a:defRPr sz="1425" b="0">
                <a:solidFill>
                  <a:srgbClr val="596875"/>
                </a:solidFill>
                <a:latin typeface="Yu Gothic"/>
                <a:ea typeface="Yu Gothic"/>
                <a:cs typeface="Yu Gothic"/>
              </a:defRPr>
            </a:lvl2pPr>
            <a:lvl3pPr algn="l">
              <a:buNone/>
              <a:defRPr sz="1425" b="0">
                <a:solidFill>
                  <a:srgbClr val="596875"/>
                </a:solidFill>
                <a:latin typeface="Yu Gothic"/>
                <a:ea typeface="Yu Gothic"/>
                <a:cs typeface="Yu Gothic"/>
              </a:defRPr>
            </a:lvl3pPr>
            <a:lvl4pPr algn="l">
              <a:buNone/>
              <a:defRPr sz="1425" b="0">
                <a:solidFill>
                  <a:srgbClr val="596875"/>
                </a:solidFill>
                <a:latin typeface="Yu Gothic"/>
                <a:ea typeface="Yu Gothic"/>
                <a:cs typeface="Yu Gothic"/>
              </a:defRPr>
            </a:lvl4pPr>
            <a:lvl5pPr algn="l">
              <a:buNone/>
              <a:defRPr sz="1425" b="0">
                <a:solidFill>
                  <a:srgbClr val="596875"/>
                </a:solidFill>
                <a:latin typeface="Yu Gothic"/>
                <a:ea typeface="Yu Gothic"/>
                <a:cs typeface="Yu Gothic"/>
              </a:defRPr>
            </a:lvl5pPr>
            <a:lvl6pPr algn="l">
              <a:buNone/>
              <a:defRPr sz="1425" b="0">
                <a:solidFill>
                  <a:srgbClr val="596875"/>
                </a:solidFill>
                <a:latin typeface="Yu Gothic"/>
                <a:ea typeface="Yu Gothic"/>
                <a:cs typeface="Yu Gothic"/>
              </a:defRPr>
            </a:lvl6pPr>
            <a:lvl7pPr algn="l">
              <a:buNone/>
              <a:defRPr sz="1425" b="0">
                <a:solidFill>
                  <a:srgbClr val="596875"/>
                </a:solidFill>
                <a:latin typeface="Yu Gothic"/>
                <a:ea typeface="Yu Gothic"/>
                <a:cs typeface="Yu Gothic"/>
              </a:defRPr>
            </a:lvl7pPr>
            <a:lvl8pPr algn="l">
              <a:buNone/>
              <a:defRPr sz="1425" b="0">
                <a:solidFill>
                  <a:srgbClr val="596875"/>
                </a:solidFill>
                <a:latin typeface="Yu Gothic"/>
                <a:ea typeface="Yu Gothic"/>
                <a:cs typeface="Yu Gothic"/>
              </a:defRPr>
            </a:lvl8pPr>
            <a:lvl9pPr algn="l">
              <a:buNone/>
              <a:defRPr sz="1425" b="0">
                <a:solidFill>
                  <a:srgbClr val="596875"/>
                </a:solidFill>
                <a:latin typeface="Yu Gothic"/>
                <a:ea typeface="Yu Gothic"/>
                <a:cs typeface="Yu Gothic"/>
              </a:defRPr>
            </a:lvl9pPr>
          </a:lstStyle>
          <a:p>
            <a:pPr algn="l">
              <a:buNone/>
              <a:defRPr sz="1425" b="0">
                <a:solidFill>
                  <a:srgbClr val="596875"/>
                </a:solidFill>
                <a:latin typeface="Yu Gothic"/>
                <a:ea typeface="Yu Gothic"/>
                <a:cs typeface="Yu Gothic"/>
              </a:defRPr>
            </a:pPr>
            <a:r>
              <a:rPr lang="ja-JP" altLang="en-US" sz="1425" b="0">
                <a:solidFill>
                  <a:srgbClr val="596875"/>
                </a:solidFill>
                <a:latin typeface="Yu Gothic"/>
                <a:ea typeface="Yu Gothic"/>
                <a:cs typeface="Yu Gothic"/>
              </a:rPr>
              <a:t>木材及び木質材料学　新第</a:t>
            </a:r>
            <a:r>
              <a:rPr lang="en-US" altLang="ja-JP" sz="1425" b="0">
                <a:solidFill>
                  <a:srgbClr val="596875"/>
                </a:solidFill>
                <a:latin typeface="Yu Gothic"/>
                <a:ea typeface="Yu Gothic"/>
                <a:cs typeface="Yu Gothic"/>
              </a:rPr>
              <a:t>14</a:t>
            </a:r>
            <a:r>
              <a:rPr lang="ja-JP" altLang="en-US" sz="1425" b="0">
                <a:solidFill>
                  <a:srgbClr val="596875"/>
                </a:solidFill>
                <a:latin typeface="Yu Gothic"/>
                <a:ea typeface="Yu Gothic"/>
                <a:cs typeface="Yu Gothic"/>
              </a:rPr>
              <a:t>回　構造・燃焼</a:t>
            </a:r>
            <a:endParaRPr sz="1425" b="0">
              <a:solidFill>
                <a:srgbClr val="596875"/>
              </a:solidFill>
              <a:latin typeface="Yu Gothic"/>
              <a:ea typeface="Yu Gothic"/>
              <a:cs typeface="Yu Gothic"/>
            </a:endParaRPr>
          </a:p>
        </p:txBody>
      </p:sp>
      <p:sp>
        <p:nvSpPr>
          <p:cNvPr id="4" name="正方形/長方形 3">
            <a:extLst>
              <a:ext uri="{FF2B5EF4-FFF2-40B4-BE49-F238E27FC236}">
                <a16:creationId xmlns:a16="http://schemas.microsoft.com/office/drawing/2014/main" id="{41D5828F-9470-4659-A45A-467F3390BC08}"/>
              </a:ext>
            </a:extLst>
          </p:cNvPr>
          <p:cNvSpPr>
            <a:spLocks noGrp="1"/>
          </p:cNvSpPr>
          <p:nvPr/>
        </p:nvSpPr>
        <p:spPr>
          <a:xfrm>
            <a:off x="10858500" y="6419850"/>
            <a:ext cx="647700" cy="238125"/>
          </a:xfrm>
          <a:prstGeom prst="rect">
            <a:avLst/>
          </a:prstGeom>
          <a:noFill/>
          <a:ln w="0">
            <a:noFill/>
          </a:ln>
        </p:spPr>
        <p:txBody>
          <a:bodyPr lIns="0" tIns="0" rIns="0" bIns="0" anchor="ctr">
            <a:noAutofit/>
          </a:bodyPr>
          <a:lstStyle>
            <a:defPPr algn="r">
              <a:defRPr sz="1425" b="0">
                <a:solidFill>
                  <a:srgbClr val="596875"/>
                </a:solidFill>
                <a:latin typeface="Yu Gothic"/>
                <a:ea typeface="Yu Gothic"/>
                <a:cs typeface="Yu Gothic"/>
              </a:defRPr>
            </a:defPPr>
            <a:lvl1pPr algn="r">
              <a:buNone/>
              <a:defRPr sz="1425" b="0">
                <a:solidFill>
                  <a:srgbClr val="596875"/>
                </a:solidFill>
                <a:latin typeface="Yu Gothic"/>
                <a:ea typeface="Yu Gothic"/>
                <a:cs typeface="Yu Gothic"/>
              </a:defRPr>
            </a:lvl1pPr>
            <a:lvl2pPr algn="r">
              <a:buNone/>
              <a:defRPr sz="1425" b="0">
                <a:solidFill>
                  <a:srgbClr val="596875"/>
                </a:solidFill>
                <a:latin typeface="Yu Gothic"/>
                <a:ea typeface="Yu Gothic"/>
                <a:cs typeface="Yu Gothic"/>
              </a:defRPr>
            </a:lvl2pPr>
            <a:lvl3pPr algn="r">
              <a:buNone/>
              <a:defRPr sz="1425" b="0">
                <a:solidFill>
                  <a:srgbClr val="596875"/>
                </a:solidFill>
                <a:latin typeface="Yu Gothic"/>
                <a:ea typeface="Yu Gothic"/>
                <a:cs typeface="Yu Gothic"/>
              </a:defRPr>
            </a:lvl3pPr>
            <a:lvl4pPr algn="r">
              <a:buNone/>
              <a:defRPr sz="1425" b="0">
                <a:solidFill>
                  <a:srgbClr val="596875"/>
                </a:solidFill>
                <a:latin typeface="Yu Gothic"/>
                <a:ea typeface="Yu Gothic"/>
                <a:cs typeface="Yu Gothic"/>
              </a:defRPr>
            </a:lvl4pPr>
            <a:lvl5pPr algn="r">
              <a:buNone/>
              <a:defRPr sz="1425" b="0">
                <a:solidFill>
                  <a:srgbClr val="596875"/>
                </a:solidFill>
                <a:latin typeface="Yu Gothic"/>
                <a:ea typeface="Yu Gothic"/>
                <a:cs typeface="Yu Gothic"/>
              </a:defRPr>
            </a:lvl5pPr>
            <a:lvl6pPr algn="r">
              <a:buNone/>
              <a:defRPr sz="1425" b="0">
                <a:solidFill>
                  <a:srgbClr val="596875"/>
                </a:solidFill>
                <a:latin typeface="Yu Gothic"/>
                <a:ea typeface="Yu Gothic"/>
                <a:cs typeface="Yu Gothic"/>
              </a:defRPr>
            </a:lvl6pPr>
            <a:lvl7pPr algn="r">
              <a:buNone/>
              <a:defRPr sz="1425" b="0">
                <a:solidFill>
                  <a:srgbClr val="596875"/>
                </a:solidFill>
                <a:latin typeface="Yu Gothic"/>
                <a:ea typeface="Yu Gothic"/>
                <a:cs typeface="Yu Gothic"/>
              </a:defRPr>
            </a:lvl7pPr>
            <a:lvl8pPr algn="r">
              <a:buNone/>
              <a:defRPr sz="1425" b="0">
                <a:solidFill>
                  <a:srgbClr val="596875"/>
                </a:solidFill>
                <a:latin typeface="Yu Gothic"/>
                <a:ea typeface="Yu Gothic"/>
                <a:cs typeface="Yu Gothic"/>
              </a:defRPr>
            </a:lvl8pPr>
            <a:lvl9pPr algn="r">
              <a:buNone/>
              <a:defRPr sz="1425" b="0">
                <a:solidFill>
                  <a:srgbClr val="596875"/>
                </a:solidFill>
                <a:latin typeface="Yu Gothic"/>
                <a:ea typeface="Yu Gothic"/>
                <a:cs typeface="Yu Gothic"/>
              </a:defRPr>
            </a:lvl9pPr>
          </a:lstStyle>
          <a:p>
            <a:pPr algn="r">
              <a:buNone/>
              <a:defRPr sz="1425" b="0">
                <a:solidFill>
                  <a:srgbClr val="596875"/>
                </a:solidFill>
                <a:latin typeface="Yu Gothic"/>
                <a:ea typeface="Yu Gothic"/>
                <a:cs typeface="Yu Gothic"/>
              </a:defRPr>
            </a:pPr>
            <a:r>
              <a:rPr lang="en-US" altLang="ja-JP" sz="1425" b="0">
                <a:solidFill>
                  <a:srgbClr val="596875"/>
                </a:solidFill>
                <a:latin typeface="Yu Gothic"/>
                <a:ea typeface="Yu Gothic"/>
                <a:cs typeface="Yu Gothic"/>
              </a:rPr>
              <a:t>13</a:t>
            </a:r>
            <a:endParaRPr sz="1425" b="0">
              <a:solidFill>
                <a:srgbClr val="596875"/>
              </a:solidFill>
              <a:latin typeface="Yu Gothic"/>
              <a:ea typeface="Yu Gothic"/>
              <a:cs typeface="Yu Gothic"/>
            </a:endParaRPr>
          </a:p>
        </p:txBody>
      </p:sp>
      <p:sp>
        <p:nvSpPr>
          <p:cNvPr id="5" name="正方形/長方形 4">
            <a:extLst>
              <a:ext uri="{FF2B5EF4-FFF2-40B4-BE49-F238E27FC236}">
                <a16:creationId xmlns:a16="http://schemas.microsoft.com/office/drawing/2014/main" id="{27D04DC8-0095-4E7A-A193-858399502804}"/>
              </a:ext>
            </a:extLst>
          </p:cNvPr>
          <p:cNvSpPr>
            <a:spLocks noGrp="1"/>
          </p:cNvSpPr>
          <p:nvPr/>
        </p:nvSpPr>
        <p:spPr>
          <a:xfrm>
            <a:off x="685800" y="1571625"/>
            <a:ext cx="10820400" cy="666750"/>
          </a:xfrm>
          <a:prstGeom prst="rect">
            <a:avLst/>
          </a:prstGeom>
          <a:noFill/>
          <a:ln w="0">
            <a:noFill/>
          </a:ln>
        </p:spPr>
        <p:txBody>
          <a:bodyPr lIns="0" tIns="0" rIns="0" bIns="0" anchor="ctr">
            <a:noAutofit/>
          </a:bodyPr>
          <a:lstStyle>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Eは材料の係数、EIは断面を含む曲げ剛性</a:t>
            </a:r>
          </a:p>
        </p:txBody>
      </p:sp>
      <p:sp>
        <p:nvSpPr>
          <p:cNvPr id="6" name="正方形/長方形 5">
            <a:extLst>
              <a:ext uri="{FF2B5EF4-FFF2-40B4-BE49-F238E27FC236}">
                <a16:creationId xmlns:a16="http://schemas.microsoft.com/office/drawing/2014/main" id="{B2D49E31-9B00-41FE-9EE9-FD36910905D7}"/>
              </a:ext>
            </a:extLst>
          </p:cNvPr>
          <p:cNvSpPr>
            <a:spLocks noGrp="1"/>
          </p:cNvSpPr>
          <p:nvPr/>
        </p:nvSpPr>
        <p:spPr>
          <a:xfrm>
            <a:off x="685800" y="2352675"/>
            <a:ext cx="10820400" cy="666750"/>
          </a:xfrm>
          <a:prstGeom prst="rect">
            <a:avLst/>
          </a:prstGeom>
          <a:noFill/>
          <a:ln w="0">
            <a:noFill/>
          </a:ln>
        </p:spPr>
        <p:txBody>
          <a:bodyPr lIns="0" tIns="0" rIns="0" bIns="0" anchor="ctr">
            <a:noAutofit/>
          </a:bodyPr>
          <a:lstStyle>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積層材では各層の位置と方向が異なるため、Eの単純平均では扱えない</a:t>
            </a:r>
          </a:p>
        </p:txBody>
      </p:sp>
      <p:sp>
        <p:nvSpPr>
          <p:cNvPr id="7" name="正方形/長方形 6">
            <a:extLst>
              <a:ext uri="{FF2B5EF4-FFF2-40B4-BE49-F238E27FC236}">
                <a16:creationId xmlns:a16="http://schemas.microsoft.com/office/drawing/2014/main" id="{AADA24C9-035C-4CBB-98B7-D60E27BFBC03}"/>
              </a:ext>
            </a:extLst>
          </p:cNvPr>
          <p:cNvSpPr>
            <a:spLocks noGrp="1"/>
          </p:cNvSpPr>
          <p:nvPr/>
        </p:nvSpPr>
        <p:spPr>
          <a:xfrm>
            <a:off x="685800" y="3133725"/>
            <a:ext cx="10820400" cy="666750"/>
          </a:xfrm>
          <a:prstGeom prst="rect">
            <a:avLst/>
          </a:prstGeom>
          <a:noFill/>
          <a:ln w="0">
            <a:noFill/>
          </a:ln>
        </p:spPr>
        <p:txBody>
          <a:bodyPr lIns="0" tIns="0" rIns="0" bIns="0" anchor="ctr">
            <a:noAutofit/>
          </a:bodyPr>
          <a:lstStyle>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部材間の金物・ねじ・接着などが荷重を伝える</a:t>
            </a:r>
          </a:p>
        </p:txBody>
      </p:sp>
      <p:sp>
        <p:nvSpPr>
          <p:cNvPr id="8" name="正方形/長方形 7">
            <a:extLst>
              <a:ext uri="{FF2B5EF4-FFF2-40B4-BE49-F238E27FC236}">
                <a16:creationId xmlns:a16="http://schemas.microsoft.com/office/drawing/2014/main" id="{0FCC7B56-1F0C-4AA5-9B1B-3B65D8D79266}"/>
              </a:ext>
            </a:extLst>
          </p:cNvPr>
          <p:cNvSpPr>
            <a:spLocks noGrp="1"/>
          </p:cNvSpPr>
          <p:nvPr/>
        </p:nvSpPr>
        <p:spPr>
          <a:xfrm>
            <a:off x="685800" y="3914775"/>
            <a:ext cx="10820400" cy="666750"/>
          </a:xfrm>
          <a:prstGeom prst="rect">
            <a:avLst/>
          </a:prstGeom>
          <a:noFill/>
          <a:ln w="0">
            <a:noFill/>
          </a:ln>
        </p:spPr>
        <p:txBody>
          <a:bodyPr lIns="0" tIns="0" rIns="0" bIns="0" anchor="ctr">
            <a:noAutofit/>
          </a:bodyPr>
          <a:lstStyle>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接合部のすべりや局部的な応力も、構造全体の変形・破壊に関わる</a:t>
            </a:r>
          </a:p>
        </p:txBody>
      </p:sp>
      <p:sp>
        <p:nvSpPr>
          <p:cNvPr id="9" name="正方形/長方形 8">
            <a:extLst>
              <a:ext uri="{FF2B5EF4-FFF2-40B4-BE49-F238E27FC236}">
                <a16:creationId xmlns:a16="http://schemas.microsoft.com/office/drawing/2014/main" id="{0887F51A-047E-48C9-A1BC-E83FFF45466D}"/>
              </a:ext>
            </a:extLst>
          </p:cNvPr>
          <p:cNvSpPr>
            <a:spLocks noGrp="1"/>
          </p:cNvSpPr>
          <p:nvPr/>
        </p:nvSpPr>
        <p:spPr>
          <a:xfrm>
            <a:off x="685800" y="4695825"/>
            <a:ext cx="10820400" cy="666750"/>
          </a:xfrm>
          <a:prstGeom prst="rect">
            <a:avLst/>
          </a:prstGeom>
          <a:noFill/>
          <a:ln w="0">
            <a:noFill/>
          </a:ln>
        </p:spPr>
        <p:txBody>
          <a:bodyPr lIns="0" tIns="0" rIns="0" bIns="0" anchor="ctr">
            <a:noAutofit/>
          </a:bodyPr>
          <a:lstStyle>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大断面の利用には、運搬・施工・水分管理も必要になる</a:t>
            </a:r>
          </a:p>
        </p:txBody>
      </p:sp>
    </p:spTree>
    <p:extLst>
      <p:ext uri="{BB962C8B-B14F-4D97-AF65-F5344CB8AC3E}">
        <p14:creationId xmlns:p14="http://schemas.microsoft.com/office/powerpoint/2010/main" val="84340393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正方形/長方形 37">
            <a:extLst>
              <a:ext uri="{FF2B5EF4-FFF2-40B4-BE49-F238E27FC236}">
                <a16:creationId xmlns:a16="http://schemas.microsoft.com/office/drawing/2014/main" id="{5E3E71B0-E660-484E-8FDD-9C7DEE59CCB6}"/>
              </a:ext>
            </a:extLst>
          </p:cNvPr>
          <p:cNvSpPr>
            <a:spLocks noGrp="1"/>
          </p:cNvSpPr>
          <p:nvPr/>
        </p:nvSpPr>
        <p:spPr>
          <a:xfrm>
            <a:off x="685800" y="342900"/>
            <a:ext cx="10820400" cy="666750"/>
          </a:xfrm>
          <a:prstGeom prst="rect">
            <a:avLst/>
          </a:prstGeom>
          <a:noFill/>
          <a:ln w="0">
            <a:noFill/>
          </a:ln>
        </p:spPr>
        <p:txBody>
          <a:bodyPr lIns="0" tIns="0" rIns="0" bIns="0" anchor="ctr">
            <a:noAutofit/>
          </a:bodyPr>
          <a:lstStyle>
            <a:defPPr>
              <a:defRPr sz="3000" b="1">
                <a:solidFill>
                  <a:srgbClr val="18364F"/>
                </a:solidFill>
                <a:latin typeface="Yu Gothic"/>
                <a:ea typeface="Yu Gothic"/>
                <a:cs typeface="Yu Gothic"/>
              </a:defRPr>
            </a:defPPr>
            <a:lvl1pPr>
              <a:buNone/>
              <a:defRPr sz="3000" b="1">
                <a:solidFill>
                  <a:srgbClr val="18364F"/>
                </a:solidFill>
                <a:latin typeface="Yu Gothic"/>
                <a:ea typeface="Yu Gothic"/>
                <a:cs typeface="Yu Gothic"/>
              </a:defRPr>
            </a:lvl1pPr>
            <a:lvl2pPr>
              <a:buNone/>
              <a:defRPr sz="3000" b="1">
                <a:solidFill>
                  <a:srgbClr val="18364F"/>
                </a:solidFill>
                <a:latin typeface="Yu Gothic"/>
                <a:ea typeface="Yu Gothic"/>
                <a:cs typeface="Yu Gothic"/>
              </a:defRPr>
            </a:lvl2pPr>
            <a:lvl3pPr>
              <a:buNone/>
              <a:defRPr sz="3000" b="1">
                <a:solidFill>
                  <a:srgbClr val="18364F"/>
                </a:solidFill>
                <a:latin typeface="Yu Gothic"/>
                <a:ea typeface="Yu Gothic"/>
                <a:cs typeface="Yu Gothic"/>
              </a:defRPr>
            </a:lvl3pPr>
            <a:lvl4pPr>
              <a:buNone/>
              <a:defRPr sz="3000" b="1">
                <a:solidFill>
                  <a:srgbClr val="18364F"/>
                </a:solidFill>
                <a:latin typeface="Yu Gothic"/>
                <a:ea typeface="Yu Gothic"/>
                <a:cs typeface="Yu Gothic"/>
              </a:defRPr>
            </a:lvl4pPr>
            <a:lvl5pPr>
              <a:buNone/>
              <a:defRPr sz="3000" b="1">
                <a:solidFill>
                  <a:srgbClr val="18364F"/>
                </a:solidFill>
                <a:latin typeface="Yu Gothic"/>
                <a:ea typeface="Yu Gothic"/>
                <a:cs typeface="Yu Gothic"/>
              </a:defRPr>
            </a:lvl5pPr>
            <a:lvl6pPr>
              <a:buNone/>
              <a:defRPr sz="3000" b="1">
                <a:solidFill>
                  <a:srgbClr val="18364F"/>
                </a:solidFill>
                <a:latin typeface="Yu Gothic"/>
                <a:ea typeface="Yu Gothic"/>
                <a:cs typeface="Yu Gothic"/>
              </a:defRPr>
            </a:lvl6pPr>
            <a:lvl7pPr>
              <a:buNone/>
              <a:defRPr sz="3000" b="1">
                <a:solidFill>
                  <a:srgbClr val="18364F"/>
                </a:solidFill>
                <a:latin typeface="Yu Gothic"/>
                <a:ea typeface="Yu Gothic"/>
                <a:cs typeface="Yu Gothic"/>
              </a:defRPr>
            </a:lvl7pPr>
            <a:lvl8pPr>
              <a:buNone/>
              <a:defRPr sz="3000" b="1">
                <a:solidFill>
                  <a:srgbClr val="18364F"/>
                </a:solidFill>
                <a:latin typeface="Yu Gothic"/>
                <a:ea typeface="Yu Gothic"/>
                <a:cs typeface="Yu Gothic"/>
              </a:defRPr>
            </a:lvl8pPr>
            <a:lvl9pPr>
              <a:buNone/>
              <a:defRPr sz="3000" b="1">
                <a:solidFill>
                  <a:srgbClr val="18364F"/>
                </a:solidFill>
                <a:latin typeface="Yu Gothic"/>
                <a:ea typeface="Yu Gothic"/>
                <a:cs typeface="Yu Gothic"/>
              </a:defRPr>
            </a:lvl9pPr>
          </a:lstStyle>
          <a:p>
            <a:pPr>
              <a:buNone/>
              <a:defRPr sz="3000" b="1">
                <a:solidFill>
                  <a:srgbClr val="18364F"/>
                </a:solidFill>
                <a:latin typeface="Yu Gothic"/>
                <a:ea typeface="Yu Gothic"/>
                <a:cs typeface="Yu Gothic"/>
              </a:defRPr>
            </a:pPr>
            <a:r>
              <a:rPr sz="3000" b="1">
                <a:solidFill>
                  <a:srgbClr val="18364F"/>
                </a:solidFill>
                <a:latin typeface="Yu Gothic"/>
                <a:ea typeface="Yu Gothic"/>
                <a:cs typeface="Yu Gothic"/>
              </a:rPr>
              <a:t>直交層のせん断も、変形に含まれる</a:t>
            </a:r>
          </a:p>
        </p:txBody>
      </p:sp>
      <p:sp>
        <p:nvSpPr>
          <p:cNvPr id="2" name="正方形/長方形 1">
            <a:extLst>
              <a:ext uri="{FF2B5EF4-FFF2-40B4-BE49-F238E27FC236}">
                <a16:creationId xmlns:a16="http://schemas.microsoft.com/office/drawing/2014/main" id="{64BE2350-C45C-4917-9EC6-B26F51CEA326}"/>
              </a:ext>
            </a:extLst>
          </p:cNvPr>
          <p:cNvSpPr>
            <a:spLocks noGrp="1"/>
          </p:cNvSpPr>
          <p:nvPr/>
        </p:nvSpPr>
        <p:spPr>
          <a:xfrm>
            <a:off x="685800" y="1181100"/>
            <a:ext cx="10820400" cy="19050"/>
          </a:xfrm>
          <a:prstGeom prst="rect">
            <a:avLst/>
          </a:prstGeom>
          <a:solidFill>
            <a:srgbClr val="18364F"/>
          </a:solidFill>
          <a:ln w="0">
            <a:noFill/>
          </a:ln>
        </p:spPr>
      </p:sp>
      <p:sp>
        <p:nvSpPr>
          <p:cNvPr id="3" name="正方形/長方形 2">
            <a:extLst>
              <a:ext uri="{FF2B5EF4-FFF2-40B4-BE49-F238E27FC236}">
                <a16:creationId xmlns:a16="http://schemas.microsoft.com/office/drawing/2014/main" id="{69FB7D85-A821-4C49-9EE5-87571DD129C7}"/>
              </a:ext>
            </a:extLst>
          </p:cNvPr>
          <p:cNvSpPr>
            <a:spLocks noGrp="1"/>
          </p:cNvSpPr>
          <p:nvPr/>
        </p:nvSpPr>
        <p:spPr>
          <a:xfrm>
            <a:off x="685800" y="6419850"/>
            <a:ext cx="9334500" cy="257175"/>
          </a:xfrm>
          <a:prstGeom prst="rect">
            <a:avLst/>
          </a:prstGeom>
          <a:noFill/>
          <a:ln w="0">
            <a:noFill/>
          </a:ln>
        </p:spPr>
        <p:txBody>
          <a:bodyPr lIns="0" tIns="0" rIns="0" bIns="0" anchor="ctr">
            <a:noAutofit/>
          </a:bodyPr>
          <a:lstStyle>
            <a:defPPr>
              <a:defRPr sz="1425" b="0">
                <a:solidFill>
                  <a:srgbClr val="596875"/>
                </a:solidFill>
                <a:latin typeface="Yu Gothic"/>
                <a:ea typeface="Yu Gothic"/>
                <a:cs typeface="Yu Gothic"/>
              </a:defRPr>
            </a:defPPr>
            <a:lvl1pPr>
              <a:buNone/>
              <a:defRPr sz="1425" b="0">
                <a:solidFill>
                  <a:srgbClr val="596875"/>
                </a:solidFill>
                <a:latin typeface="Yu Gothic"/>
                <a:ea typeface="Yu Gothic"/>
                <a:cs typeface="Yu Gothic"/>
              </a:defRPr>
            </a:lvl1pPr>
            <a:lvl2pPr>
              <a:buNone/>
              <a:defRPr sz="1425" b="0">
                <a:solidFill>
                  <a:srgbClr val="596875"/>
                </a:solidFill>
                <a:latin typeface="Yu Gothic"/>
                <a:ea typeface="Yu Gothic"/>
                <a:cs typeface="Yu Gothic"/>
              </a:defRPr>
            </a:lvl2pPr>
            <a:lvl3pPr>
              <a:buNone/>
              <a:defRPr sz="1425" b="0">
                <a:solidFill>
                  <a:srgbClr val="596875"/>
                </a:solidFill>
                <a:latin typeface="Yu Gothic"/>
                <a:ea typeface="Yu Gothic"/>
                <a:cs typeface="Yu Gothic"/>
              </a:defRPr>
            </a:lvl3pPr>
            <a:lvl4pPr>
              <a:buNone/>
              <a:defRPr sz="1425" b="0">
                <a:solidFill>
                  <a:srgbClr val="596875"/>
                </a:solidFill>
                <a:latin typeface="Yu Gothic"/>
                <a:ea typeface="Yu Gothic"/>
                <a:cs typeface="Yu Gothic"/>
              </a:defRPr>
            </a:lvl4pPr>
            <a:lvl5pPr>
              <a:buNone/>
              <a:defRPr sz="1425" b="0">
                <a:solidFill>
                  <a:srgbClr val="596875"/>
                </a:solidFill>
                <a:latin typeface="Yu Gothic"/>
                <a:ea typeface="Yu Gothic"/>
                <a:cs typeface="Yu Gothic"/>
              </a:defRPr>
            </a:lvl5pPr>
            <a:lvl6pPr>
              <a:buNone/>
              <a:defRPr sz="1425" b="0">
                <a:solidFill>
                  <a:srgbClr val="596875"/>
                </a:solidFill>
                <a:latin typeface="Yu Gothic"/>
                <a:ea typeface="Yu Gothic"/>
                <a:cs typeface="Yu Gothic"/>
              </a:defRPr>
            </a:lvl6pPr>
            <a:lvl7pPr>
              <a:buNone/>
              <a:defRPr sz="1425" b="0">
                <a:solidFill>
                  <a:srgbClr val="596875"/>
                </a:solidFill>
                <a:latin typeface="Yu Gothic"/>
                <a:ea typeface="Yu Gothic"/>
                <a:cs typeface="Yu Gothic"/>
              </a:defRPr>
            </a:lvl7pPr>
            <a:lvl8pPr>
              <a:buNone/>
              <a:defRPr sz="1425" b="0">
                <a:solidFill>
                  <a:srgbClr val="596875"/>
                </a:solidFill>
                <a:latin typeface="Yu Gothic"/>
                <a:ea typeface="Yu Gothic"/>
                <a:cs typeface="Yu Gothic"/>
              </a:defRPr>
            </a:lvl8pPr>
            <a:lvl9pPr>
              <a:buNone/>
              <a:defRPr sz="1425" b="0">
                <a:solidFill>
                  <a:srgbClr val="596875"/>
                </a:solidFill>
                <a:latin typeface="Yu Gothic"/>
                <a:ea typeface="Yu Gothic"/>
                <a:cs typeface="Yu Gothic"/>
              </a:defRPr>
            </a:lvl9pPr>
          </a:lstStyle>
          <a:p>
            <a:pPr>
              <a:buNone/>
              <a:defRPr sz="1425" b="0">
                <a:solidFill>
                  <a:srgbClr val="596875"/>
                </a:solidFill>
                <a:latin typeface="Yu Gothic"/>
                <a:ea typeface="Yu Gothic"/>
                <a:cs typeface="Yu Gothic"/>
              </a:defRPr>
            </a:pPr>
            <a:r>
              <a:rPr lang="ja-JP" altLang="en-US" sz="1425" b="0">
                <a:solidFill>
                  <a:srgbClr val="596875"/>
                </a:solidFill>
                <a:latin typeface="Yu Gothic"/>
                <a:ea typeface="Yu Gothic"/>
                <a:cs typeface="Yu Gothic"/>
              </a:rPr>
              <a:t>木材及び木質材料学　新第</a:t>
            </a:r>
            <a:r>
              <a:rPr lang="en-US" altLang="ja-JP" sz="1425" b="0">
                <a:solidFill>
                  <a:srgbClr val="596875"/>
                </a:solidFill>
                <a:latin typeface="Yu Gothic"/>
                <a:ea typeface="Yu Gothic"/>
                <a:cs typeface="Yu Gothic"/>
              </a:rPr>
              <a:t>14</a:t>
            </a:r>
            <a:r>
              <a:rPr lang="ja-JP" altLang="en-US" sz="1425" b="0">
                <a:solidFill>
                  <a:srgbClr val="596875"/>
                </a:solidFill>
                <a:latin typeface="Yu Gothic"/>
                <a:ea typeface="Yu Gothic"/>
                <a:cs typeface="Yu Gothic"/>
              </a:rPr>
              <a:t>回　構造・燃焼</a:t>
            </a:r>
            <a:endParaRPr sz="1425" b="0">
              <a:solidFill>
                <a:srgbClr val="596875"/>
              </a:solidFill>
              <a:latin typeface="Yu Gothic"/>
              <a:ea typeface="Yu Gothic"/>
              <a:cs typeface="Yu Gothic"/>
            </a:endParaRPr>
          </a:p>
        </p:txBody>
      </p:sp>
      <p:sp>
        <p:nvSpPr>
          <p:cNvPr id="4" name="正方形/長方形 3">
            <a:extLst>
              <a:ext uri="{FF2B5EF4-FFF2-40B4-BE49-F238E27FC236}">
                <a16:creationId xmlns:a16="http://schemas.microsoft.com/office/drawing/2014/main" id="{8C8C60C0-7F35-4C31-8EC1-0172F1229FF6}"/>
              </a:ext>
            </a:extLst>
          </p:cNvPr>
          <p:cNvSpPr>
            <a:spLocks noGrp="1"/>
          </p:cNvSpPr>
          <p:nvPr/>
        </p:nvSpPr>
        <p:spPr>
          <a:xfrm>
            <a:off x="10763250" y="6419850"/>
            <a:ext cx="742950" cy="257175"/>
          </a:xfrm>
          <a:prstGeom prst="rect">
            <a:avLst/>
          </a:prstGeom>
          <a:noFill/>
          <a:ln w="0">
            <a:noFill/>
          </a:ln>
        </p:spPr>
        <p:txBody>
          <a:bodyPr lIns="0" tIns="0" rIns="0" bIns="0" anchor="ctr">
            <a:noAutofit/>
          </a:bodyPr>
          <a:lstStyle>
            <a:defPPr>
              <a:defRPr sz="1425" b="0">
                <a:solidFill>
                  <a:srgbClr val="596875"/>
                </a:solidFill>
                <a:latin typeface="Yu Gothic"/>
                <a:ea typeface="Yu Gothic"/>
                <a:cs typeface="Yu Gothic"/>
              </a:defRPr>
            </a:defPPr>
            <a:lvl1pPr>
              <a:buNone/>
              <a:defRPr sz="1425" b="0">
                <a:solidFill>
                  <a:srgbClr val="596875"/>
                </a:solidFill>
                <a:latin typeface="Yu Gothic"/>
                <a:ea typeface="Yu Gothic"/>
                <a:cs typeface="Yu Gothic"/>
              </a:defRPr>
            </a:lvl1pPr>
            <a:lvl2pPr>
              <a:buNone/>
              <a:defRPr sz="1425" b="0">
                <a:solidFill>
                  <a:srgbClr val="596875"/>
                </a:solidFill>
                <a:latin typeface="Yu Gothic"/>
                <a:ea typeface="Yu Gothic"/>
                <a:cs typeface="Yu Gothic"/>
              </a:defRPr>
            </a:lvl2pPr>
            <a:lvl3pPr>
              <a:buNone/>
              <a:defRPr sz="1425" b="0">
                <a:solidFill>
                  <a:srgbClr val="596875"/>
                </a:solidFill>
                <a:latin typeface="Yu Gothic"/>
                <a:ea typeface="Yu Gothic"/>
                <a:cs typeface="Yu Gothic"/>
              </a:defRPr>
            </a:lvl3pPr>
            <a:lvl4pPr>
              <a:buNone/>
              <a:defRPr sz="1425" b="0">
                <a:solidFill>
                  <a:srgbClr val="596875"/>
                </a:solidFill>
                <a:latin typeface="Yu Gothic"/>
                <a:ea typeface="Yu Gothic"/>
                <a:cs typeface="Yu Gothic"/>
              </a:defRPr>
            </a:lvl4pPr>
            <a:lvl5pPr>
              <a:buNone/>
              <a:defRPr sz="1425" b="0">
                <a:solidFill>
                  <a:srgbClr val="596875"/>
                </a:solidFill>
                <a:latin typeface="Yu Gothic"/>
                <a:ea typeface="Yu Gothic"/>
                <a:cs typeface="Yu Gothic"/>
              </a:defRPr>
            </a:lvl5pPr>
            <a:lvl6pPr>
              <a:buNone/>
              <a:defRPr sz="1425" b="0">
                <a:solidFill>
                  <a:srgbClr val="596875"/>
                </a:solidFill>
                <a:latin typeface="Yu Gothic"/>
                <a:ea typeface="Yu Gothic"/>
                <a:cs typeface="Yu Gothic"/>
              </a:defRPr>
            </a:lvl6pPr>
            <a:lvl7pPr>
              <a:buNone/>
              <a:defRPr sz="1425" b="0">
                <a:solidFill>
                  <a:srgbClr val="596875"/>
                </a:solidFill>
                <a:latin typeface="Yu Gothic"/>
                <a:ea typeface="Yu Gothic"/>
                <a:cs typeface="Yu Gothic"/>
              </a:defRPr>
            </a:lvl7pPr>
            <a:lvl8pPr>
              <a:buNone/>
              <a:defRPr sz="1425" b="0">
                <a:solidFill>
                  <a:srgbClr val="596875"/>
                </a:solidFill>
                <a:latin typeface="Yu Gothic"/>
                <a:ea typeface="Yu Gothic"/>
                <a:cs typeface="Yu Gothic"/>
              </a:defRPr>
            </a:lvl8pPr>
            <a:lvl9pPr>
              <a:buNone/>
              <a:defRPr sz="1425" b="0">
                <a:solidFill>
                  <a:srgbClr val="596875"/>
                </a:solidFill>
                <a:latin typeface="Yu Gothic"/>
                <a:ea typeface="Yu Gothic"/>
                <a:cs typeface="Yu Gothic"/>
              </a:defRPr>
            </a:lvl9pPr>
          </a:lstStyle>
          <a:p>
            <a:pPr>
              <a:buNone/>
              <a:defRPr sz="1425" b="0">
                <a:solidFill>
                  <a:srgbClr val="596875"/>
                </a:solidFill>
                <a:latin typeface="Yu Gothic"/>
                <a:ea typeface="Yu Gothic"/>
                <a:cs typeface="Yu Gothic"/>
              </a:defRPr>
            </a:pPr>
            <a:r>
              <a:rPr lang="en-US" altLang="ja-JP" sz="1425" b="0">
                <a:solidFill>
                  <a:srgbClr val="596875"/>
                </a:solidFill>
                <a:latin typeface="Yu Gothic"/>
                <a:ea typeface="Yu Gothic"/>
                <a:cs typeface="Yu Gothic"/>
              </a:rPr>
              <a:t>14</a:t>
            </a:r>
            <a:endParaRPr sz="1425" b="0">
              <a:solidFill>
                <a:srgbClr val="596875"/>
              </a:solidFill>
              <a:latin typeface="Yu Gothic"/>
              <a:ea typeface="Yu Gothic"/>
              <a:cs typeface="Yu Gothic"/>
            </a:endParaRPr>
          </a:p>
        </p:txBody>
      </p:sp>
      <p:sp>
        <p:nvSpPr>
          <p:cNvPr id="5" name="正方形/長方形 4">
            <a:extLst>
              <a:ext uri="{FF2B5EF4-FFF2-40B4-BE49-F238E27FC236}">
                <a16:creationId xmlns:a16="http://schemas.microsoft.com/office/drawing/2014/main" id="{DC0227B6-6E4C-4DF3-BA6D-CE3116633277}"/>
              </a:ext>
            </a:extLst>
          </p:cNvPr>
          <p:cNvSpPr>
            <a:spLocks noGrp="1"/>
          </p:cNvSpPr>
          <p:nvPr/>
        </p:nvSpPr>
        <p:spPr>
          <a:xfrm>
            <a:off x="1047750" y="2171700"/>
            <a:ext cx="5143500" cy="438150"/>
          </a:xfrm>
          <a:prstGeom prst="rect">
            <a:avLst/>
          </a:prstGeom>
          <a:solidFill>
            <a:srgbClr val="EBD7B8"/>
          </a:solidFill>
          <a:ln w="9525">
            <a:solidFill>
              <a:srgbClr val="596875"/>
            </a:solidFill>
          </a:ln>
        </p:spPr>
      </p:sp>
      <p:sp>
        <p:nvSpPr>
          <p:cNvPr id="6" name="フリーフォーム: 図形 5">
            <a:extLst>
              <a:ext uri="{FF2B5EF4-FFF2-40B4-BE49-F238E27FC236}">
                <a16:creationId xmlns:a16="http://schemas.microsoft.com/office/drawing/2014/main" id="{93F94A4F-1507-49C1-944E-979C3AAEABA2}"/>
              </a:ext>
            </a:extLst>
          </p:cNvPr>
          <p:cNvSpPr>
            <a:spLocks noGrp="1"/>
          </p:cNvSpPr>
          <p:nvPr/>
        </p:nvSpPr>
        <p:spPr>
          <a:xfrm>
            <a:off x="1162050" y="2325053"/>
            <a:ext cx="4914900" cy="9525"/>
          </a:xfrm>
          <a:custGeom>
            <a:avLst/>
            <a:gdLst/>
            <a:ahLst/>
            <a:cxnLst/>
            <a:rect l="0" t="0" r="0" b="0"/>
            <a:pathLst>
              <a:path w="4914900" h="9525">
                <a:moveTo>
                  <a:pt x="0" y="0"/>
                </a:moveTo>
                <a:lnTo>
                  <a:pt x="4914900" y="0"/>
                </a:lnTo>
              </a:path>
            </a:pathLst>
          </a:custGeom>
          <a:noFill/>
          <a:ln w="19050">
            <a:solidFill>
              <a:srgbClr val="A36C2F"/>
            </a:solidFill>
          </a:ln>
        </p:spPr>
      </p:sp>
      <p:sp>
        <p:nvSpPr>
          <p:cNvPr id="7" name="フリーフォーム: 図形 6">
            <a:extLst>
              <a:ext uri="{FF2B5EF4-FFF2-40B4-BE49-F238E27FC236}">
                <a16:creationId xmlns:a16="http://schemas.microsoft.com/office/drawing/2014/main" id="{87EB5BA8-A189-4064-999D-1E7387D21D8F}"/>
              </a:ext>
            </a:extLst>
          </p:cNvPr>
          <p:cNvSpPr>
            <a:spLocks noGrp="1"/>
          </p:cNvSpPr>
          <p:nvPr/>
        </p:nvSpPr>
        <p:spPr>
          <a:xfrm>
            <a:off x="1162050" y="2456498"/>
            <a:ext cx="4914900" cy="9525"/>
          </a:xfrm>
          <a:custGeom>
            <a:avLst/>
            <a:gdLst/>
            <a:ahLst/>
            <a:cxnLst/>
            <a:rect l="0" t="0" r="0" b="0"/>
            <a:pathLst>
              <a:path w="4914900" h="9525">
                <a:moveTo>
                  <a:pt x="0" y="0"/>
                </a:moveTo>
                <a:lnTo>
                  <a:pt x="4914900" y="0"/>
                </a:lnTo>
              </a:path>
            </a:pathLst>
          </a:custGeom>
          <a:noFill/>
          <a:ln w="19050">
            <a:solidFill>
              <a:srgbClr val="A36C2F"/>
            </a:solidFill>
          </a:ln>
        </p:spPr>
      </p:sp>
      <p:sp>
        <p:nvSpPr>
          <p:cNvPr id="8" name="正方形/長方形 7">
            <a:extLst>
              <a:ext uri="{FF2B5EF4-FFF2-40B4-BE49-F238E27FC236}">
                <a16:creationId xmlns:a16="http://schemas.microsoft.com/office/drawing/2014/main" id="{CB3F1838-A08B-43CA-B3B6-95E20BD2090E}"/>
              </a:ext>
            </a:extLst>
          </p:cNvPr>
          <p:cNvSpPr>
            <a:spLocks noGrp="1"/>
          </p:cNvSpPr>
          <p:nvPr/>
        </p:nvSpPr>
        <p:spPr>
          <a:xfrm>
            <a:off x="1047750" y="2638425"/>
            <a:ext cx="5143500" cy="438150"/>
          </a:xfrm>
          <a:prstGeom prst="rect">
            <a:avLst/>
          </a:prstGeom>
          <a:solidFill>
            <a:srgbClr val="D6E7F1"/>
          </a:solidFill>
          <a:ln w="9525">
            <a:solidFill>
              <a:srgbClr val="596875"/>
            </a:solidFill>
          </a:ln>
        </p:spPr>
      </p:sp>
      <p:sp>
        <p:nvSpPr>
          <p:cNvPr id="9" name="フリーフォーム: 図形 8">
            <a:extLst>
              <a:ext uri="{FF2B5EF4-FFF2-40B4-BE49-F238E27FC236}">
                <a16:creationId xmlns:a16="http://schemas.microsoft.com/office/drawing/2014/main" id="{64345B48-4544-463D-89D4-B02ED6A52ADF}"/>
              </a:ext>
            </a:extLst>
          </p:cNvPr>
          <p:cNvSpPr>
            <a:spLocks noGrp="1"/>
          </p:cNvSpPr>
          <p:nvPr/>
        </p:nvSpPr>
        <p:spPr>
          <a:xfrm>
            <a:off x="1276350" y="2695575"/>
            <a:ext cx="9525" cy="323850"/>
          </a:xfrm>
          <a:custGeom>
            <a:avLst/>
            <a:gdLst/>
            <a:ahLst/>
            <a:cxnLst/>
            <a:rect l="0" t="0" r="0" b="0"/>
            <a:pathLst>
              <a:path w="9525" h="323850">
                <a:moveTo>
                  <a:pt x="0" y="0"/>
                </a:moveTo>
                <a:lnTo>
                  <a:pt x="0" y="323850"/>
                </a:lnTo>
              </a:path>
            </a:pathLst>
          </a:custGeom>
          <a:noFill/>
          <a:ln w="19050">
            <a:solidFill>
              <a:srgbClr val="2876A8"/>
            </a:solidFill>
          </a:ln>
        </p:spPr>
      </p:sp>
      <p:sp>
        <p:nvSpPr>
          <p:cNvPr id="10" name="フリーフォーム: 図形 9">
            <a:extLst>
              <a:ext uri="{FF2B5EF4-FFF2-40B4-BE49-F238E27FC236}">
                <a16:creationId xmlns:a16="http://schemas.microsoft.com/office/drawing/2014/main" id="{2764F14D-BC76-4EC5-B435-11E39245390D}"/>
              </a:ext>
            </a:extLst>
          </p:cNvPr>
          <p:cNvSpPr>
            <a:spLocks noGrp="1"/>
          </p:cNvSpPr>
          <p:nvPr/>
        </p:nvSpPr>
        <p:spPr>
          <a:xfrm>
            <a:off x="2213610" y="2695575"/>
            <a:ext cx="9525" cy="323850"/>
          </a:xfrm>
          <a:custGeom>
            <a:avLst/>
            <a:gdLst/>
            <a:ahLst/>
            <a:cxnLst/>
            <a:rect l="0" t="0" r="0" b="0"/>
            <a:pathLst>
              <a:path w="9525" h="323850">
                <a:moveTo>
                  <a:pt x="0" y="0"/>
                </a:moveTo>
                <a:lnTo>
                  <a:pt x="0" y="323850"/>
                </a:lnTo>
              </a:path>
            </a:pathLst>
          </a:custGeom>
          <a:noFill/>
          <a:ln w="19050">
            <a:solidFill>
              <a:srgbClr val="2876A8"/>
            </a:solidFill>
          </a:ln>
        </p:spPr>
      </p:sp>
      <p:sp>
        <p:nvSpPr>
          <p:cNvPr id="11" name="フリーフォーム: 図形 10">
            <a:extLst>
              <a:ext uri="{FF2B5EF4-FFF2-40B4-BE49-F238E27FC236}">
                <a16:creationId xmlns:a16="http://schemas.microsoft.com/office/drawing/2014/main" id="{0ECE4F6D-BA2D-4D61-A19B-B05DC810C8F2}"/>
              </a:ext>
            </a:extLst>
          </p:cNvPr>
          <p:cNvSpPr>
            <a:spLocks noGrp="1"/>
          </p:cNvSpPr>
          <p:nvPr/>
        </p:nvSpPr>
        <p:spPr>
          <a:xfrm>
            <a:off x="3150870" y="2695575"/>
            <a:ext cx="9525" cy="323850"/>
          </a:xfrm>
          <a:custGeom>
            <a:avLst/>
            <a:gdLst/>
            <a:ahLst/>
            <a:cxnLst/>
            <a:rect l="0" t="0" r="0" b="0"/>
            <a:pathLst>
              <a:path w="9525" h="323850">
                <a:moveTo>
                  <a:pt x="0" y="0"/>
                </a:moveTo>
                <a:lnTo>
                  <a:pt x="0" y="323850"/>
                </a:lnTo>
              </a:path>
            </a:pathLst>
          </a:custGeom>
          <a:noFill/>
          <a:ln w="19050">
            <a:solidFill>
              <a:srgbClr val="2876A8"/>
            </a:solidFill>
          </a:ln>
        </p:spPr>
      </p:sp>
      <p:sp>
        <p:nvSpPr>
          <p:cNvPr id="12" name="フリーフォーム: 図形 11">
            <a:extLst>
              <a:ext uri="{FF2B5EF4-FFF2-40B4-BE49-F238E27FC236}">
                <a16:creationId xmlns:a16="http://schemas.microsoft.com/office/drawing/2014/main" id="{289D6873-7C78-4DF5-84B1-2AD8BF056CA6}"/>
              </a:ext>
            </a:extLst>
          </p:cNvPr>
          <p:cNvSpPr>
            <a:spLocks noGrp="1"/>
          </p:cNvSpPr>
          <p:nvPr/>
        </p:nvSpPr>
        <p:spPr>
          <a:xfrm>
            <a:off x="4088130" y="2695575"/>
            <a:ext cx="9525" cy="323850"/>
          </a:xfrm>
          <a:custGeom>
            <a:avLst/>
            <a:gdLst/>
            <a:ahLst/>
            <a:cxnLst/>
            <a:rect l="0" t="0" r="0" b="0"/>
            <a:pathLst>
              <a:path w="9525" h="323850">
                <a:moveTo>
                  <a:pt x="0" y="0"/>
                </a:moveTo>
                <a:lnTo>
                  <a:pt x="0" y="323850"/>
                </a:lnTo>
              </a:path>
            </a:pathLst>
          </a:custGeom>
          <a:noFill/>
          <a:ln w="19050">
            <a:solidFill>
              <a:srgbClr val="2876A8"/>
            </a:solidFill>
          </a:ln>
        </p:spPr>
      </p:sp>
      <p:sp>
        <p:nvSpPr>
          <p:cNvPr id="13" name="フリーフォーム: 図形 12">
            <a:extLst>
              <a:ext uri="{FF2B5EF4-FFF2-40B4-BE49-F238E27FC236}">
                <a16:creationId xmlns:a16="http://schemas.microsoft.com/office/drawing/2014/main" id="{3B6C837D-2423-49A5-8C81-13ED532528A3}"/>
              </a:ext>
            </a:extLst>
          </p:cNvPr>
          <p:cNvSpPr>
            <a:spLocks noGrp="1"/>
          </p:cNvSpPr>
          <p:nvPr/>
        </p:nvSpPr>
        <p:spPr>
          <a:xfrm>
            <a:off x="5025390" y="2695575"/>
            <a:ext cx="9525" cy="323850"/>
          </a:xfrm>
          <a:custGeom>
            <a:avLst/>
            <a:gdLst/>
            <a:ahLst/>
            <a:cxnLst/>
            <a:rect l="0" t="0" r="0" b="0"/>
            <a:pathLst>
              <a:path w="9525" h="323850">
                <a:moveTo>
                  <a:pt x="0" y="0"/>
                </a:moveTo>
                <a:lnTo>
                  <a:pt x="0" y="323850"/>
                </a:lnTo>
              </a:path>
            </a:pathLst>
          </a:custGeom>
          <a:noFill/>
          <a:ln w="19050">
            <a:solidFill>
              <a:srgbClr val="2876A8"/>
            </a:solidFill>
          </a:ln>
        </p:spPr>
      </p:sp>
      <p:sp>
        <p:nvSpPr>
          <p:cNvPr id="14" name="フリーフォーム: 図形 13">
            <a:extLst>
              <a:ext uri="{FF2B5EF4-FFF2-40B4-BE49-F238E27FC236}">
                <a16:creationId xmlns:a16="http://schemas.microsoft.com/office/drawing/2014/main" id="{89381CB1-9B0D-4A13-B223-2AF42BDAAB81}"/>
              </a:ext>
            </a:extLst>
          </p:cNvPr>
          <p:cNvSpPr>
            <a:spLocks noGrp="1"/>
          </p:cNvSpPr>
          <p:nvPr/>
        </p:nvSpPr>
        <p:spPr>
          <a:xfrm>
            <a:off x="5962650" y="2695575"/>
            <a:ext cx="9525" cy="323850"/>
          </a:xfrm>
          <a:custGeom>
            <a:avLst/>
            <a:gdLst/>
            <a:ahLst/>
            <a:cxnLst/>
            <a:rect l="0" t="0" r="0" b="0"/>
            <a:pathLst>
              <a:path w="9525" h="323850">
                <a:moveTo>
                  <a:pt x="0" y="0"/>
                </a:moveTo>
                <a:lnTo>
                  <a:pt x="0" y="323850"/>
                </a:lnTo>
              </a:path>
            </a:pathLst>
          </a:custGeom>
          <a:noFill/>
          <a:ln w="19050">
            <a:solidFill>
              <a:srgbClr val="2876A8"/>
            </a:solidFill>
          </a:ln>
        </p:spPr>
      </p:sp>
      <p:sp>
        <p:nvSpPr>
          <p:cNvPr id="15" name="正方形/長方形 14">
            <a:extLst>
              <a:ext uri="{FF2B5EF4-FFF2-40B4-BE49-F238E27FC236}">
                <a16:creationId xmlns:a16="http://schemas.microsoft.com/office/drawing/2014/main" id="{89982F2B-7A9A-4115-9D07-5D4018D5EB21}"/>
              </a:ext>
            </a:extLst>
          </p:cNvPr>
          <p:cNvSpPr>
            <a:spLocks noGrp="1"/>
          </p:cNvSpPr>
          <p:nvPr/>
        </p:nvSpPr>
        <p:spPr>
          <a:xfrm>
            <a:off x="1047750" y="3105150"/>
            <a:ext cx="5143500" cy="438150"/>
          </a:xfrm>
          <a:prstGeom prst="rect">
            <a:avLst/>
          </a:prstGeom>
          <a:solidFill>
            <a:srgbClr val="EBD7B8"/>
          </a:solidFill>
          <a:ln w="9525">
            <a:solidFill>
              <a:srgbClr val="596875"/>
            </a:solidFill>
          </a:ln>
        </p:spPr>
      </p:sp>
      <p:sp>
        <p:nvSpPr>
          <p:cNvPr id="16" name="フリーフォーム: 図形 15">
            <a:extLst>
              <a:ext uri="{FF2B5EF4-FFF2-40B4-BE49-F238E27FC236}">
                <a16:creationId xmlns:a16="http://schemas.microsoft.com/office/drawing/2014/main" id="{F2D4FF36-F2D7-4548-89C2-317CEA552464}"/>
              </a:ext>
            </a:extLst>
          </p:cNvPr>
          <p:cNvSpPr>
            <a:spLocks noGrp="1"/>
          </p:cNvSpPr>
          <p:nvPr/>
        </p:nvSpPr>
        <p:spPr>
          <a:xfrm>
            <a:off x="1162050" y="3258503"/>
            <a:ext cx="4914900" cy="9525"/>
          </a:xfrm>
          <a:custGeom>
            <a:avLst/>
            <a:gdLst/>
            <a:ahLst/>
            <a:cxnLst/>
            <a:rect l="0" t="0" r="0" b="0"/>
            <a:pathLst>
              <a:path w="4914900" h="9525">
                <a:moveTo>
                  <a:pt x="0" y="0"/>
                </a:moveTo>
                <a:lnTo>
                  <a:pt x="4914900" y="0"/>
                </a:lnTo>
              </a:path>
            </a:pathLst>
          </a:custGeom>
          <a:noFill/>
          <a:ln w="19050">
            <a:solidFill>
              <a:srgbClr val="A36C2F"/>
            </a:solidFill>
          </a:ln>
        </p:spPr>
      </p:sp>
      <p:sp>
        <p:nvSpPr>
          <p:cNvPr id="17" name="フリーフォーム: 図形 16">
            <a:extLst>
              <a:ext uri="{FF2B5EF4-FFF2-40B4-BE49-F238E27FC236}">
                <a16:creationId xmlns:a16="http://schemas.microsoft.com/office/drawing/2014/main" id="{8190AAC8-B1C4-4F88-87B1-C13749B81C56}"/>
              </a:ext>
            </a:extLst>
          </p:cNvPr>
          <p:cNvSpPr>
            <a:spLocks noGrp="1"/>
          </p:cNvSpPr>
          <p:nvPr/>
        </p:nvSpPr>
        <p:spPr>
          <a:xfrm>
            <a:off x="1162050" y="3389948"/>
            <a:ext cx="4914900" cy="9525"/>
          </a:xfrm>
          <a:custGeom>
            <a:avLst/>
            <a:gdLst/>
            <a:ahLst/>
            <a:cxnLst/>
            <a:rect l="0" t="0" r="0" b="0"/>
            <a:pathLst>
              <a:path w="4914900" h="9525">
                <a:moveTo>
                  <a:pt x="0" y="0"/>
                </a:moveTo>
                <a:lnTo>
                  <a:pt x="4914900" y="0"/>
                </a:lnTo>
              </a:path>
            </a:pathLst>
          </a:custGeom>
          <a:noFill/>
          <a:ln w="19050">
            <a:solidFill>
              <a:srgbClr val="A36C2F"/>
            </a:solidFill>
          </a:ln>
        </p:spPr>
      </p:sp>
      <p:sp>
        <p:nvSpPr>
          <p:cNvPr id="18" name="正方形/長方形 17">
            <a:extLst>
              <a:ext uri="{FF2B5EF4-FFF2-40B4-BE49-F238E27FC236}">
                <a16:creationId xmlns:a16="http://schemas.microsoft.com/office/drawing/2014/main" id="{F2F48543-A1BF-4E93-BFBC-0F7A991CCDC3}"/>
              </a:ext>
            </a:extLst>
          </p:cNvPr>
          <p:cNvSpPr>
            <a:spLocks noGrp="1"/>
          </p:cNvSpPr>
          <p:nvPr/>
        </p:nvSpPr>
        <p:spPr>
          <a:xfrm>
            <a:off x="1047750" y="3571875"/>
            <a:ext cx="5143500" cy="438150"/>
          </a:xfrm>
          <a:prstGeom prst="rect">
            <a:avLst/>
          </a:prstGeom>
          <a:solidFill>
            <a:srgbClr val="D6E7F1"/>
          </a:solidFill>
          <a:ln w="9525">
            <a:solidFill>
              <a:srgbClr val="596875"/>
            </a:solidFill>
          </a:ln>
        </p:spPr>
      </p:sp>
      <p:sp>
        <p:nvSpPr>
          <p:cNvPr id="19" name="フリーフォーム: 図形 18">
            <a:extLst>
              <a:ext uri="{FF2B5EF4-FFF2-40B4-BE49-F238E27FC236}">
                <a16:creationId xmlns:a16="http://schemas.microsoft.com/office/drawing/2014/main" id="{3020CD2A-949B-4E83-A513-C7AD09F23A6A}"/>
              </a:ext>
            </a:extLst>
          </p:cNvPr>
          <p:cNvSpPr>
            <a:spLocks noGrp="1"/>
          </p:cNvSpPr>
          <p:nvPr/>
        </p:nvSpPr>
        <p:spPr>
          <a:xfrm>
            <a:off x="1276350" y="3629025"/>
            <a:ext cx="9525" cy="323850"/>
          </a:xfrm>
          <a:custGeom>
            <a:avLst/>
            <a:gdLst/>
            <a:ahLst/>
            <a:cxnLst/>
            <a:rect l="0" t="0" r="0" b="0"/>
            <a:pathLst>
              <a:path w="9525" h="323850">
                <a:moveTo>
                  <a:pt x="0" y="0"/>
                </a:moveTo>
                <a:lnTo>
                  <a:pt x="0" y="323850"/>
                </a:lnTo>
              </a:path>
            </a:pathLst>
          </a:custGeom>
          <a:noFill/>
          <a:ln w="19050">
            <a:solidFill>
              <a:srgbClr val="2876A8"/>
            </a:solidFill>
          </a:ln>
        </p:spPr>
      </p:sp>
      <p:sp>
        <p:nvSpPr>
          <p:cNvPr id="20" name="フリーフォーム: 図形 19">
            <a:extLst>
              <a:ext uri="{FF2B5EF4-FFF2-40B4-BE49-F238E27FC236}">
                <a16:creationId xmlns:a16="http://schemas.microsoft.com/office/drawing/2014/main" id="{872831E1-FD26-4C71-90EC-CE9EE7666606}"/>
              </a:ext>
            </a:extLst>
          </p:cNvPr>
          <p:cNvSpPr>
            <a:spLocks noGrp="1"/>
          </p:cNvSpPr>
          <p:nvPr/>
        </p:nvSpPr>
        <p:spPr>
          <a:xfrm>
            <a:off x="2213610" y="3629025"/>
            <a:ext cx="9525" cy="323850"/>
          </a:xfrm>
          <a:custGeom>
            <a:avLst/>
            <a:gdLst/>
            <a:ahLst/>
            <a:cxnLst/>
            <a:rect l="0" t="0" r="0" b="0"/>
            <a:pathLst>
              <a:path w="9525" h="323850">
                <a:moveTo>
                  <a:pt x="0" y="0"/>
                </a:moveTo>
                <a:lnTo>
                  <a:pt x="0" y="323850"/>
                </a:lnTo>
              </a:path>
            </a:pathLst>
          </a:custGeom>
          <a:noFill/>
          <a:ln w="19050">
            <a:solidFill>
              <a:srgbClr val="2876A8"/>
            </a:solidFill>
          </a:ln>
        </p:spPr>
      </p:sp>
      <p:sp>
        <p:nvSpPr>
          <p:cNvPr id="21" name="フリーフォーム: 図形 20">
            <a:extLst>
              <a:ext uri="{FF2B5EF4-FFF2-40B4-BE49-F238E27FC236}">
                <a16:creationId xmlns:a16="http://schemas.microsoft.com/office/drawing/2014/main" id="{A6B53F7E-08A1-4DB8-8447-5E6E81CA0951}"/>
              </a:ext>
            </a:extLst>
          </p:cNvPr>
          <p:cNvSpPr>
            <a:spLocks noGrp="1"/>
          </p:cNvSpPr>
          <p:nvPr/>
        </p:nvSpPr>
        <p:spPr>
          <a:xfrm>
            <a:off x="3150870" y="3629025"/>
            <a:ext cx="9525" cy="323850"/>
          </a:xfrm>
          <a:custGeom>
            <a:avLst/>
            <a:gdLst/>
            <a:ahLst/>
            <a:cxnLst/>
            <a:rect l="0" t="0" r="0" b="0"/>
            <a:pathLst>
              <a:path w="9525" h="323850">
                <a:moveTo>
                  <a:pt x="0" y="0"/>
                </a:moveTo>
                <a:lnTo>
                  <a:pt x="0" y="323850"/>
                </a:lnTo>
              </a:path>
            </a:pathLst>
          </a:custGeom>
          <a:noFill/>
          <a:ln w="19050">
            <a:solidFill>
              <a:srgbClr val="2876A8"/>
            </a:solidFill>
          </a:ln>
        </p:spPr>
      </p:sp>
      <p:sp>
        <p:nvSpPr>
          <p:cNvPr id="22" name="フリーフォーム: 図形 21">
            <a:extLst>
              <a:ext uri="{FF2B5EF4-FFF2-40B4-BE49-F238E27FC236}">
                <a16:creationId xmlns:a16="http://schemas.microsoft.com/office/drawing/2014/main" id="{9A1D5F19-8BBC-4713-99A6-86E2764CEA7D}"/>
              </a:ext>
            </a:extLst>
          </p:cNvPr>
          <p:cNvSpPr>
            <a:spLocks noGrp="1"/>
          </p:cNvSpPr>
          <p:nvPr/>
        </p:nvSpPr>
        <p:spPr>
          <a:xfrm>
            <a:off x="4088130" y="3629025"/>
            <a:ext cx="9525" cy="323850"/>
          </a:xfrm>
          <a:custGeom>
            <a:avLst/>
            <a:gdLst/>
            <a:ahLst/>
            <a:cxnLst/>
            <a:rect l="0" t="0" r="0" b="0"/>
            <a:pathLst>
              <a:path w="9525" h="323850">
                <a:moveTo>
                  <a:pt x="0" y="0"/>
                </a:moveTo>
                <a:lnTo>
                  <a:pt x="0" y="323850"/>
                </a:lnTo>
              </a:path>
            </a:pathLst>
          </a:custGeom>
          <a:noFill/>
          <a:ln w="19050">
            <a:solidFill>
              <a:srgbClr val="2876A8"/>
            </a:solidFill>
          </a:ln>
        </p:spPr>
      </p:sp>
      <p:sp>
        <p:nvSpPr>
          <p:cNvPr id="23" name="フリーフォーム: 図形 22">
            <a:extLst>
              <a:ext uri="{FF2B5EF4-FFF2-40B4-BE49-F238E27FC236}">
                <a16:creationId xmlns:a16="http://schemas.microsoft.com/office/drawing/2014/main" id="{1EAD6205-8A3C-40FD-BDBC-7EFFE952253A}"/>
              </a:ext>
            </a:extLst>
          </p:cNvPr>
          <p:cNvSpPr>
            <a:spLocks noGrp="1"/>
          </p:cNvSpPr>
          <p:nvPr/>
        </p:nvSpPr>
        <p:spPr>
          <a:xfrm>
            <a:off x="5025390" y="3629025"/>
            <a:ext cx="9525" cy="323850"/>
          </a:xfrm>
          <a:custGeom>
            <a:avLst/>
            <a:gdLst/>
            <a:ahLst/>
            <a:cxnLst/>
            <a:rect l="0" t="0" r="0" b="0"/>
            <a:pathLst>
              <a:path w="9525" h="323850">
                <a:moveTo>
                  <a:pt x="0" y="0"/>
                </a:moveTo>
                <a:lnTo>
                  <a:pt x="0" y="323850"/>
                </a:lnTo>
              </a:path>
            </a:pathLst>
          </a:custGeom>
          <a:noFill/>
          <a:ln w="19050">
            <a:solidFill>
              <a:srgbClr val="2876A8"/>
            </a:solidFill>
          </a:ln>
        </p:spPr>
      </p:sp>
      <p:sp>
        <p:nvSpPr>
          <p:cNvPr id="24" name="フリーフォーム: 図形 23">
            <a:extLst>
              <a:ext uri="{FF2B5EF4-FFF2-40B4-BE49-F238E27FC236}">
                <a16:creationId xmlns:a16="http://schemas.microsoft.com/office/drawing/2014/main" id="{420414F2-5E97-4CA4-A895-14CCEBE23F4A}"/>
              </a:ext>
            </a:extLst>
          </p:cNvPr>
          <p:cNvSpPr>
            <a:spLocks noGrp="1"/>
          </p:cNvSpPr>
          <p:nvPr/>
        </p:nvSpPr>
        <p:spPr>
          <a:xfrm>
            <a:off x="5962650" y="3629025"/>
            <a:ext cx="9525" cy="323850"/>
          </a:xfrm>
          <a:custGeom>
            <a:avLst/>
            <a:gdLst/>
            <a:ahLst/>
            <a:cxnLst/>
            <a:rect l="0" t="0" r="0" b="0"/>
            <a:pathLst>
              <a:path w="9525" h="323850">
                <a:moveTo>
                  <a:pt x="0" y="0"/>
                </a:moveTo>
                <a:lnTo>
                  <a:pt x="0" y="323850"/>
                </a:lnTo>
              </a:path>
            </a:pathLst>
          </a:custGeom>
          <a:noFill/>
          <a:ln w="19050">
            <a:solidFill>
              <a:srgbClr val="2876A8"/>
            </a:solidFill>
          </a:ln>
        </p:spPr>
      </p:sp>
      <p:sp>
        <p:nvSpPr>
          <p:cNvPr id="25" name="正方形/長方形 24">
            <a:extLst>
              <a:ext uri="{FF2B5EF4-FFF2-40B4-BE49-F238E27FC236}">
                <a16:creationId xmlns:a16="http://schemas.microsoft.com/office/drawing/2014/main" id="{2A6715BC-5FB4-4A4B-870A-7935F3C6CE60}"/>
              </a:ext>
            </a:extLst>
          </p:cNvPr>
          <p:cNvSpPr>
            <a:spLocks noGrp="1"/>
          </p:cNvSpPr>
          <p:nvPr/>
        </p:nvSpPr>
        <p:spPr>
          <a:xfrm>
            <a:off x="1047750" y="4038600"/>
            <a:ext cx="5143500" cy="438150"/>
          </a:xfrm>
          <a:prstGeom prst="rect">
            <a:avLst/>
          </a:prstGeom>
          <a:solidFill>
            <a:srgbClr val="EBD7B8"/>
          </a:solidFill>
          <a:ln w="9525">
            <a:solidFill>
              <a:srgbClr val="596875"/>
            </a:solidFill>
          </a:ln>
        </p:spPr>
      </p:sp>
      <p:sp>
        <p:nvSpPr>
          <p:cNvPr id="26" name="フリーフォーム: 図形 25">
            <a:extLst>
              <a:ext uri="{FF2B5EF4-FFF2-40B4-BE49-F238E27FC236}">
                <a16:creationId xmlns:a16="http://schemas.microsoft.com/office/drawing/2014/main" id="{D77AE9E2-3C6C-4308-9C82-48657EF3977E}"/>
              </a:ext>
            </a:extLst>
          </p:cNvPr>
          <p:cNvSpPr>
            <a:spLocks noGrp="1"/>
          </p:cNvSpPr>
          <p:nvPr/>
        </p:nvSpPr>
        <p:spPr>
          <a:xfrm>
            <a:off x="1162050" y="4191953"/>
            <a:ext cx="4914900" cy="9525"/>
          </a:xfrm>
          <a:custGeom>
            <a:avLst/>
            <a:gdLst/>
            <a:ahLst/>
            <a:cxnLst/>
            <a:rect l="0" t="0" r="0" b="0"/>
            <a:pathLst>
              <a:path w="4914900" h="9525">
                <a:moveTo>
                  <a:pt x="0" y="0"/>
                </a:moveTo>
                <a:lnTo>
                  <a:pt x="4914900" y="0"/>
                </a:lnTo>
              </a:path>
            </a:pathLst>
          </a:custGeom>
          <a:noFill/>
          <a:ln w="19050">
            <a:solidFill>
              <a:srgbClr val="A36C2F"/>
            </a:solidFill>
          </a:ln>
        </p:spPr>
      </p:sp>
      <p:sp>
        <p:nvSpPr>
          <p:cNvPr id="27" name="フリーフォーム: 図形 26">
            <a:extLst>
              <a:ext uri="{FF2B5EF4-FFF2-40B4-BE49-F238E27FC236}">
                <a16:creationId xmlns:a16="http://schemas.microsoft.com/office/drawing/2014/main" id="{85E02557-5D31-499C-8FD5-9C1B7188B2E4}"/>
              </a:ext>
            </a:extLst>
          </p:cNvPr>
          <p:cNvSpPr>
            <a:spLocks noGrp="1"/>
          </p:cNvSpPr>
          <p:nvPr/>
        </p:nvSpPr>
        <p:spPr>
          <a:xfrm>
            <a:off x="1162050" y="4323398"/>
            <a:ext cx="4914900" cy="9525"/>
          </a:xfrm>
          <a:custGeom>
            <a:avLst/>
            <a:gdLst/>
            <a:ahLst/>
            <a:cxnLst/>
            <a:rect l="0" t="0" r="0" b="0"/>
            <a:pathLst>
              <a:path w="4914900" h="9525">
                <a:moveTo>
                  <a:pt x="0" y="0"/>
                </a:moveTo>
                <a:lnTo>
                  <a:pt x="4914900" y="0"/>
                </a:lnTo>
              </a:path>
            </a:pathLst>
          </a:custGeom>
          <a:noFill/>
          <a:ln w="19050">
            <a:solidFill>
              <a:srgbClr val="A36C2F"/>
            </a:solidFill>
          </a:ln>
        </p:spPr>
      </p:sp>
      <p:sp>
        <p:nvSpPr>
          <p:cNvPr id="28" name="フリーフォーム: 図形 27">
            <a:extLst>
              <a:ext uri="{FF2B5EF4-FFF2-40B4-BE49-F238E27FC236}">
                <a16:creationId xmlns:a16="http://schemas.microsoft.com/office/drawing/2014/main" id="{272405C3-1111-4523-91D8-BD04C493F375}"/>
              </a:ext>
            </a:extLst>
          </p:cNvPr>
          <p:cNvSpPr>
            <a:spLocks noGrp="1"/>
          </p:cNvSpPr>
          <p:nvPr/>
        </p:nvSpPr>
        <p:spPr>
          <a:xfrm>
            <a:off x="1238250" y="2762250"/>
            <a:ext cx="4524375" cy="9525"/>
          </a:xfrm>
          <a:custGeom>
            <a:avLst/>
            <a:gdLst/>
            <a:ahLst/>
            <a:cxnLst/>
            <a:rect l="0" t="0" r="0" b="0"/>
            <a:pathLst>
              <a:path w="4524375" h="9525">
                <a:moveTo>
                  <a:pt x="0" y="0"/>
                </a:moveTo>
                <a:lnTo>
                  <a:pt x="4524375" y="0"/>
                </a:lnTo>
              </a:path>
            </a:pathLst>
          </a:custGeom>
          <a:noFill/>
          <a:ln w="38100">
            <a:solidFill>
              <a:srgbClr val="2876A8"/>
            </a:solidFill>
          </a:ln>
        </p:spPr>
      </p:sp>
      <p:sp>
        <p:nvSpPr>
          <p:cNvPr id="29" name="フリーフォーム: 図形 28">
            <a:extLst>
              <a:ext uri="{FF2B5EF4-FFF2-40B4-BE49-F238E27FC236}">
                <a16:creationId xmlns:a16="http://schemas.microsoft.com/office/drawing/2014/main" id="{3EEDCA36-1319-4020-8010-3DAC37F62081}"/>
              </a:ext>
            </a:extLst>
          </p:cNvPr>
          <p:cNvSpPr>
            <a:spLocks noGrp="1"/>
          </p:cNvSpPr>
          <p:nvPr/>
        </p:nvSpPr>
        <p:spPr>
          <a:xfrm>
            <a:off x="5640821" y="2762250"/>
            <a:ext cx="121804" cy="74679"/>
          </a:xfrm>
          <a:custGeom>
            <a:avLst/>
            <a:gdLst/>
            <a:ahLst/>
            <a:cxnLst/>
            <a:rect l="0" t="0" r="0" b="0"/>
            <a:pathLst>
              <a:path w="121804" h="74679">
                <a:moveTo>
                  <a:pt x="121804" y="0"/>
                </a:moveTo>
                <a:lnTo>
                  <a:pt x="0" y="74679"/>
                </a:lnTo>
              </a:path>
            </a:pathLst>
          </a:custGeom>
          <a:noFill/>
          <a:ln w="38100">
            <a:solidFill>
              <a:srgbClr val="2876A8"/>
            </a:solidFill>
          </a:ln>
        </p:spPr>
      </p:sp>
      <p:sp>
        <p:nvSpPr>
          <p:cNvPr id="30" name="フリーフォーム: 図形 29">
            <a:extLst>
              <a:ext uri="{FF2B5EF4-FFF2-40B4-BE49-F238E27FC236}">
                <a16:creationId xmlns:a16="http://schemas.microsoft.com/office/drawing/2014/main" id="{E0E24DBD-47C0-4EED-AFF7-575E0D8369DB}"/>
              </a:ext>
            </a:extLst>
          </p:cNvPr>
          <p:cNvSpPr>
            <a:spLocks noGrp="1"/>
          </p:cNvSpPr>
          <p:nvPr/>
        </p:nvSpPr>
        <p:spPr>
          <a:xfrm>
            <a:off x="5640821" y="2687571"/>
            <a:ext cx="121804" cy="74679"/>
          </a:xfrm>
          <a:custGeom>
            <a:avLst/>
            <a:gdLst/>
            <a:ahLst/>
            <a:cxnLst/>
            <a:rect l="0" t="0" r="0" b="0"/>
            <a:pathLst>
              <a:path w="121804" h="74679">
                <a:moveTo>
                  <a:pt x="121804" y="74679"/>
                </a:moveTo>
                <a:lnTo>
                  <a:pt x="0" y="0"/>
                </a:lnTo>
              </a:path>
            </a:pathLst>
          </a:custGeom>
          <a:noFill/>
          <a:ln w="38100">
            <a:solidFill>
              <a:srgbClr val="2876A8"/>
            </a:solidFill>
          </a:ln>
        </p:spPr>
      </p:sp>
      <p:sp>
        <p:nvSpPr>
          <p:cNvPr id="31" name="フリーフォーム: 図形 30">
            <a:extLst>
              <a:ext uri="{FF2B5EF4-FFF2-40B4-BE49-F238E27FC236}">
                <a16:creationId xmlns:a16="http://schemas.microsoft.com/office/drawing/2014/main" id="{E5E6B96B-9213-4C05-9CBF-238534AD6A6F}"/>
              </a:ext>
            </a:extLst>
          </p:cNvPr>
          <p:cNvSpPr>
            <a:spLocks noGrp="1"/>
          </p:cNvSpPr>
          <p:nvPr/>
        </p:nvSpPr>
        <p:spPr>
          <a:xfrm>
            <a:off x="1238250" y="3000375"/>
            <a:ext cx="4524375" cy="9525"/>
          </a:xfrm>
          <a:custGeom>
            <a:avLst/>
            <a:gdLst/>
            <a:ahLst/>
            <a:cxnLst/>
            <a:rect l="0" t="0" r="0" b="0"/>
            <a:pathLst>
              <a:path w="4524375" h="9525">
                <a:moveTo>
                  <a:pt x="4524375" y="0"/>
                </a:moveTo>
                <a:lnTo>
                  <a:pt x="0" y="0"/>
                </a:lnTo>
              </a:path>
            </a:pathLst>
          </a:custGeom>
          <a:noFill/>
          <a:ln w="38100">
            <a:solidFill>
              <a:srgbClr val="2876A8"/>
            </a:solidFill>
          </a:ln>
        </p:spPr>
      </p:sp>
      <p:sp>
        <p:nvSpPr>
          <p:cNvPr id="32" name="フリーフォーム: 図形 31">
            <a:extLst>
              <a:ext uri="{FF2B5EF4-FFF2-40B4-BE49-F238E27FC236}">
                <a16:creationId xmlns:a16="http://schemas.microsoft.com/office/drawing/2014/main" id="{D74D5994-FABE-42C7-982A-5ABA63FEA0D4}"/>
              </a:ext>
            </a:extLst>
          </p:cNvPr>
          <p:cNvSpPr>
            <a:spLocks noGrp="1"/>
          </p:cNvSpPr>
          <p:nvPr/>
        </p:nvSpPr>
        <p:spPr>
          <a:xfrm>
            <a:off x="1238250" y="2925696"/>
            <a:ext cx="121804" cy="74679"/>
          </a:xfrm>
          <a:custGeom>
            <a:avLst/>
            <a:gdLst/>
            <a:ahLst/>
            <a:cxnLst/>
            <a:rect l="0" t="0" r="0" b="0"/>
            <a:pathLst>
              <a:path w="121804" h="74679">
                <a:moveTo>
                  <a:pt x="0" y="74679"/>
                </a:moveTo>
                <a:lnTo>
                  <a:pt x="121804" y="0"/>
                </a:lnTo>
              </a:path>
            </a:pathLst>
          </a:custGeom>
          <a:noFill/>
          <a:ln w="38100">
            <a:solidFill>
              <a:srgbClr val="2876A8"/>
            </a:solidFill>
          </a:ln>
        </p:spPr>
      </p:sp>
      <p:sp>
        <p:nvSpPr>
          <p:cNvPr id="33" name="フリーフォーム: 図形 32">
            <a:extLst>
              <a:ext uri="{FF2B5EF4-FFF2-40B4-BE49-F238E27FC236}">
                <a16:creationId xmlns:a16="http://schemas.microsoft.com/office/drawing/2014/main" id="{1047ED6E-0D3D-44F9-A384-58C9B7C9D151}"/>
              </a:ext>
            </a:extLst>
          </p:cNvPr>
          <p:cNvSpPr>
            <a:spLocks noGrp="1"/>
          </p:cNvSpPr>
          <p:nvPr/>
        </p:nvSpPr>
        <p:spPr>
          <a:xfrm>
            <a:off x="1238250" y="3000375"/>
            <a:ext cx="121804" cy="74679"/>
          </a:xfrm>
          <a:custGeom>
            <a:avLst/>
            <a:gdLst/>
            <a:ahLst/>
            <a:cxnLst/>
            <a:rect l="0" t="0" r="0" b="0"/>
            <a:pathLst>
              <a:path w="121804" h="74679">
                <a:moveTo>
                  <a:pt x="0" y="0"/>
                </a:moveTo>
                <a:lnTo>
                  <a:pt x="121804" y="74679"/>
                </a:lnTo>
              </a:path>
            </a:pathLst>
          </a:custGeom>
          <a:noFill/>
          <a:ln w="38100">
            <a:solidFill>
              <a:srgbClr val="2876A8"/>
            </a:solidFill>
          </a:ln>
        </p:spPr>
      </p:sp>
      <p:sp>
        <p:nvSpPr>
          <p:cNvPr id="34" name="正方形/長方形 33">
            <a:extLst>
              <a:ext uri="{FF2B5EF4-FFF2-40B4-BE49-F238E27FC236}">
                <a16:creationId xmlns:a16="http://schemas.microsoft.com/office/drawing/2014/main" id="{CCE2883E-0023-4B9C-B880-9928A70C0A58}"/>
              </a:ext>
            </a:extLst>
          </p:cNvPr>
          <p:cNvSpPr>
            <a:spLocks noGrp="1"/>
          </p:cNvSpPr>
          <p:nvPr/>
        </p:nvSpPr>
        <p:spPr>
          <a:xfrm>
            <a:off x="7000875" y="2562225"/>
            <a:ext cx="4286250" cy="781050"/>
          </a:xfrm>
          <a:prstGeom prst="rect">
            <a:avLst/>
          </a:prstGeom>
          <a:noFill/>
          <a:ln w="0">
            <a:noFill/>
          </a:ln>
        </p:spPr>
        <p:txBody>
          <a:bodyPr lIns="0" tIns="0" rIns="0" bIns="0" anchor="ctr">
            <a:noAutofit/>
          </a:bodyPr>
          <a:lstStyle>
            <a:defPPr>
              <a:defRPr sz="2475" b="1">
                <a:solidFill>
                  <a:srgbClr val="2876A8"/>
                </a:solidFill>
                <a:latin typeface="Yu Gothic"/>
                <a:ea typeface="Yu Gothic"/>
                <a:cs typeface="Yu Gothic"/>
              </a:defRPr>
            </a:defPPr>
            <a:lvl1pPr>
              <a:buNone/>
              <a:defRPr sz="2475" b="1">
                <a:solidFill>
                  <a:srgbClr val="2876A8"/>
                </a:solidFill>
                <a:latin typeface="Yu Gothic"/>
                <a:ea typeface="Yu Gothic"/>
                <a:cs typeface="Yu Gothic"/>
              </a:defRPr>
            </a:lvl1pPr>
            <a:lvl2pPr>
              <a:buNone/>
              <a:defRPr sz="2475" b="1">
                <a:solidFill>
                  <a:srgbClr val="2876A8"/>
                </a:solidFill>
                <a:latin typeface="Yu Gothic"/>
                <a:ea typeface="Yu Gothic"/>
                <a:cs typeface="Yu Gothic"/>
              </a:defRPr>
            </a:lvl2pPr>
            <a:lvl3pPr>
              <a:buNone/>
              <a:defRPr sz="2475" b="1">
                <a:solidFill>
                  <a:srgbClr val="2876A8"/>
                </a:solidFill>
                <a:latin typeface="Yu Gothic"/>
                <a:ea typeface="Yu Gothic"/>
                <a:cs typeface="Yu Gothic"/>
              </a:defRPr>
            </a:lvl3pPr>
            <a:lvl4pPr>
              <a:buNone/>
              <a:defRPr sz="2475" b="1">
                <a:solidFill>
                  <a:srgbClr val="2876A8"/>
                </a:solidFill>
                <a:latin typeface="Yu Gothic"/>
                <a:ea typeface="Yu Gothic"/>
                <a:cs typeface="Yu Gothic"/>
              </a:defRPr>
            </a:lvl4pPr>
            <a:lvl5pPr>
              <a:buNone/>
              <a:defRPr sz="2475" b="1">
                <a:solidFill>
                  <a:srgbClr val="2876A8"/>
                </a:solidFill>
                <a:latin typeface="Yu Gothic"/>
                <a:ea typeface="Yu Gothic"/>
                <a:cs typeface="Yu Gothic"/>
              </a:defRPr>
            </a:lvl5pPr>
            <a:lvl6pPr>
              <a:buNone/>
              <a:defRPr sz="2475" b="1">
                <a:solidFill>
                  <a:srgbClr val="2876A8"/>
                </a:solidFill>
                <a:latin typeface="Yu Gothic"/>
                <a:ea typeface="Yu Gothic"/>
                <a:cs typeface="Yu Gothic"/>
              </a:defRPr>
            </a:lvl6pPr>
            <a:lvl7pPr>
              <a:buNone/>
              <a:defRPr sz="2475" b="1">
                <a:solidFill>
                  <a:srgbClr val="2876A8"/>
                </a:solidFill>
                <a:latin typeface="Yu Gothic"/>
                <a:ea typeface="Yu Gothic"/>
                <a:cs typeface="Yu Gothic"/>
              </a:defRPr>
            </a:lvl7pPr>
            <a:lvl8pPr>
              <a:buNone/>
              <a:defRPr sz="2475" b="1">
                <a:solidFill>
                  <a:srgbClr val="2876A8"/>
                </a:solidFill>
                <a:latin typeface="Yu Gothic"/>
                <a:ea typeface="Yu Gothic"/>
                <a:cs typeface="Yu Gothic"/>
              </a:defRPr>
            </a:lvl8pPr>
            <a:lvl9pPr>
              <a:buNone/>
              <a:defRPr sz="2475" b="1">
                <a:solidFill>
                  <a:srgbClr val="2876A8"/>
                </a:solidFill>
                <a:latin typeface="Yu Gothic"/>
                <a:ea typeface="Yu Gothic"/>
                <a:cs typeface="Yu Gothic"/>
              </a:defRPr>
            </a:lvl9pPr>
          </a:lstStyle>
          <a:p>
            <a:pPr>
              <a:buNone/>
              <a:defRPr sz="2475" b="1">
                <a:solidFill>
                  <a:srgbClr val="2876A8"/>
                </a:solidFill>
                <a:latin typeface="Yu Gothic"/>
                <a:ea typeface="Yu Gothic"/>
                <a:cs typeface="Yu Gothic"/>
              </a:defRPr>
            </a:pPr>
            <a:r>
              <a:rPr sz="2475" b="1">
                <a:solidFill>
                  <a:srgbClr val="2876A8"/>
                </a:solidFill>
                <a:latin typeface="Yu Gothic"/>
                <a:ea typeface="Yu Gothic"/>
                <a:cs typeface="Yu Gothic"/>
              </a:rPr>
              <a:t>直交層のせん断</a:t>
            </a:r>
          </a:p>
        </p:txBody>
      </p:sp>
      <p:sp>
        <p:nvSpPr>
          <p:cNvPr id="35" name="正方形/長方形 34">
            <a:extLst>
              <a:ext uri="{FF2B5EF4-FFF2-40B4-BE49-F238E27FC236}">
                <a16:creationId xmlns:a16="http://schemas.microsoft.com/office/drawing/2014/main" id="{9536716B-1A9B-461A-85F0-7F03BE80A7AC}"/>
              </a:ext>
            </a:extLst>
          </p:cNvPr>
          <p:cNvSpPr>
            <a:spLocks noGrp="1"/>
          </p:cNvSpPr>
          <p:nvPr/>
        </p:nvSpPr>
        <p:spPr>
          <a:xfrm>
            <a:off x="7000875" y="3552825"/>
            <a:ext cx="4381500" cy="1095375"/>
          </a:xfrm>
          <a:prstGeom prst="rect">
            <a:avLst/>
          </a:prstGeom>
          <a:noFill/>
          <a:ln w="0">
            <a:noFill/>
          </a:ln>
        </p:spPr>
        <p:txBody>
          <a:bodyPr lIns="0" tIns="0" rIns="0" bIns="0" anchor="ctr">
            <a:noAutofit/>
          </a:bodyPr>
          <a:lstStyle>
            <a:defPPr>
              <a:defRPr sz="2175" b="0">
                <a:solidFill>
                  <a:srgbClr val="253C4D"/>
                </a:solidFill>
                <a:latin typeface="Yu Gothic"/>
                <a:ea typeface="Yu Gothic"/>
                <a:cs typeface="Yu Gothic"/>
              </a:defRPr>
            </a:defPPr>
            <a:lvl1pPr>
              <a:buNone/>
              <a:defRPr sz="2175" b="0">
                <a:solidFill>
                  <a:srgbClr val="253C4D"/>
                </a:solidFill>
                <a:latin typeface="Yu Gothic"/>
                <a:ea typeface="Yu Gothic"/>
                <a:cs typeface="Yu Gothic"/>
              </a:defRPr>
            </a:lvl1pPr>
            <a:lvl2pPr>
              <a:buNone/>
              <a:defRPr sz="2175" b="0">
                <a:solidFill>
                  <a:srgbClr val="253C4D"/>
                </a:solidFill>
                <a:latin typeface="Yu Gothic"/>
                <a:ea typeface="Yu Gothic"/>
                <a:cs typeface="Yu Gothic"/>
              </a:defRPr>
            </a:lvl2pPr>
            <a:lvl3pPr>
              <a:buNone/>
              <a:defRPr sz="2175" b="0">
                <a:solidFill>
                  <a:srgbClr val="253C4D"/>
                </a:solidFill>
                <a:latin typeface="Yu Gothic"/>
                <a:ea typeface="Yu Gothic"/>
                <a:cs typeface="Yu Gothic"/>
              </a:defRPr>
            </a:lvl3pPr>
            <a:lvl4pPr>
              <a:buNone/>
              <a:defRPr sz="2175" b="0">
                <a:solidFill>
                  <a:srgbClr val="253C4D"/>
                </a:solidFill>
                <a:latin typeface="Yu Gothic"/>
                <a:ea typeface="Yu Gothic"/>
                <a:cs typeface="Yu Gothic"/>
              </a:defRPr>
            </a:lvl4pPr>
            <a:lvl5pPr>
              <a:buNone/>
              <a:defRPr sz="2175" b="0">
                <a:solidFill>
                  <a:srgbClr val="253C4D"/>
                </a:solidFill>
                <a:latin typeface="Yu Gothic"/>
                <a:ea typeface="Yu Gothic"/>
                <a:cs typeface="Yu Gothic"/>
              </a:defRPr>
            </a:lvl5pPr>
            <a:lvl6pPr>
              <a:buNone/>
              <a:defRPr sz="2175" b="0">
                <a:solidFill>
                  <a:srgbClr val="253C4D"/>
                </a:solidFill>
                <a:latin typeface="Yu Gothic"/>
                <a:ea typeface="Yu Gothic"/>
                <a:cs typeface="Yu Gothic"/>
              </a:defRPr>
            </a:lvl6pPr>
            <a:lvl7pPr>
              <a:buNone/>
              <a:defRPr sz="2175" b="0">
                <a:solidFill>
                  <a:srgbClr val="253C4D"/>
                </a:solidFill>
                <a:latin typeface="Yu Gothic"/>
                <a:ea typeface="Yu Gothic"/>
                <a:cs typeface="Yu Gothic"/>
              </a:defRPr>
            </a:lvl7pPr>
            <a:lvl8pPr>
              <a:buNone/>
              <a:defRPr sz="2175" b="0">
                <a:solidFill>
                  <a:srgbClr val="253C4D"/>
                </a:solidFill>
                <a:latin typeface="Yu Gothic"/>
                <a:ea typeface="Yu Gothic"/>
                <a:cs typeface="Yu Gothic"/>
              </a:defRPr>
            </a:lvl8pPr>
            <a:lvl9pPr>
              <a:buNone/>
              <a:defRPr sz="2175" b="0">
                <a:solidFill>
                  <a:srgbClr val="253C4D"/>
                </a:solidFill>
                <a:latin typeface="Yu Gothic"/>
                <a:ea typeface="Yu Gothic"/>
                <a:cs typeface="Yu Gothic"/>
              </a:defRPr>
            </a:lvl9pPr>
          </a:lstStyle>
          <a:p>
            <a:pPr>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繊維に直交する面で</a:t>
            </a:r>
          </a:p>
          <a:p>
            <a:pPr>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ずれるような変形</a:t>
            </a:r>
          </a:p>
        </p:txBody>
      </p:sp>
      <p:sp>
        <p:nvSpPr>
          <p:cNvPr id="36" name="正方形/長方形 35">
            <a:extLst>
              <a:ext uri="{FF2B5EF4-FFF2-40B4-BE49-F238E27FC236}">
                <a16:creationId xmlns:a16="http://schemas.microsoft.com/office/drawing/2014/main" id="{FC760D6C-CCFC-4FED-B699-5C232E4DAA59}"/>
              </a:ext>
            </a:extLst>
          </p:cNvPr>
          <p:cNvSpPr>
            <a:spLocks noGrp="1"/>
          </p:cNvSpPr>
          <p:nvPr/>
        </p:nvSpPr>
        <p:spPr>
          <a:xfrm>
            <a:off x="838200" y="5143500"/>
            <a:ext cx="10477500" cy="581025"/>
          </a:xfrm>
          <a:prstGeom prst="rect">
            <a:avLst/>
          </a:prstGeom>
          <a:noFill/>
          <a:ln w="0">
            <a:noFill/>
          </a:ln>
        </p:spPr>
        <p:txBody>
          <a:bodyPr lIns="0" tIns="0" rIns="0" bIns="0" anchor="ctr">
            <a:noAutofit/>
          </a:bodyPr>
          <a:lstStyle>
            <a:defPPr>
              <a:defRPr sz="2325" b="1">
                <a:solidFill>
                  <a:srgbClr val="18364F"/>
                </a:solidFill>
                <a:latin typeface="Yu Gothic"/>
                <a:ea typeface="Yu Gothic"/>
                <a:cs typeface="Yu Gothic"/>
              </a:defRPr>
            </a:defPPr>
            <a:lvl1pPr>
              <a:buNone/>
              <a:defRPr sz="2325" b="1">
                <a:solidFill>
                  <a:srgbClr val="18364F"/>
                </a:solidFill>
                <a:latin typeface="Yu Gothic"/>
                <a:ea typeface="Yu Gothic"/>
                <a:cs typeface="Yu Gothic"/>
              </a:defRPr>
            </a:lvl1pPr>
            <a:lvl2pPr>
              <a:buNone/>
              <a:defRPr sz="2325" b="1">
                <a:solidFill>
                  <a:srgbClr val="18364F"/>
                </a:solidFill>
                <a:latin typeface="Yu Gothic"/>
                <a:ea typeface="Yu Gothic"/>
                <a:cs typeface="Yu Gothic"/>
              </a:defRPr>
            </a:lvl2pPr>
            <a:lvl3pPr>
              <a:buNone/>
              <a:defRPr sz="2325" b="1">
                <a:solidFill>
                  <a:srgbClr val="18364F"/>
                </a:solidFill>
                <a:latin typeface="Yu Gothic"/>
                <a:ea typeface="Yu Gothic"/>
                <a:cs typeface="Yu Gothic"/>
              </a:defRPr>
            </a:lvl3pPr>
            <a:lvl4pPr>
              <a:buNone/>
              <a:defRPr sz="2325" b="1">
                <a:solidFill>
                  <a:srgbClr val="18364F"/>
                </a:solidFill>
                <a:latin typeface="Yu Gothic"/>
                <a:ea typeface="Yu Gothic"/>
                <a:cs typeface="Yu Gothic"/>
              </a:defRPr>
            </a:lvl4pPr>
            <a:lvl5pPr>
              <a:buNone/>
              <a:defRPr sz="2325" b="1">
                <a:solidFill>
                  <a:srgbClr val="18364F"/>
                </a:solidFill>
                <a:latin typeface="Yu Gothic"/>
                <a:ea typeface="Yu Gothic"/>
                <a:cs typeface="Yu Gothic"/>
              </a:defRPr>
            </a:lvl5pPr>
            <a:lvl6pPr>
              <a:buNone/>
              <a:defRPr sz="2325" b="1">
                <a:solidFill>
                  <a:srgbClr val="18364F"/>
                </a:solidFill>
                <a:latin typeface="Yu Gothic"/>
                <a:ea typeface="Yu Gothic"/>
                <a:cs typeface="Yu Gothic"/>
              </a:defRPr>
            </a:lvl6pPr>
            <a:lvl7pPr>
              <a:buNone/>
              <a:defRPr sz="2325" b="1">
                <a:solidFill>
                  <a:srgbClr val="18364F"/>
                </a:solidFill>
                <a:latin typeface="Yu Gothic"/>
                <a:ea typeface="Yu Gothic"/>
                <a:cs typeface="Yu Gothic"/>
              </a:defRPr>
            </a:lvl7pPr>
            <a:lvl8pPr>
              <a:buNone/>
              <a:defRPr sz="2325" b="1">
                <a:solidFill>
                  <a:srgbClr val="18364F"/>
                </a:solidFill>
                <a:latin typeface="Yu Gothic"/>
                <a:ea typeface="Yu Gothic"/>
                <a:cs typeface="Yu Gothic"/>
              </a:defRPr>
            </a:lvl8pPr>
            <a:lvl9pPr>
              <a:buNone/>
              <a:defRPr sz="2325" b="1">
                <a:solidFill>
                  <a:srgbClr val="18364F"/>
                </a:solidFill>
                <a:latin typeface="Yu Gothic"/>
                <a:ea typeface="Yu Gothic"/>
                <a:cs typeface="Yu Gothic"/>
              </a:defRPr>
            </a:lvl9pPr>
          </a:lstStyle>
          <a:p>
            <a:pPr>
              <a:buNone/>
              <a:defRPr sz="2325" b="1">
                <a:solidFill>
                  <a:srgbClr val="18364F"/>
                </a:solidFill>
                <a:latin typeface="Yu Gothic"/>
                <a:ea typeface="Yu Gothic"/>
                <a:cs typeface="Yu Gothic"/>
              </a:defRPr>
            </a:pPr>
            <a:r>
              <a:rPr sz="2325" b="1">
                <a:solidFill>
                  <a:srgbClr val="18364F"/>
                </a:solidFill>
                <a:latin typeface="Yu Gothic"/>
                <a:ea typeface="Yu Gothic"/>
                <a:cs typeface="Yu Gothic"/>
              </a:rPr>
              <a:t>全たわみ = 曲げによるたわみ + せん断によるたわみ</a:t>
            </a:r>
          </a:p>
        </p:txBody>
      </p:sp>
      <p:sp>
        <p:nvSpPr>
          <p:cNvPr id="37" name="正方形/長方形 36">
            <a:extLst>
              <a:ext uri="{FF2B5EF4-FFF2-40B4-BE49-F238E27FC236}">
                <a16:creationId xmlns:a16="http://schemas.microsoft.com/office/drawing/2014/main" id="{4E301A08-E85A-4587-A4F9-CD19243D2419}"/>
              </a:ext>
            </a:extLst>
          </p:cNvPr>
          <p:cNvSpPr>
            <a:spLocks noGrp="1"/>
          </p:cNvSpPr>
          <p:nvPr/>
        </p:nvSpPr>
        <p:spPr>
          <a:xfrm>
            <a:off x="838200" y="5867400"/>
            <a:ext cx="10477500" cy="400050"/>
          </a:xfrm>
          <a:prstGeom prst="rect">
            <a:avLst/>
          </a:prstGeom>
          <a:noFill/>
          <a:ln w="0">
            <a:noFill/>
          </a:ln>
        </p:spPr>
        <p:txBody>
          <a:bodyPr lIns="0" tIns="0" rIns="0" bIns="0" anchor="ctr">
            <a:noAutofit/>
          </a:bodyPr>
          <a:lstStyle>
            <a:defPPr>
              <a:defRPr sz="1425" b="1">
                <a:solidFill>
                  <a:srgbClr val="087E8B"/>
                </a:solidFill>
                <a:latin typeface="Yu Gothic"/>
                <a:ea typeface="Yu Gothic"/>
                <a:cs typeface="Yu Gothic"/>
              </a:defRPr>
            </a:defPPr>
            <a:lvl1pPr>
              <a:buNone/>
              <a:defRPr sz="1425" b="1">
                <a:solidFill>
                  <a:srgbClr val="087E8B"/>
                </a:solidFill>
                <a:latin typeface="Yu Gothic"/>
                <a:ea typeface="Yu Gothic"/>
                <a:cs typeface="Yu Gothic"/>
              </a:defRPr>
            </a:lvl1pPr>
            <a:lvl2pPr>
              <a:buNone/>
              <a:defRPr sz="1425" b="1">
                <a:solidFill>
                  <a:srgbClr val="087E8B"/>
                </a:solidFill>
                <a:latin typeface="Yu Gothic"/>
                <a:ea typeface="Yu Gothic"/>
                <a:cs typeface="Yu Gothic"/>
              </a:defRPr>
            </a:lvl2pPr>
            <a:lvl3pPr>
              <a:buNone/>
              <a:defRPr sz="1425" b="1">
                <a:solidFill>
                  <a:srgbClr val="087E8B"/>
                </a:solidFill>
                <a:latin typeface="Yu Gothic"/>
                <a:ea typeface="Yu Gothic"/>
                <a:cs typeface="Yu Gothic"/>
              </a:defRPr>
            </a:lvl3pPr>
            <a:lvl4pPr>
              <a:buNone/>
              <a:defRPr sz="1425" b="1">
                <a:solidFill>
                  <a:srgbClr val="087E8B"/>
                </a:solidFill>
                <a:latin typeface="Yu Gothic"/>
                <a:ea typeface="Yu Gothic"/>
                <a:cs typeface="Yu Gothic"/>
              </a:defRPr>
            </a:lvl4pPr>
            <a:lvl5pPr>
              <a:buNone/>
              <a:defRPr sz="1425" b="1">
                <a:solidFill>
                  <a:srgbClr val="087E8B"/>
                </a:solidFill>
                <a:latin typeface="Yu Gothic"/>
                <a:ea typeface="Yu Gothic"/>
                <a:cs typeface="Yu Gothic"/>
              </a:defRPr>
            </a:lvl5pPr>
            <a:lvl6pPr>
              <a:buNone/>
              <a:defRPr sz="1425" b="1">
                <a:solidFill>
                  <a:srgbClr val="087E8B"/>
                </a:solidFill>
                <a:latin typeface="Yu Gothic"/>
                <a:ea typeface="Yu Gothic"/>
                <a:cs typeface="Yu Gothic"/>
              </a:defRPr>
            </a:lvl6pPr>
            <a:lvl7pPr>
              <a:buNone/>
              <a:defRPr sz="1425" b="1">
                <a:solidFill>
                  <a:srgbClr val="087E8B"/>
                </a:solidFill>
                <a:latin typeface="Yu Gothic"/>
                <a:ea typeface="Yu Gothic"/>
                <a:cs typeface="Yu Gothic"/>
              </a:defRPr>
            </a:lvl7pPr>
            <a:lvl8pPr>
              <a:buNone/>
              <a:defRPr sz="1425" b="1">
                <a:solidFill>
                  <a:srgbClr val="087E8B"/>
                </a:solidFill>
                <a:latin typeface="Yu Gothic"/>
                <a:ea typeface="Yu Gothic"/>
                <a:cs typeface="Yu Gothic"/>
              </a:defRPr>
            </a:lvl8pPr>
            <a:lvl9pPr>
              <a:buNone/>
              <a:defRPr sz="1425" b="1">
                <a:solidFill>
                  <a:srgbClr val="087E8B"/>
                </a:solidFill>
                <a:latin typeface="Yu Gothic"/>
                <a:ea typeface="Yu Gothic"/>
                <a:cs typeface="Yu Gothic"/>
              </a:defRPr>
            </a:lvl9pPr>
          </a:lstStyle>
          <a:p>
            <a:pPr>
              <a:buNone/>
              <a:defRPr sz="1425" b="1">
                <a:solidFill>
                  <a:srgbClr val="087E8B"/>
                </a:solidFill>
                <a:latin typeface="Yu Gothic"/>
                <a:ea typeface="Yu Gothic"/>
                <a:cs typeface="Yu Gothic"/>
              </a:defRPr>
            </a:pPr>
            <a:r>
              <a:rPr sz="1425" b="1">
                <a:solidFill>
                  <a:srgbClr val="087E8B"/>
                </a:solidFill>
                <a:latin typeface="Yu Gothic"/>
                <a:ea typeface="Yu Gothic"/>
                <a:cs typeface="Yu Gothic"/>
              </a:rPr>
              <a:t>δ = FL³/(48EI) は曲げのみ。CLTでは層別の剛性とせん断を考える。</a:t>
            </a:r>
          </a:p>
        </p:txBody>
      </p:sp>
    </p:spTree>
    <p:extLst>
      <p:ext uri="{BB962C8B-B14F-4D97-AF65-F5344CB8AC3E}">
        <p14:creationId xmlns:p14="http://schemas.microsoft.com/office/powerpoint/2010/main" val="286961354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正方形/長方形 18">
            <a:extLst>
              <a:ext uri="{FF2B5EF4-FFF2-40B4-BE49-F238E27FC236}">
                <a16:creationId xmlns:a16="http://schemas.microsoft.com/office/drawing/2014/main" id="{F55A8CE9-1EFC-4015-851D-AE975318ABED}"/>
              </a:ext>
            </a:extLst>
          </p:cNvPr>
          <p:cNvSpPr>
            <a:spLocks noGrp="1"/>
          </p:cNvSpPr>
          <p:nvPr/>
        </p:nvSpPr>
        <p:spPr>
          <a:xfrm>
            <a:off x="685800" y="342900"/>
            <a:ext cx="10820400" cy="666750"/>
          </a:xfrm>
          <a:prstGeom prst="rect">
            <a:avLst/>
          </a:prstGeom>
          <a:noFill/>
          <a:ln w="0">
            <a:noFill/>
          </a:ln>
        </p:spPr>
        <p:txBody>
          <a:bodyPr lIns="0" tIns="0" rIns="0" bIns="0" anchor="ctr">
            <a:noAutofit/>
          </a:bodyPr>
          <a:lstStyle>
            <a:defPPr>
              <a:defRPr sz="3000" b="1">
                <a:solidFill>
                  <a:srgbClr val="18364F"/>
                </a:solidFill>
                <a:latin typeface="Yu Gothic"/>
                <a:ea typeface="Yu Gothic"/>
                <a:cs typeface="Yu Gothic"/>
              </a:defRPr>
            </a:defPPr>
            <a:lvl1pPr>
              <a:buNone/>
              <a:defRPr sz="3000" b="1">
                <a:solidFill>
                  <a:srgbClr val="18364F"/>
                </a:solidFill>
                <a:latin typeface="Yu Gothic"/>
                <a:ea typeface="Yu Gothic"/>
                <a:cs typeface="Yu Gothic"/>
              </a:defRPr>
            </a:lvl1pPr>
            <a:lvl2pPr>
              <a:buNone/>
              <a:defRPr sz="3000" b="1">
                <a:solidFill>
                  <a:srgbClr val="18364F"/>
                </a:solidFill>
                <a:latin typeface="Yu Gothic"/>
                <a:ea typeface="Yu Gothic"/>
                <a:cs typeface="Yu Gothic"/>
              </a:defRPr>
            </a:lvl2pPr>
            <a:lvl3pPr>
              <a:buNone/>
              <a:defRPr sz="3000" b="1">
                <a:solidFill>
                  <a:srgbClr val="18364F"/>
                </a:solidFill>
                <a:latin typeface="Yu Gothic"/>
                <a:ea typeface="Yu Gothic"/>
                <a:cs typeface="Yu Gothic"/>
              </a:defRPr>
            </a:lvl3pPr>
            <a:lvl4pPr>
              <a:buNone/>
              <a:defRPr sz="3000" b="1">
                <a:solidFill>
                  <a:srgbClr val="18364F"/>
                </a:solidFill>
                <a:latin typeface="Yu Gothic"/>
                <a:ea typeface="Yu Gothic"/>
                <a:cs typeface="Yu Gothic"/>
              </a:defRPr>
            </a:lvl4pPr>
            <a:lvl5pPr>
              <a:buNone/>
              <a:defRPr sz="3000" b="1">
                <a:solidFill>
                  <a:srgbClr val="18364F"/>
                </a:solidFill>
                <a:latin typeface="Yu Gothic"/>
                <a:ea typeface="Yu Gothic"/>
                <a:cs typeface="Yu Gothic"/>
              </a:defRPr>
            </a:lvl5pPr>
            <a:lvl6pPr>
              <a:buNone/>
              <a:defRPr sz="3000" b="1">
                <a:solidFill>
                  <a:srgbClr val="18364F"/>
                </a:solidFill>
                <a:latin typeface="Yu Gothic"/>
                <a:ea typeface="Yu Gothic"/>
                <a:cs typeface="Yu Gothic"/>
              </a:defRPr>
            </a:lvl6pPr>
            <a:lvl7pPr>
              <a:buNone/>
              <a:defRPr sz="3000" b="1">
                <a:solidFill>
                  <a:srgbClr val="18364F"/>
                </a:solidFill>
                <a:latin typeface="Yu Gothic"/>
                <a:ea typeface="Yu Gothic"/>
                <a:cs typeface="Yu Gothic"/>
              </a:defRPr>
            </a:lvl7pPr>
            <a:lvl8pPr>
              <a:buNone/>
              <a:defRPr sz="3000" b="1">
                <a:solidFill>
                  <a:srgbClr val="18364F"/>
                </a:solidFill>
                <a:latin typeface="Yu Gothic"/>
                <a:ea typeface="Yu Gothic"/>
                <a:cs typeface="Yu Gothic"/>
              </a:defRPr>
            </a:lvl8pPr>
            <a:lvl9pPr>
              <a:buNone/>
              <a:defRPr sz="3000" b="1">
                <a:solidFill>
                  <a:srgbClr val="18364F"/>
                </a:solidFill>
                <a:latin typeface="Yu Gothic"/>
                <a:ea typeface="Yu Gothic"/>
                <a:cs typeface="Yu Gothic"/>
              </a:defRPr>
            </a:lvl9pPr>
          </a:lstStyle>
          <a:p>
            <a:pPr>
              <a:buNone/>
              <a:defRPr sz="3000" b="1">
                <a:solidFill>
                  <a:srgbClr val="18364F"/>
                </a:solidFill>
                <a:latin typeface="Yu Gothic"/>
                <a:ea typeface="Yu Gothic"/>
                <a:cs typeface="Yu Gothic"/>
              </a:defRPr>
            </a:pPr>
            <a:r>
              <a:rPr sz="3000" b="1">
                <a:solidFill>
                  <a:srgbClr val="18364F"/>
                </a:solidFill>
                <a:latin typeface="Yu Gothic"/>
                <a:ea typeface="Yu Gothic"/>
                <a:cs typeface="Yu Gothic"/>
              </a:rPr>
              <a:t>接合が変形すると、構造の変形も増える</a:t>
            </a:r>
          </a:p>
        </p:txBody>
      </p:sp>
      <p:sp>
        <p:nvSpPr>
          <p:cNvPr id="2" name="正方形/長方形 1">
            <a:extLst>
              <a:ext uri="{FF2B5EF4-FFF2-40B4-BE49-F238E27FC236}">
                <a16:creationId xmlns:a16="http://schemas.microsoft.com/office/drawing/2014/main" id="{A2E617EF-33A5-4BAF-8913-CD90033F3DC2}"/>
              </a:ext>
            </a:extLst>
          </p:cNvPr>
          <p:cNvSpPr>
            <a:spLocks noGrp="1"/>
          </p:cNvSpPr>
          <p:nvPr/>
        </p:nvSpPr>
        <p:spPr>
          <a:xfrm>
            <a:off x="685800" y="1181100"/>
            <a:ext cx="10820400" cy="19050"/>
          </a:xfrm>
          <a:prstGeom prst="rect">
            <a:avLst/>
          </a:prstGeom>
          <a:solidFill>
            <a:srgbClr val="18364F"/>
          </a:solidFill>
          <a:ln w="0">
            <a:noFill/>
          </a:ln>
        </p:spPr>
      </p:sp>
      <p:sp>
        <p:nvSpPr>
          <p:cNvPr id="3" name="正方形/長方形 2">
            <a:extLst>
              <a:ext uri="{FF2B5EF4-FFF2-40B4-BE49-F238E27FC236}">
                <a16:creationId xmlns:a16="http://schemas.microsoft.com/office/drawing/2014/main" id="{B6FD4171-5D0D-4C3B-975A-39F7263E5869}"/>
              </a:ext>
            </a:extLst>
          </p:cNvPr>
          <p:cNvSpPr>
            <a:spLocks noGrp="1"/>
          </p:cNvSpPr>
          <p:nvPr/>
        </p:nvSpPr>
        <p:spPr>
          <a:xfrm>
            <a:off x="685800" y="6419850"/>
            <a:ext cx="9334500" cy="257175"/>
          </a:xfrm>
          <a:prstGeom prst="rect">
            <a:avLst/>
          </a:prstGeom>
          <a:noFill/>
          <a:ln w="0">
            <a:noFill/>
          </a:ln>
        </p:spPr>
        <p:txBody>
          <a:bodyPr lIns="0" tIns="0" rIns="0" bIns="0" anchor="ctr">
            <a:noAutofit/>
          </a:bodyPr>
          <a:lstStyle>
            <a:defPPr>
              <a:defRPr sz="1425" b="0">
                <a:solidFill>
                  <a:srgbClr val="596875"/>
                </a:solidFill>
                <a:latin typeface="Yu Gothic"/>
                <a:ea typeface="Yu Gothic"/>
                <a:cs typeface="Yu Gothic"/>
              </a:defRPr>
            </a:defPPr>
            <a:lvl1pPr>
              <a:buNone/>
              <a:defRPr sz="1425" b="0">
                <a:solidFill>
                  <a:srgbClr val="596875"/>
                </a:solidFill>
                <a:latin typeface="Yu Gothic"/>
                <a:ea typeface="Yu Gothic"/>
                <a:cs typeface="Yu Gothic"/>
              </a:defRPr>
            </a:lvl1pPr>
            <a:lvl2pPr>
              <a:buNone/>
              <a:defRPr sz="1425" b="0">
                <a:solidFill>
                  <a:srgbClr val="596875"/>
                </a:solidFill>
                <a:latin typeface="Yu Gothic"/>
                <a:ea typeface="Yu Gothic"/>
                <a:cs typeface="Yu Gothic"/>
              </a:defRPr>
            </a:lvl2pPr>
            <a:lvl3pPr>
              <a:buNone/>
              <a:defRPr sz="1425" b="0">
                <a:solidFill>
                  <a:srgbClr val="596875"/>
                </a:solidFill>
                <a:latin typeface="Yu Gothic"/>
                <a:ea typeface="Yu Gothic"/>
                <a:cs typeface="Yu Gothic"/>
              </a:defRPr>
            </a:lvl3pPr>
            <a:lvl4pPr>
              <a:buNone/>
              <a:defRPr sz="1425" b="0">
                <a:solidFill>
                  <a:srgbClr val="596875"/>
                </a:solidFill>
                <a:latin typeface="Yu Gothic"/>
                <a:ea typeface="Yu Gothic"/>
                <a:cs typeface="Yu Gothic"/>
              </a:defRPr>
            </a:lvl4pPr>
            <a:lvl5pPr>
              <a:buNone/>
              <a:defRPr sz="1425" b="0">
                <a:solidFill>
                  <a:srgbClr val="596875"/>
                </a:solidFill>
                <a:latin typeface="Yu Gothic"/>
                <a:ea typeface="Yu Gothic"/>
                <a:cs typeface="Yu Gothic"/>
              </a:defRPr>
            </a:lvl5pPr>
            <a:lvl6pPr>
              <a:buNone/>
              <a:defRPr sz="1425" b="0">
                <a:solidFill>
                  <a:srgbClr val="596875"/>
                </a:solidFill>
                <a:latin typeface="Yu Gothic"/>
                <a:ea typeface="Yu Gothic"/>
                <a:cs typeface="Yu Gothic"/>
              </a:defRPr>
            </a:lvl6pPr>
            <a:lvl7pPr>
              <a:buNone/>
              <a:defRPr sz="1425" b="0">
                <a:solidFill>
                  <a:srgbClr val="596875"/>
                </a:solidFill>
                <a:latin typeface="Yu Gothic"/>
                <a:ea typeface="Yu Gothic"/>
                <a:cs typeface="Yu Gothic"/>
              </a:defRPr>
            </a:lvl7pPr>
            <a:lvl8pPr>
              <a:buNone/>
              <a:defRPr sz="1425" b="0">
                <a:solidFill>
                  <a:srgbClr val="596875"/>
                </a:solidFill>
                <a:latin typeface="Yu Gothic"/>
                <a:ea typeface="Yu Gothic"/>
                <a:cs typeface="Yu Gothic"/>
              </a:defRPr>
            </a:lvl8pPr>
            <a:lvl9pPr>
              <a:buNone/>
              <a:defRPr sz="1425" b="0">
                <a:solidFill>
                  <a:srgbClr val="596875"/>
                </a:solidFill>
                <a:latin typeface="Yu Gothic"/>
                <a:ea typeface="Yu Gothic"/>
                <a:cs typeface="Yu Gothic"/>
              </a:defRPr>
            </a:lvl9pPr>
          </a:lstStyle>
          <a:p>
            <a:pPr>
              <a:buNone/>
              <a:defRPr sz="1425" b="0">
                <a:solidFill>
                  <a:srgbClr val="596875"/>
                </a:solidFill>
                <a:latin typeface="Yu Gothic"/>
                <a:ea typeface="Yu Gothic"/>
                <a:cs typeface="Yu Gothic"/>
              </a:defRPr>
            </a:pPr>
            <a:r>
              <a:rPr lang="ja-JP" altLang="en-US" sz="1425" b="0">
                <a:solidFill>
                  <a:srgbClr val="596875"/>
                </a:solidFill>
                <a:latin typeface="Yu Gothic"/>
                <a:ea typeface="Yu Gothic"/>
                <a:cs typeface="Yu Gothic"/>
              </a:rPr>
              <a:t>木材及び木質材料学　新第</a:t>
            </a:r>
            <a:r>
              <a:rPr lang="en-US" altLang="ja-JP" sz="1425" b="0">
                <a:solidFill>
                  <a:srgbClr val="596875"/>
                </a:solidFill>
                <a:latin typeface="Yu Gothic"/>
                <a:ea typeface="Yu Gothic"/>
                <a:cs typeface="Yu Gothic"/>
              </a:rPr>
              <a:t>14</a:t>
            </a:r>
            <a:r>
              <a:rPr lang="ja-JP" altLang="en-US" sz="1425" b="0">
                <a:solidFill>
                  <a:srgbClr val="596875"/>
                </a:solidFill>
                <a:latin typeface="Yu Gothic"/>
                <a:ea typeface="Yu Gothic"/>
                <a:cs typeface="Yu Gothic"/>
              </a:rPr>
              <a:t>回　構造・燃焼</a:t>
            </a:r>
            <a:endParaRPr sz="1425" b="0">
              <a:solidFill>
                <a:srgbClr val="596875"/>
              </a:solidFill>
              <a:latin typeface="Yu Gothic"/>
              <a:ea typeface="Yu Gothic"/>
              <a:cs typeface="Yu Gothic"/>
            </a:endParaRPr>
          </a:p>
        </p:txBody>
      </p:sp>
      <p:sp>
        <p:nvSpPr>
          <p:cNvPr id="4" name="正方形/長方形 3">
            <a:extLst>
              <a:ext uri="{FF2B5EF4-FFF2-40B4-BE49-F238E27FC236}">
                <a16:creationId xmlns:a16="http://schemas.microsoft.com/office/drawing/2014/main" id="{162A1EF1-3514-4ADD-910D-E482F3108666}"/>
              </a:ext>
            </a:extLst>
          </p:cNvPr>
          <p:cNvSpPr>
            <a:spLocks noGrp="1"/>
          </p:cNvSpPr>
          <p:nvPr/>
        </p:nvSpPr>
        <p:spPr>
          <a:xfrm>
            <a:off x="10763250" y="6419850"/>
            <a:ext cx="742950" cy="257175"/>
          </a:xfrm>
          <a:prstGeom prst="rect">
            <a:avLst/>
          </a:prstGeom>
          <a:noFill/>
          <a:ln w="0">
            <a:noFill/>
          </a:ln>
        </p:spPr>
        <p:txBody>
          <a:bodyPr lIns="0" tIns="0" rIns="0" bIns="0" anchor="ctr">
            <a:noAutofit/>
          </a:bodyPr>
          <a:lstStyle>
            <a:defPPr>
              <a:defRPr sz="1425" b="0">
                <a:solidFill>
                  <a:srgbClr val="596875"/>
                </a:solidFill>
                <a:latin typeface="Yu Gothic"/>
                <a:ea typeface="Yu Gothic"/>
                <a:cs typeface="Yu Gothic"/>
              </a:defRPr>
            </a:defPPr>
            <a:lvl1pPr>
              <a:buNone/>
              <a:defRPr sz="1425" b="0">
                <a:solidFill>
                  <a:srgbClr val="596875"/>
                </a:solidFill>
                <a:latin typeface="Yu Gothic"/>
                <a:ea typeface="Yu Gothic"/>
                <a:cs typeface="Yu Gothic"/>
              </a:defRPr>
            </a:lvl1pPr>
            <a:lvl2pPr>
              <a:buNone/>
              <a:defRPr sz="1425" b="0">
                <a:solidFill>
                  <a:srgbClr val="596875"/>
                </a:solidFill>
                <a:latin typeface="Yu Gothic"/>
                <a:ea typeface="Yu Gothic"/>
                <a:cs typeface="Yu Gothic"/>
              </a:defRPr>
            </a:lvl2pPr>
            <a:lvl3pPr>
              <a:buNone/>
              <a:defRPr sz="1425" b="0">
                <a:solidFill>
                  <a:srgbClr val="596875"/>
                </a:solidFill>
                <a:latin typeface="Yu Gothic"/>
                <a:ea typeface="Yu Gothic"/>
                <a:cs typeface="Yu Gothic"/>
              </a:defRPr>
            </a:lvl3pPr>
            <a:lvl4pPr>
              <a:buNone/>
              <a:defRPr sz="1425" b="0">
                <a:solidFill>
                  <a:srgbClr val="596875"/>
                </a:solidFill>
                <a:latin typeface="Yu Gothic"/>
                <a:ea typeface="Yu Gothic"/>
                <a:cs typeface="Yu Gothic"/>
              </a:defRPr>
            </a:lvl4pPr>
            <a:lvl5pPr>
              <a:buNone/>
              <a:defRPr sz="1425" b="0">
                <a:solidFill>
                  <a:srgbClr val="596875"/>
                </a:solidFill>
                <a:latin typeface="Yu Gothic"/>
                <a:ea typeface="Yu Gothic"/>
                <a:cs typeface="Yu Gothic"/>
              </a:defRPr>
            </a:lvl5pPr>
            <a:lvl6pPr>
              <a:buNone/>
              <a:defRPr sz="1425" b="0">
                <a:solidFill>
                  <a:srgbClr val="596875"/>
                </a:solidFill>
                <a:latin typeface="Yu Gothic"/>
                <a:ea typeface="Yu Gothic"/>
                <a:cs typeface="Yu Gothic"/>
              </a:defRPr>
            </a:lvl6pPr>
            <a:lvl7pPr>
              <a:buNone/>
              <a:defRPr sz="1425" b="0">
                <a:solidFill>
                  <a:srgbClr val="596875"/>
                </a:solidFill>
                <a:latin typeface="Yu Gothic"/>
                <a:ea typeface="Yu Gothic"/>
                <a:cs typeface="Yu Gothic"/>
              </a:defRPr>
            </a:lvl7pPr>
            <a:lvl8pPr>
              <a:buNone/>
              <a:defRPr sz="1425" b="0">
                <a:solidFill>
                  <a:srgbClr val="596875"/>
                </a:solidFill>
                <a:latin typeface="Yu Gothic"/>
                <a:ea typeface="Yu Gothic"/>
                <a:cs typeface="Yu Gothic"/>
              </a:defRPr>
            </a:lvl8pPr>
            <a:lvl9pPr>
              <a:buNone/>
              <a:defRPr sz="1425" b="0">
                <a:solidFill>
                  <a:srgbClr val="596875"/>
                </a:solidFill>
                <a:latin typeface="Yu Gothic"/>
                <a:ea typeface="Yu Gothic"/>
                <a:cs typeface="Yu Gothic"/>
              </a:defRPr>
            </a:lvl9pPr>
          </a:lstStyle>
          <a:p>
            <a:pPr>
              <a:buNone/>
              <a:defRPr sz="1425" b="0">
                <a:solidFill>
                  <a:srgbClr val="596875"/>
                </a:solidFill>
                <a:latin typeface="Yu Gothic"/>
                <a:ea typeface="Yu Gothic"/>
                <a:cs typeface="Yu Gothic"/>
              </a:defRPr>
            </a:pPr>
            <a:r>
              <a:rPr lang="en-US" altLang="ja-JP" sz="1425" b="0">
                <a:solidFill>
                  <a:srgbClr val="596875"/>
                </a:solidFill>
                <a:latin typeface="Yu Gothic"/>
                <a:ea typeface="Yu Gothic"/>
                <a:cs typeface="Yu Gothic"/>
              </a:rPr>
              <a:t>15</a:t>
            </a:r>
            <a:endParaRPr sz="1425" b="0">
              <a:solidFill>
                <a:srgbClr val="596875"/>
              </a:solidFill>
              <a:latin typeface="Yu Gothic"/>
              <a:ea typeface="Yu Gothic"/>
              <a:cs typeface="Yu Gothic"/>
            </a:endParaRPr>
          </a:p>
        </p:txBody>
      </p:sp>
      <p:sp>
        <p:nvSpPr>
          <p:cNvPr id="5" name="正方形/長方形 4">
            <a:extLst>
              <a:ext uri="{FF2B5EF4-FFF2-40B4-BE49-F238E27FC236}">
                <a16:creationId xmlns:a16="http://schemas.microsoft.com/office/drawing/2014/main" id="{E991F7F2-616F-4B8B-A388-74EA43299570}"/>
              </a:ext>
            </a:extLst>
          </p:cNvPr>
          <p:cNvSpPr>
            <a:spLocks noGrp="1"/>
          </p:cNvSpPr>
          <p:nvPr/>
        </p:nvSpPr>
        <p:spPr>
          <a:xfrm>
            <a:off x="838200" y="1514475"/>
            <a:ext cx="10477500" cy="561975"/>
          </a:xfrm>
          <a:prstGeom prst="rect">
            <a:avLst/>
          </a:prstGeom>
          <a:noFill/>
          <a:ln w="0">
            <a:noFill/>
          </a:ln>
        </p:spPr>
        <p:txBody>
          <a:bodyPr lIns="0" tIns="0" rIns="0" bIns="0" anchor="ctr">
            <a:noAutofit/>
          </a:bodyPr>
          <a:lstStyle>
            <a:defPPr>
              <a:defRPr sz="2325" b="1">
                <a:solidFill>
                  <a:srgbClr val="253C4D"/>
                </a:solidFill>
                <a:latin typeface="Yu Gothic"/>
                <a:ea typeface="Yu Gothic"/>
                <a:cs typeface="Yu Gothic"/>
              </a:defRPr>
            </a:defPPr>
            <a:lvl1pPr>
              <a:buNone/>
              <a:defRPr sz="2325" b="1">
                <a:solidFill>
                  <a:srgbClr val="253C4D"/>
                </a:solidFill>
                <a:latin typeface="Yu Gothic"/>
                <a:ea typeface="Yu Gothic"/>
                <a:cs typeface="Yu Gothic"/>
              </a:defRPr>
            </a:lvl1pPr>
            <a:lvl2pPr>
              <a:buNone/>
              <a:defRPr sz="2325" b="1">
                <a:solidFill>
                  <a:srgbClr val="253C4D"/>
                </a:solidFill>
                <a:latin typeface="Yu Gothic"/>
                <a:ea typeface="Yu Gothic"/>
                <a:cs typeface="Yu Gothic"/>
              </a:defRPr>
            </a:lvl2pPr>
            <a:lvl3pPr>
              <a:buNone/>
              <a:defRPr sz="2325" b="1">
                <a:solidFill>
                  <a:srgbClr val="253C4D"/>
                </a:solidFill>
                <a:latin typeface="Yu Gothic"/>
                <a:ea typeface="Yu Gothic"/>
                <a:cs typeface="Yu Gothic"/>
              </a:defRPr>
            </a:lvl3pPr>
            <a:lvl4pPr>
              <a:buNone/>
              <a:defRPr sz="2325" b="1">
                <a:solidFill>
                  <a:srgbClr val="253C4D"/>
                </a:solidFill>
                <a:latin typeface="Yu Gothic"/>
                <a:ea typeface="Yu Gothic"/>
                <a:cs typeface="Yu Gothic"/>
              </a:defRPr>
            </a:lvl4pPr>
            <a:lvl5pPr>
              <a:buNone/>
              <a:defRPr sz="2325" b="1">
                <a:solidFill>
                  <a:srgbClr val="253C4D"/>
                </a:solidFill>
                <a:latin typeface="Yu Gothic"/>
                <a:ea typeface="Yu Gothic"/>
                <a:cs typeface="Yu Gothic"/>
              </a:defRPr>
            </a:lvl5pPr>
            <a:lvl6pPr>
              <a:buNone/>
              <a:defRPr sz="2325" b="1">
                <a:solidFill>
                  <a:srgbClr val="253C4D"/>
                </a:solidFill>
                <a:latin typeface="Yu Gothic"/>
                <a:ea typeface="Yu Gothic"/>
                <a:cs typeface="Yu Gothic"/>
              </a:defRPr>
            </a:lvl6pPr>
            <a:lvl7pPr>
              <a:buNone/>
              <a:defRPr sz="2325" b="1">
                <a:solidFill>
                  <a:srgbClr val="253C4D"/>
                </a:solidFill>
                <a:latin typeface="Yu Gothic"/>
                <a:ea typeface="Yu Gothic"/>
                <a:cs typeface="Yu Gothic"/>
              </a:defRPr>
            </a:lvl7pPr>
            <a:lvl8pPr>
              <a:buNone/>
              <a:defRPr sz="2325" b="1">
                <a:solidFill>
                  <a:srgbClr val="253C4D"/>
                </a:solidFill>
                <a:latin typeface="Yu Gothic"/>
                <a:ea typeface="Yu Gothic"/>
                <a:cs typeface="Yu Gothic"/>
              </a:defRPr>
            </a:lvl8pPr>
            <a:lvl9pPr>
              <a:buNone/>
              <a:defRPr sz="2325" b="1">
                <a:solidFill>
                  <a:srgbClr val="253C4D"/>
                </a:solidFill>
                <a:latin typeface="Yu Gothic"/>
                <a:ea typeface="Yu Gothic"/>
                <a:cs typeface="Yu Gothic"/>
              </a:defRPr>
            </a:lvl9pPr>
          </a:lstStyle>
          <a:p>
            <a:pPr>
              <a:buNone/>
              <a:defRPr sz="2325" b="1">
                <a:solidFill>
                  <a:srgbClr val="253C4D"/>
                </a:solidFill>
                <a:latin typeface="Yu Gothic"/>
                <a:ea typeface="Yu Gothic"/>
                <a:cs typeface="Yu Gothic"/>
              </a:defRPr>
            </a:pPr>
            <a:r>
              <a:rPr sz="2325" b="1">
                <a:solidFill>
                  <a:srgbClr val="253C4D"/>
                </a:solidFill>
                <a:latin typeface="Yu Gothic"/>
                <a:ea typeface="Yu Gothic"/>
                <a:cs typeface="Yu Gothic"/>
              </a:rPr>
              <a:t>同じ力Fを伝える直列モデル</a:t>
            </a:r>
          </a:p>
        </p:txBody>
      </p:sp>
      <p:sp>
        <p:nvSpPr>
          <p:cNvPr id="6" name="フリーフォーム: 図形 5">
            <a:extLst>
              <a:ext uri="{FF2B5EF4-FFF2-40B4-BE49-F238E27FC236}">
                <a16:creationId xmlns:a16="http://schemas.microsoft.com/office/drawing/2014/main" id="{199480E5-BDD8-47C1-BF9C-A5EE077ED855}"/>
              </a:ext>
            </a:extLst>
          </p:cNvPr>
          <p:cNvSpPr>
            <a:spLocks noGrp="1"/>
          </p:cNvSpPr>
          <p:nvPr/>
        </p:nvSpPr>
        <p:spPr>
          <a:xfrm>
            <a:off x="1238250" y="3143250"/>
            <a:ext cx="809625" cy="9525"/>
          </a:xfrm>
          <a:custGeom>
            <a:avLst/>
            <a:gdLst/>
            <a:ahLst/>
            <a:cxnLst/>
            <a:rect l="0" t="0" r="0" b="0"/>
            <a:pathLst>
              <a:path w="809625" h="9525">
                <a:moveTo>
                  <a:pt x="0" y="0"/>
                </a:moveTo>
                <a:lnTo>
                  <a:pt x="809625" y="0"/>
                </a:lnTo>
              </a:path>
            </a:pathLst>
          </a:custGeom>
          <a:noFill/>
          <a:ln w="28575">
            <a:solidFill>
              <a:srgbClr val="18364F"/>
            </a:solidFill>
          </a:ln>
        </p:spPr>
      </p:sp>
      <p:sp>
        <p:nvSpPr>
          <p:cNvPr id="7" name="フリーフォーム: 図形 6">
            <a:extLst>
              <a:ext uri="{FF2B5EF4-FFF2-40B4-BE49-F238E27FC236}">
                <a16:creationId xmlns:a16="http://schemas.microsoft.com/office/drawing/2014/main" id="{98C0CED5-9BC3-4722-AFD3-BA1086B0FBF2}"/>
              </a:ext>
            </a:extLst>
          </p:cNvPr>
          <p:cNvSpPr>
            <a:spLocks noGrp="1"/>
          </p:cNvSpPr>
          <p:nvPr/>
        </p:nvSpPr>
        <p:spPr>
          <a:xfrm>
            <a:off x="2047875" y="2876550"/>
            <a:ext cx="2400300" cy="533400"/>
          </a:xfrm>
          <a:custGeom>
            <a:avLst/>
            <a:gdLst/>
            <a:ahLst/>
            <a:cxnLst/>
            <a:rect l="0" t="0" r="0" b="0"/>
            <a:pathLst>
              <a:path w="2400300" h="533400">
                <a:moveTo>
                  <a:pt x="0" y="0"/>
                </a:moveTo>
                <a:lnTo>
                  <a:pt x="171450" y="533400"/>
                </a:lnTo>
                <a:lnTo>
                  <a:pt x="342900" y="0"/>
                </a:lnTo>
                <a:lnTo>
                  <a:pt x="514350" y="533400"/>
                </a:lnTo>
                <a:lnTo>
                  <a:pt x="685800" y="0"/>
                </a:lnTo>
                <a:lnTo>
                  <a:pt x="857250" y="533400"/>
                </a:lnTo>
                <a:lnTo>
                  <a:pt x="1028700" y="0"/>
                </a:lnTo>
                <a:lnTo>
                  <a:pt x="1200150" y="533400"/>
                </a:lnTo>
                <a:lnTo>
                  <a:pt x="1371600" y="0"/>
                </a:lnTo>
                <a:lnTo>
                  <a:pt x="1543050" y="533400"/>
                </a:lnTo>
                <a:lnTo>
                  <a:pt x="1714500" y="0"/>
                </a:lnTo>
                <a:lnTo>
                  <a:pt x="1885950" y="533400"/>
                </a:lnTo>
                <a:lnTo>
                  <a:pt x="2057400" y="0"/>
                </a:lnTo>
                <a:lnTo>
                  <a:pt x="2228850" y="533400"/>
                </a:lnTo>
                <a:lnTo>
                  <a:pt x="2400300" y="0"/>
                </a:lnTo>
              </a:path>
            </a:pathLst>
          </a:custGeom>
          <a:noFill/>
          <a:ln w="47625">
            <a:solidFill>
              <a:srgbClr val="D7B78C"/>
            </a:solidFill>
          </a:ln>
        </p:spPr>
      </p:sp>
      <p:sp>
        <p:nvSpPr>
          <p:cNvPr id="8" name="フリーフォーム: 図形 7">
            <a:extLst>
              <a:ext uri="{FF2B5EF4-FFF2-40B4-BE49-F238E27FC236}">
                <a16:creationId xmlns:a16="http://schemas.microsoft.com/office/drawing/2014/main" id="{93580340-7495-46DB-866A-BCBBC41DC28C}"/>
              </a:ext>
            </a:extLst>
          </p:cNvPr>
          <p:cNvSpPr>
            <a:spLocks noGrp="1"/>
          </p:cNvSpPr>
          <p:nvPr/>
        </p:nvSpPr>
        <p:spPr>
          <a:xfrm>
            <a:off x="4448175" y="3143250"/>
            <a:ext cx="1457325" cy="9525"/>
          </a:xfrm>
          <a:custGeom>
            <a:avLst/>
            <a:gdLst/>
            <a:ahLst/>
            <a:cxnLst/>
            <a:rect l="0" t="0" r="0" b="0"/>
            <a:pathLst>
              <a:path w="1457325" h="9525">
                <a:moveTo>
                  <a:pt x="0" y="0"/>
                </a:moveTo>
                <a:lnTo>
                  <a:pt x="1457325" y="0"/>
                </a:lnTo>
              </a:path>
            </a:pathLst>
          </a:custGeom>
          <a:noFill/>
          <a:ln w="28575">
            <a:solidFill>
              <a:srgbClr val="18364F"/>
            </a:solidFill>
          </a:ln>
        </p:spPr>
      </p:sp>
      <p:sp>
        <p:nvSpPr>
          <p:cNvPr id="9" name="フリーフォーム: 図形 8">
            <a:extLst>
              <a:ext uri="{FF2B5EF4-FFF2-40B4-BE49-F238E27FC236}">
                <a16:creationId xmlns:a16="http://schemas.microsoft.com/office/drawing/2014/main" id="{8742207E-E997-4133-BEE1-0D8338BEAA1C}"/>
              </a:ext>
            </a:extLst>
          </p:cNvPr>
          <p:cNvSpPr>
            <a:spLocks noGrp="1"/>
          </p:cNvSpPr>
          <p:nvPr/>
        </p:nvSpPr>
        <p:spPr>
          <a:xfrm>
            <a:off x="5905500" y="2952750"/>
            <a:ext cx="1905000" cy="381000"/>
          </a:xfrm>
          <a:custGeom>
            <a:avLst/>
            <a:gdLst/>
            <a:ahLst/>
            <a:cxnLst/>
            <a:rect l="0" t="0" r="0" b="0"/>
            <a:pathLst>
              <a:path w="1905000" h="381000">
                <a:moveTo>
                  <a:pt x="0" y="0"/>
                </a:moveTo>
                <a:lnTo>
                  <a:pt x="190500" y="381000"/>
                </a:lnTo>
                <a:lnTo>
                  <a:pt x="381000" y="0"/>
                </a:lnTo>
                <a:lnTo>
                  <a:pt x="571500" y="381000"/>
                </a:lnTo>
                <a:lnTo>
                  <a:pt x="762000" y="0"/>
                </a:lnTo>
                <a:lnTo>
                  <a:pt x="952500" y="381000"/>
                </a:lnTo>
                <a:lnTo>
                  <a:pt x="1143000" y="0"/>
                </a:lnTo>
                <a:lnTo>
                  <a:pt x="1333500" y="381000"/>
                </a:lnTo>
                <a:lnTo>
                  <a:pt x="1524000" y="0"/>
                </a:lnTo>
                <a:lnTo>
                  <a:pt x="1714500" y="381000"/>
                </a:lnTo>
                <a:lnTo>
                  <a:pt x="1905000" y="0"/>
                </a:lnTo>
              </a:path>
            </a:pathLst>
          </a:custGeom>
          <a:noFill/>
          <a:ln w="38100">
            <a:solidFill>
              <a:srgbClr val="2876A8"/>
            </a:solidFill>
          </a:ln>
        </p:spPr>
      </p:sp>
      <p:sp>
        <p:nvSpPr>
          <p:cNvPr id="10" name="フリーフォーム: 図形 9">
            <a:extLst>
              <a:ext uri="{FF2B5EF4-FFF2-40B4-BE49-F238E27FC236}">
                <a16:creationId xmlns:a16="http://schemas.microsoft.com/office/drawing/2014/main" id="{D2D10868-0E84-4207-ACF2-6992B53447B3}"/>
              </a:ext>
            </a:extLst>
          </p:cNvPr>
          <p:cNvSpPr>
            <a:spLocks noGrp="1"/>
          </p:cNvSpPr>
          <p:nvPr/>
        </p:nvSpPr>
        <p:spPr>
          <a:xfrm>
            <a:off x="7810500" y="3143250"/>
            <a:ext cx="3028950" cy="9525"/>
          </a:xfrm>
          <a:custGeom>
            <a:avLst/>
            <a:gdLst/>
            <a:ahLst/>
            <a:cxnLst/>
            <a:rect l="0" t="0" r="0" b="0"/>
            <a:pathLst>
              <a:path w="3028950" h="9525">
                <a:moveTo>
                  <a:pt x="0" y="0"/>
                </a:moveTo>
                <a:lnTo>
                  <a:pt x="3028950" y="0"/>
                </a:lnTo>
              </a:path>
            </a:pathLst>
          </a:custGeom>
          <a:noFill/>
          <a:ln w="38100">
            <a:solidFill>
              <a:srgbClr val="C4483C"/>
            </a:solidFill>
          </a:ln>
        </p:spPr>
      </p:sp>
      <p:sp>
        <p:nvSpPr>
          <p:cNvPr id="11" name="フリーフォーム: 図形 10">
            <a:extLst>
              <a:ext uri="{FF2B5EF4-FFF2-40B4-BE49-F238E27FC236}">
                <a16:creationId xmlns:a16="http://schemas.microsoft.com/office/drawing/2014/main" id="{7AC0C996-C241-4A54-8996-8A0D890C803F}"/>
              </a:ext>
            </a:extLst>
          </p:cNvPr>
          <p:cNvSpPr>
            <a:spLocks noGrp="1"/>
          </p:cNvSpPr>
          <p:nvPr/>
        </p:nvSpPr>
        <p:spPr>
          <a:xfrm>
            <a:off x="10717646" y="3143250"/>
            <a:ext cx="121804" cy="74679"/>
          </a:xfrm>
          <a:custGeom>
            <a:avLst/>
            <a:gdLst/>
            <a:ahLst/>
            <a:cxnLst/>
            <a:rect l="0" t="0" r="0" b="0"/>
            <a:pathLst>
              <a:path w="121804" h="74679">
                <a:moveTo>
                  <a:pt x="121804" y="0"/>
                </a:moveTo>
                <a:lnTo>
                  <a:pt x="0" y="74679"/>
                </a:lnTo>
              </a:path>
            </a:pathLst>
          </a:custGeom>
          <a:noFill/>
          <a:ln w="38100">
            <a:solidFill>
              <a:srgbClr val="C4483C"/>
            </a:solidFill>
          </a:ln>
        </p:spPr>
      </p:sp>
      <p:sp>
        <p:nvSpPr>
          <p:cNvPr id="12" name="フリーフォーム: 図形 11">
            <a:extLst>
              <a:ext uri="{FF2B5EF4-FFF2-40B4-BE49-F238E27FC236}">
                <a16:creationId xmlns:a16="http://schemas.microsoft.com/office/drawing/2014/main" id="{1F798C87-A0DC-4278-8B4E-41544886F445}"/>
              </a:ext>
            </a:extLst>
          </p:cNvPr>
          <p:cNvSpPr>
            <a:spLocks noGrp="1"/>
          </p:cNvSpPr>
          <p:nvPr/>
        </p:nvSpPr>
        <p:spPr>
          <a:xfrm>
            <a:off x="10717646" y="3068571"/>
            <a:ext cx="121804" cy="74679"/>
          </a:xfrm>
          <a:custGeom>
            <a:avLst/>
            <a:gdLst/>
            <a:ahLst/>
            <a:cxnLst/>
            <a:rect l="0" t="0" r="0" b="0"/>
            <a:pathLst>
              <a:path w="121804" h="74679">
                <a:moveTo>
                  <a:pt x="121804" y="74679"/>
                </a:moveTo>
                <a:lnTo>
                  <a:pt x="0" y="0"/>
                </a:lnTo>
              </a:path>
            </a:pathLst>
          </a:custGeom>
          <a:noFill/>
          <a:ln w="38100">
            <a:solidFill>
              <a:srgbClr val="C4483C"/>
            </a:solidFill>
          </a:ln>
        </p:spPr>
      </p:sp>
      <p:sp>
        <p:nvSpPr>
          <p:cNvPr id="13" name="正方形/長方形 12">
            <a:extLst>
              <a:ext uri="{FF2B5EF4-FFF2-40B4-BE49-F238E27FC236}">
                <a16:creationId xmlns:a16="http://schemas.microsoft.com/office/drawing/2014/main" id="{25BE5B61-3824-4D23-B59D-D209760F5EA9}"/>
              </a:ext>
            </a:extLst>
          </p:cNvPr>
          <p:cNvSpPr>
            <a:spLocks noGrp="1"/>
          </p:cNvSpPr>
          <p:nvPr/>
        </p:nvSpPr>
        <p:spPr>
          <a:xfrm>
            <a:off x="11001375" y="2800350"/>
            <a:ext cx="476250" cy="571500"/>
          </a:xfrm>
          <a:prstGeom prst="rect">
            <a:avLst/>
          </a:prstGeom>
          <a:noFill/>
          <a:ln w="0">
            <a:noFill/>
          </a:ln>
        </p:spPr>
        <p:txBody>
          <a:bodyPr lIns="0" tIns="0" rIns="0" bIns="0" anchor="ctr">
            <a:noAutofit/>
          </a:bodyPr>
          <a:lstStyle>
            <a:defPPr>
              <a:defRPr sz="2550" b="1">
                <a:solidFill>
                  <a:srgbClr val="C4483C"/>
                </a:solidFill>
                <a:latin typeface="Yu Gothic"/>
                <a:ea typeface="Yu Gothic"/>
                <a:cs typeface="Yu Gothic"/>
              </a:defRPr>
            </a:defPPr>
            <a:lvl1pPr>
              <a:buNone/>
              <a:defRPr sz="2550" b="1">
                <a:solidFill>
                  <a:srgbClr val="C4483C"/>
                </a:solidFill>
                <a:latin typeface="Yu Gothic"/>
                <a:ea typeface="Yu Gothic"/>
                <a:cs typeface="Yu Gothic"/>
              </a:defRPr>
            </a:lvl1pPr>
            <a:lvl2pPr>
              <a:buNone/>
              <a:defRPr sz="2550" b="1">
                <a:solidFill>
                  <a:srgbClr val="C4483C"/>
                </a:solidFill>
                <a:latin typeface="Yu Gothic"/>
                <a:ea typeface="Yu Gothic"/>
                <a:cs typeface="Yu Gothic"/>
              </a:defRPr>
            </a:lvl2pPr>
            <a:lvl3pPr>
              <a:buNone/>
              <a:defRPr sz="2550" b="1">
                <a:solidFill>
                  <a:srgbClr val="C4483C"/>
                </a:solidFill>
                <a:latin typeface="Yu Gothic"/>
                <a:ea typeface="Yu Gothic"/>
                <a:cs typeface="Yu Gothic"/>
              </a:defRPr>
            </a:lvl3pPr>
            <a:lvl4pPr>
              <a:buNone/>
              <a:defRPr sz="2550" b="1">
                <a:solidFill>
                  <a:srgbClr val="C4483C"/>
                </a:solidFill>
                <a:latin typeface="Yu Gothic"/>
                <a:ea typeface="Yu Gothic"/>
                <a:cs typeface="Yu Gothic"/>
              </a:defRPr>
            </a:lvl4pPr>
            <a:lvl5pPr>
              <a:buNone/>
              <a:defRPr sz="2550" b="1">
                <a:solidFill>
                  <a:srgbClr val="C4483C"/>
                </a:solidFill>
                <a:latin typeface="Yu Gothic"/>
                <a:ea typeface="Yu Gothic"/>
                <a:cs typeface="Yu Gothic"/>
              </a:defRPr>
            </a:lvl5pPr>
            <a:lvl6pPr>
              <a:buNone/>
              <a:defRPr sz="2550" b="1">
                <a:solidFill>
                  <a:srgbClr val="C4483C"/>
                </a:solidFill>
                <a:latin typeface="Yu Gothic"/>
                <a:ea typeface="Yu Gothic"/>
                <a:cs typeface="Yu Gothic"/>
              </a:defRPr>
            </a:lvl6pPr>
            <a:lvl7pPr>
              <a:buNone/>
              <a:defRPr sz="2550" b="1">
                <a:solidFill>
                  <a:srgbClr val="C4483C"/>
                </a:solidFill>
                <a:latin typeface="Yu Gothic"/>
                <a:ea typeface="Yu Gothic"/>
                <a:cs typeface="Yu Gothic"/>
              </a:defRPr>
            </a:lvl7pPr>
            <a:lvl8pPr>
              <a:buNone/>
              <a:defRPr sz="2550" b="1">
                <a:solidFill>
                  <a:srgbClr val="C4483C"/>
                </a:solidFill>
                <a:latin typeface="Yu Gothic"/>
                <a:ea typeface="Yu Gothic"/>
                <a:cs typeface="Yu Gothic"/>
              </a:defRPr>
            </a:lvl8pPr>
            <a:lvl9pPr>
              <a:buNone/>
              <a:defRPr sz="2550" b="1">
                <a:solidFill>
                  <a:srgbClr val="C4483C"/>
                </a:solidFill>
                <a:latin typeface="Yu Gothic"/>
                <a:ea typeface="Yu Gothic"/>
                <a:cs typeface="Yu Gothic"/>
              </a:defRPr>
            </a:lvl9pPr>
          </a:lstStyle>
          <a:p>
            <a:pPr>
              <a:buNone/>
              <a:defRPr sz="2550" b="1">
                <a:solidFill>
                  <a:srgbClr val="C4483C"/>
                </a:solidFill>
                <a:latin typeface="Yu Gothic"/>
                <a:ea typeface="Yu Gothic"/>
                <a:cs typeface="Yu Gothic"/>
              </a:defRPr>
            </a:pPr>
            <a:r>
              <a:rPr sz="2550" b="1">
                <a:solidFill>
                  <a:srgbClr val="C4483C"/>
                </a:solidFill>
                <a:latin typeface="Yu Gothic"/>
                <a:ea typeface="Yu Gothic"/>
                <a:cs typeface="Yu Gothic"/>
              </a:rPr>
              <a:t>F</a:t>
            </a:r>
          </a:p>
        </p:txBody>
      </p:sp>
      <p:sp>
        <p:nvSpPr>
          <p:cNvPr id="14" name="フリーフォーム: 図形 13">
            <a:extLst>
              <a:ext uri="{FF2B5EF4-FFF2-40B4-BE49-F238E27FC236}">
                <a16:creationId xmlns:a16="http://schemas.microsoft.com/office/drawing/2014/main" id="{548293E3-3E50-4AB1-BBEA-F811BE1C5376}"/>
              </a:ext>
            </a:extLst>
          </p:cNvPr>
          <p:cNvSpPr>
            <a:spLocks noGrp="1"/>
          </p:cNvSpPr>
          <p:nvPr/>
        </p:nvSpPr>
        <p:spPr>
          <a:xfrm>
            <a:off x="1238250" y="2571750"/>
            <a:ext cx="9525" cy="1143000"/>
          </a:xfrm>
          <a:custGeom>
            <a:avLst/>
            <a:gdLst/>
            <a:ahLst/>
            <a:cxnLst/>
            <a:rect l="0" t="0" r="0" b="0"/>
            <a:pathLst>
              <a:path w="9525" h="1143000">
                <a:moveTo>
                  <a:pt x="0" y="0"/>
                </a:moveTo>
                <a:lnTo>
                  <a:pt x="0" y="1143000"/>
                </a:lnTo>
              </a:path>
            </a:pathLst>
          </a:custGeom>
          <a:noFill/>
          <a:ln w="57150">
            <a:solidFill>
              <a:srgbClr val="18364F"/>
            </a:solidFill>
          </a:ln>
        </p:spPr>
      </p:sp>
      <p:sp>
        <p:nvSpPr>
          <p:cNvPr id="15" name="正方形/長方形 14">
            <a:extLst>
              <a:ext uri="{FF2B5EF4-FFF2-40B4-BE49-F238E27FC236}">
                <a16:creationId xmlns:a16="http://schemas.microsoft.com/office/drawing/2014/main" id="{5E2F136E-1191-47B8-93B2-A69886E89071}"/>
              </a:ext>
            </a:extLst>
          </p:cNvPr>
          <p:cNvSpPr>
            <a:spLocks noGrp="1"/>
          </p:cNvSpPr>
          <p:nvPr/>
        </p:nvSpPr>
        <p:spPr>
          <a:xfrm>
            <a:off x="2238375" y="3781425"/>
            <a:ext cx="3143250" cy="571500"/>
          </a:xfrm>
          <a:prstGeom prst="rect">
            <a:avLst/>
          </a:prstGeom>
          <a:noFill/>
          <a:ln w="0">
            <a:noFill/>
          </a:ln>
        </p:spPr>
        <p:txBody>
          <a:bodyPr lIns="0" tIns="0" rIns="0" bIns="0" anchor="ctr">
            <a:noAutofit/>
          </a:bodyPr>
          <a:lstStyle>
            <a:defPPr>
              <a:defRPr sz="2175" b="1">
                <a:solidFill>
                  <a:srgbClr val="253C4D"/>
                </a:solidFill>
                <a:latin typeface="Yu Gothic"/>
                <a:ea typeface="Yu Gothic"/>
                <a:cs typeface="Yu Gothic"/>
              </a:defRPr>
            </a:defPPr>
            <a:lvl1pPr>
              <a:buNone/>
              <a:defRPr sz="2175" b="1">
                <a:solidFill>
                  <a:srgbClr val="253C4D"/>
                </a:solidFill>
                <a:latin typeface="Yu Gothic"/>
                <a:ea typeface="Yu Gothic"/>
                <a:cs typeface="Yu Gothic"/>
              </a:defRPr>
            </a:lvl1pPr>
            <a:lvl2pPr>
              <a:buNone/>
              <a:defRPr sz="2175" b="1">
                <a:solidFill>
                  <a:srgbClr val="253C4D"/>
                </a:solidFill>
                <a:latin typeface="Yu Gothic"/>
                <a:ea typeface="Yu Gothic"/>
                <a:cs typeface="Yu Gothic"/>
              </a:defRPr>
            </a:lvl2pPr>
            <a:lvl3pPr>
              <a:buNone/>
              <a:defRPr sz="2175" b="1">
                <a:solidFill>
                  <a:srgbClr val="253C4D"/>
                </a:solidFill>
                <a:latin typeface="Yu Gothic"/>
                <a:ea typeface="Yu Gothic"/>
                <a:cs typeface="Yu Gothic"/>
              </a:defRPr>
            </a:lvl3pPr>
            <a:lvl4pPr>
              <a:buNone/>
              <a:defRPr sz="2175" b="1">
                <a:solidFill>
                  <a:srgbClr val="253C4D"/>
                </a:solidFill>
                <a:latin typeface="Yu Gothic"/>
                <a:ea typeface="Yu Gothic"/>
                <a:cs typeface="Yu Gothic"/>
              </a:defRPr>
            </a:lvl4pPr>
            <a:lvl5pPr>
              <a:buNone/>
              <a:defRPr sz="2175" b="1">
                <a:solidFill>
                  <a:srgbClr val="253C4D"/>
                </a:solidFill>
                <a:latin typeface="Yu Gothic"/>
                <a:ea typeface="Yu Gothic"/>
                <a:cs typeface="Yu Gothic"/>
              </a:defRPr>
            </a:lvl5pPr>
            <a:lvl6pPr>
              <a:buNone/>
              <a:defRPr sz="2175" b="1">
                <a:solidFill>
                  <a:srgbClr val="253C4D"/>
                </a:solidFill>
                <a:latin typeface="Yu Gothic"/>
                <a:ea typeface="Yu Gothic"/>
                <a:cs typeface="Yu Gothic"/>
              </a:defRPr>
            </a:lvl6pPr>
            <a:lvl7pPr>
              <a:buNone/>
              <a:defRPr sz="2175" b="1">
                <a:solidFill>
                  <a:srgbClr val="253C4D"/>
                </a:solidFill>
                <a:latin typeface="Yu Gothic"/>
                <a:ea typeface="Yu Gothic"/>
                <a:cs typeface="Yu Gothic"/>
              </a:defRPr>
            </a:lvl7pPr>
            <a:lvl8pPr>
              <a:buNone/>
              <a:defRPr sz="2175" b="1">
                <a:solidFill>
                  <a:srgbClr val="253C4D"/>
                </a:solidFill>
                <a:latin typeface="Yu Gothic"/>
                <a:ea typeface="Yu Gothic"/>
                <a:cs typeface="Yu Gothic"/>
              </a:defRPr>
            </a:lvl8pPr>
            <a:lvl9pPr>
              <a:buNone/>
              <a:defRPr sz="2175" b="1">
                <a:solidFill>
                  <a:srgbClr val="253C4D"/>
                </a:solidFill>
                <a:latin typeface="Yu Gothic"/>
                <a:ea typeface="Yu Gothic"/>
                <a:cs typeface="Yu Gothic"/>
              </a:defRPr>
            </a:lvl9pPr>
          </a:lstStyle>
          <a:p>
            <a:pPr>
              <a:buNone/>
              <a:defRPr sz="2175" b="1">
                <a:solidFill>
                  <a:srgbClr val="253C4D"/>
                </a:solidFill>
                <a:latin typeface="Yu Gothic"/>
                <a:ea typeface="Yu Gothic"/>
                <a:cs typeface="Yu Gothic"/>
              </a:defRPr>
            </a:pPr>
            <a:r>
              <a:rPr sz="2175" b="1">
                <a:solidFill>
                  <a:srgbClr val="253C4D"/>
                </a:solidFill>
                <a:latin typeface="Yu Gothic"/>
                <a:ea typeface="Yu Gothic"/>
                <a:cs typeface="Yu Gothic"/>
              </a:rPr>
              <a:t>部材の変形</a:t>
            </a:r>
          </a:p>
        </p:txBody>
      </p:sp>
      <p:sp>
        <p:nvSpPr>
          <p:cNvPr id="16" name="正方形/長方形 15">
            <a:extLst>
              <a:ext uri="{FF2B5EF4-FFF2-40B4-BE49-F238E27FC236}">
                <a16:creationId xmlns:a16="http://schemas.microsoft.com/office/drawing/2014/main" id="{BAC1909D-B699-4DB9-A735-74E424362CFE}"/>
              </a:ext>
            </a:extLst>
          </p:cNvPr>
          <p:cNvSpPr>
            <a:spLocks noGrp="1"/>
          </p:cNvSpPr>
          <p:nvPr/>
        </p:nvSpPr>
        <p:spPr>
          <a:xfrm>
            <a:off x="6200775" y="3781425"/>
            <a:ext cx="3333750" cy="571500"/>
          </a:xfrm>
          <a:prstGeom prst="rect">
            <a:avLst/>
          </a:prstGeom>
          <a:noFill/>
          <a:ln w="0">
            <a:noFill/>
          </a:ln>
        </p:spPr>
        <p:txBody>
          <a:bodyPr lIns="0" tIns="0" rIns="0" bIns="0" anchor="ctr">
            <a:noAutofit/>
          </a:bodyPr>
          <a:lstStyle>
            <a:defPPr>
              <a:defRPr sz="2175" b="1">
                <a:solidFill>
                  <a:srgbClr val="253C4D"/>
                </a:solidFill>
                <a:latin typeface="Yu Gothic"/>
                <a:ea typeface="Yu Gothic"/>
                <a:cs typeface="Yu Gothic"/>
              </a:defRPr>
            </a:defPPr>
            <a:lvl1pPr>
              <a:buNone/>
              <a:defRPr sz="2175" b="1">
                <a:solidFill>
                  <a:srgbClr val="253C4D"/>
                </a:solidFill>
                <a:latin typeface="Yu Gothic"/>
                <a:ea typeface="Yu Gothic"/>
                <a:cs typeface="Yu Gothic"/>
              </a:defRPr>
            </a:lvl1pPr>
            <a:lvl2pPr>
              <a:buNone/>
              <a:defRPr sz="2175" b="1">
                <a:solidFill>
                  <a:srgbClr val="253C4D"/>
                </a:solidFill>
                <a:latin typeface="Yu Gothic"/>
                <a:ea typeface="Yu Gothic"/>
                <a:cs typeface="Yu Gothic"/>
              </a:defRPr>
            </a:lvl2pPr>
            <a:lvl3pPr>
              <a:buNone/>
              <a:defRPr sz="2175" b="1">
                <a:solidFill>
                  <a:srgbClr val="253C4D"/>
                </a:solidFill>
                <a:latin typeface="Yu Gothic"/>
                <a:ea typeface="Yu Gothic"/>
                <a:cs typeface="Yu Gothic"/>
              </a:defRPr>
            </a:lvl3pPr>
            <a:lvl4pPr>
              <a:buNone/>
              <a:defRPr sz="2175" b="1">
                <a:solidFill>
                  <a:srgbClr val="253C4D"/>
                </a:solidFill>
                <a:latin typeface="Yu Gothic"/>
                <a:ea typeface="Yu Gothic"/>
                <a:cs typeface="Yu Gothic"/>
              </a:defRPr>
            </a:lvl4pPr>
            <a:lvl5pPr>
              <a:buNone/>
              <a:defRPr sz="2175" b="1">
                <a:solidFill>
                  <a:srgbClr val="253C4D"/>
                </a:solidFill>
                <a:latin typeface="Yu Gothic"/>
                <a:ea typeface="Yu Gothic"/>
                <a:cs typeface="Yu Gothic"/>
              </a:defRPr>
            </a:lvl5pPr>
            <a:lvl6pPr>
              <a:buNone/>
              <a:defRPr sz="2175" b="1">
                <a:solidFill>
                  <a:srgbClr val="253C4D"/>
                </a:solidFill>
                <a:latin typeface="Yu Gothic"/>
                <a:ea typeface="Yu Gothic"/>
                <a:cs typeface="Yu Gothic"/>
              </a:defRPr>
            </a:lvl6pPr>
            <a:lvl7pPr>
              <a:buNone/>
              <a:defRPr sz="2175" b="1">
                <a:solidFill>
                  <a:srgbClr val="253C4D"/>
                </a:solidFill>
                <a:latin typeface="Yu Gothic"/>
                <a:ea typeface="Yu Gothic"/>
                <a:cs typeface="Yu Gothic"/>
              </a:defRPr>
            </a:lvl7pPr>
            <a:lvl8pPr>
              <a:buNone/>
              <a:defRPr sz="2175" b="1">
                <a:solidFill>
                  <a:srgbClr val="253C4D"/>
                </a:solidFill>
                <a:latin typeface="Yu Gothic"/>
                <a:ea typeface="Yu Gothic"/>
                <a:cs typeface="Yu Gothic"/>
              </a:defRPr>
            </a:lvl8pPr>
            <a:lvl9pPr>
              <a:buNone/>
              <a:defRPr sz="2175" b="1">
                <a:solidFill>
                  <a:srgbClr val="253C4D"/>
                </a:solidFill>
                <a:latin typeface="Yu Gothic"/>
                <a:ea typeface="Yu Gothic"/>
                <a:cs typeface="Yu Gothic"/>
              </a:defRPr>
            </a:lvl9pPr>
          </a:lstStyle>
          <a:p>
            <a:pPr>
              <a:buNone/>
              <a:defRPr sz="2175" b="1">
                <a:solidFill>
                  <a:srgbClr val="253C4D"/>
                </a:solidFill>
                <a:latin typeface="Yu Gothic"/>
                <a:ea typeface="Yu Gothic"/>
                <a:cs typeface="Yu Gothic"/>
              </a:defRPr>
            </a:pPr>
            <a:r>
              <a:rPr sz="2175" b="1">
                <a:solidFill>
                  <a:srgbClr val="253C4D"/>
                </a:solidFill>
                <a:latin typeface="Yu Gothic"/>
                <a:ea typeface="Yu Gothic"/>
                <a:cs typeface="Yu Gothic"/>
              </a:rPr>
              <a:t>接合の変形</a:t>
            </a:r>
          </a:p>
        </p:txBody>
      </p:sp>
      <p:sp>
        <p:nvSpPr>
          <p:cNvPr id="17" name="正方形/長方形 16">
            <a:extLst>
              <a:ext uri="{FF2B5EF4-FFF2-40B4-BE49-F238E27FC236}">
                <a16:creationId xmlns:a16="http://schemas.microsoft.com/office/drawing/2014/main" id="{D0317FA5-BE6E-4D40-A8F1-2CC42789C925}"/>
              </a:ext>
            </a:extLst>
          </p:cNvPr>
          <p:cNvSpPr>
            <a:spLocks noGrp="1"/>
          </p:cNvSpPr>
          <p:nvPr/>
        </p:nvSpPr>
        <p:spPr>
          <a:xfrm>
            <a:off x="838200" y="4895850"/>
            <a:ext cx="10477500" cy="628650"/>
          </a:xfrm>
          <a:prstGeom prst="rect">
            <a:avLst/>
          </a:prstGeom>
          <a:noFill/>
          <a:ln w="0">
            <a:noFill/>
          </a:ln>
        </p:spPr>
        <p:txBody>
          <a:bodyPr lIns="0" tIns="0" rIns="0" bIns="0" anchor="ctr">
            <a:noAutofit/>
          </a:bodyPr>
          <a:lstStyle>
            <a:defPPr>
              <a:defRPr sz="2775" b="1">
                <a:solidFill>
                  <a:srgbClr val="18364F"/>
                </a:solidFill>
                <a:latin typeface="Yu Gothic"/>
                <a:ea typeface="Yu Gothic"/>
                <a:cs typeface="Yu Gothic"/>
              </a:defRPr>
            </a:defPPr>
            <a:lvl1pPr>
              <a:buNone/>
              <a:defRPr sz="2775" b="1">
                <a:solidFill>
                  <a:srgbClr val="18364F"/>
                </a:solidFill>
                <a:latin typeface="Yu Gothic"/>
                <a:ea typeface="Yu Gothic"/>
                <a:cs typeface="Yu Gothic"/>
              </a:defRPr>
            </a:lvl1pPr>
            <a:lvl2pPr>
              <a:buNone/>
              <a:defRPr sz="2775" b="1">
                <a:solidFill>
                  <a:srgbClr val="18364F"/>
                </a:solidFill>
                <a:latin typeface="Yu Gothic"/>
                <a:ea typeface="Yu Gothic"/>
                <a:cs typeface="Yu Gothic"/>
              </a:defRPr>
            </a:lvl2pPr>
            <a:lvl3pPr>
              <a:buNone/>
              <a:defRPr sz="2775" b="1">
                <a:solidFill>
                  <a:srgbClr val="18364F"/>
                </a:solidFill>
                <a:latin typeface="Yu Gothic"/>
                <a:ea typeface="Yu Gothic"/>
                <a:cs typeface="Yu Gothic"/>
              </a:defRPr>
            </a:lvl3pPr>
            <a:lvl4pPr>
              <a:buNone/>
              <a:defRPr sz="2775" b="1">
                <a:solidFill>
                  <a:srgbClr val="18364F"/>
                </a:solidFill>
                <a:latin typeface="Yu Gothic"/>
                <a:ea typeface="Yu Gothic"/>
                <a:cs typeface="Yu Gothic"/>
              </a:defRPr>
            </a:lvl4pPr>
            <a:lvl5pPr>
              <a:buNone/>
              <a:defRPr sz="2775" b="1">
                <a:solidFill>
                  <a:srgbClr val="18364F"/>
                </a:solidFill>
                <a:latin typeface="Yu Gothic"/>
                <a:ea typeface="Yu Gothic"/>
                <a:cs typeface="Yu Gothic"/>
              </a:defRPr>
            </a:lvl5pPr>
            <a:lvl6pPr>
              <a:buNone/>
              <a:defRPr sz="2775" b="1">
                <a:solidFill>
                  <a:srgbClr val="18364F"/>
                </a:solidFill>
                <a:latin typeface="Yu Gothic"/>
                <a:ea typeface="Yu Gothic"/>
                <a:cs typeface="Yu Gothic"/>
              </a:defRPr>
            </a:lvl6pPr>
            <a:lvl7pPr>
              <a:buNone/>
              <a:defRPr sz="2775" b="1">
                <a:solidFill>
                  <a:srgbClr val="18364F"/>
                </a:solidFill>
                <a:latin typeface="Yu Gothic"/>
                <a:ea typeface="Yu Gothic"/>
                <a:cs typeface="Yu Gothic"/>
              </a:defRPr>
            </a:lvl7pPr>
            <a:lvl8pPr>
              <a:buNone/>
              <a:defRPr sz="2775" b="1">
                <a:solidFill>
                  <a:srgbClr val="18364F"/>
                </a:solidFill>
                <a:latin typeface="Yu Gothic"/>
                <a:ea typeface="Yu Gothic"/>
                <a:cs typeface="Yu Gothic"/>
              </a:defRPr>
            </a:lvl8pPr>
            <a:lvl9pPr>
              <a:buNone/>
              <a:defRPr sz="2775" b="1">
                <a:solidFill>
                  <a:srgbClr val="18364F"/>
                </a:solidFill>
                <a:latin typeface="Yu Gothic"/>
                <a:ea typeface="Yu Gothic"/>
                <a:cs typeface="Yu Gothic"/>
              </a:defRPr>
            </a:lvl9pPr>
          </a:lstStyle>
          <a:p>
            <a:pPr>
              <a:buNone/>
              <a:defRPr sz="2775" b="1">
                <a:solidFill>
                  <a:srgbClr val="18364F"/>
                </a:solidFill>
                <a:latin typeface="Yu Gothic"/>
                <a:ea typeface="Yu Gothic"/>
                <a:cs typeface="Yu Gothic"/>
              </a:defRPr>
            </a:pPr>
            <a:r>
              <a:rPr sz="2775" b="1">
                <a:solidFill>
                  <a:srgbClr val="18364F"/>
                </a:solidFill>
                <a:latin typeface="Yu Gothic"/>
                <a:ea typeface="Yu Gothic"/>
                <a:cs typeface="Yu Gothic"/>
              </a:rPr>
              <a:t>δ全体 = F / k部材 + F / k接合</a:t>
            </a:r>
          </a:p>
        </p:txBody>
      </p:sp>
      <p:sp>
        <p:nvSpPr>
          <p:cNvPr id="18" name="正方形/長方形 17">
            <a:extLst>
              <a:ext uri="{FF2B5EF4-FFF2-40B4-BE49-F238E27FC236}">
                <a16:creationId xmlns:a16="http://schemas.microsoft.com/office/drawing/2014/main" id="{0C42A0DC-026A-42BC-948F-0A5F92CB6DE9}"/>
              </a:ext>
            </a:extLst>
          </p:cNvPr>
          <p:cNvSpPr>
            <a:spLocks noGrp="1"/>
          </p:cNvSpPr>
          <p:nvPr/>
        </p:nvSpPr>
        <p:spPr>
          <a:xfrm>
            <a:off x="838200" y="5867400"/>
            <a:ext cx="10477500" cy="400050"/>
          </a:xfrm>
          <a:prstGeom prst="rect">
            <a:avLst/>
          </a:prstGeom>
          <a:noFill/>
          <a:ln w="0">
            <a:noFill/>
          </a:ln>
        </p:spPr>
        <p:txBody>
          <a:bodyPr lIns="0" tIns="0" rIns="0" bIns="0" anchor="ctr">
            <a:noAutofit/>
          </a:bodyPr>
          <a:lstStyle>
            <a:defPPr>
              <a:defRPr sz="1425" b="1">
                <a:solidFill>
                  <a:srgbClr val="087E8B"/>
                </a:solidFill>
                <a:latin typeface="Yu Gothic"/>
                <a:ea typeface="Yu Gothic"/>
                <a:cs typeface="Yu Gothic"/>
              </a:defRPr>
            </a:defPPr>
            <a:lvl1pPr>
              <a:buNone/>
              <a:defRPr sz="1425" b="1">
                <a:solidFill>
                  <a:srgbClr val="087E8B"/>
                </a:solidFill>
                <a:latin typeface="Yu Gothic"/>
                <a:ea typeface="Yu Gothic"/>
                <a:cs typeface="Yu Gothic"/>
              </a:defRPr>
            </a:lvl1pPr>
            <a:lvl2pPr>
              <a:buNone/>
              <a:defRPr sz="1425" b="1">
                <a:solidFill>
                  <a:srgbClr val="087E8B"/>
                </a:solidFill>
                <a:latin typeface="Yu Gothic"/>
                <a:ea typeface="Yu Gothic"/>
                <a:cs typeface="Yu Gothic"/>
              </a:defRPr>
            </a:lvl2pPr>
            <a:lvl3pPr>
              <a:buNone/>
              <a:defRPr sz="1425" b="1">
                <a:solidFill>
                  <a:srgbClr val="087E8B"/>
                </a:solidFill>
                <a:latin typeface="Yu Gothic"/>
                <a:ea typeface="Yu Gothic"/>
                <a:cs typeface="Yu Gothic"/>
              </a:defRPr>
            </a:lvl3pPr>
            <a:lvl4pPr>
              <a:buNone/>
              <a:defRPr sz="1425" b="1">
                <a:solidFill>
                  <a:srgbClr val="087E8B"/>
                </a:solidFill>
                <a:latin typeface="Yu Gothic"/>
                <a:ea typeface="Yu Gothic"/>
                <a:cs typeface="Yu Gothic"/>
              </a:defRPr>
            </a:lvl4pPr>
            <a:lvl5pPr>
              <a:buNone/>
              <a:defRPr sz="1425" b="1">
                <a:solidFill>
                  <a:srgbClr val="087E8B"/>
                </a:solidFill>
                <a:latin typeface="Yu Gothic"/>
                <a:ea typeface="Yu Gothic"/>
                <a:cs typeface="Yu Gothic"/>
              </a:defRPr>
            </a:lvl5pPr>
            <a:lvl6pPr>
              <a:buNone/>
              <a:defRPr sz="1425" b="1">
                <a:solidFill>
                  <a:srgbClr val="087E8B"/>
                </a:solidFill>
                <a:latin typeface="Yu Gothic"/>
                <a:ea typeface="Yu Gothic"/>
                <a:cs typeface="Yu Gothic"/>
              </a:defRPr>
            </a:lvl6pPr>
            <a:lvl7pPr>
              <a:buNone/>
              <a:defRPr sz="1425" b="1">
                <a:solidFill>
                  <a:srgbClr val="087E8B"/>
                </a:solidFill>
                <a:latin typeface="Yu Gothic"/>
                <a:ea typeface="Yu Gothic"/>
                <a:cs typeface="Yu Gothic"/>
              </a:defRPr>
            </a:lvl7pPr>
            <a:lvl8pPr>
              <a:buNone/>
              <a:defRPr sz="1425" b="1">
                <a:solidFill>
                  <a:srgbClr val="087E8B"/>
                </a:solidFill>
                <a:latin typeface="Yu Gothic"/>
                <a:ea typeface="Yu Gothic"/>
                <a:cs typeface="Yu Gothic"/>
              </a:defRPr>
            </a:lvl8pPr>
            <a:lvl9pPr>
              <a:buNone/>
              <a:defRPr sz="1425" b="1">
                <a:solidFill>
                  <a:srgbClr val="087E8B"/>
                </a:solidFill>
                <a:latin typeface="Yu Gothic"/>
                <a:ea typeface="Yu Gothic"/>
                <a:cs typeface="Yu Gothic"/>
              </a:defRPr>
            </a:lvl9pPr>
          </a:lstStyle>
          <a:p>
            <a:pPr>
              <a:buNone/>
              <a:defRPr sz="1425" b="1">
                <a:solidFill>
                  <a:srgbClr val="087E8B"/>
                </a:solidFill>
                <a:latin typeface="Yu Gothic"/>
                <a:ea typeface="Yu Gothic"/>
                <a:cs typeface="Yu Gothic"/>
              </a:defRPr>
            </a:pPr>
            <a:r>
              <a:rPr sz="1425" b="1">
                <a:solidFill>
                  <a:srgbClr val="087E8B"/>
                </a:solidFill>
                <a:latin typeface="Yu Gothic"/>
                <a:ea typeface="Yu Gothic"/>
                <a:cs typeface="Yu Gothic"/>
              </a:rPr>
              <a:t>同じFを伝える直列ばねの説明モデル。実建物の変形計算式ではない。</a:t>
            </a:r>
          </a:p>
        </p:txBody>
      </p:sp>
    </p:spTree>
    <p:extLst>
      <p:ext uri="{BB962C8B-B14F-4D97-AF65-F5344CB8AC3E}">
        <p14:creationId xmlns:p14="http://schemas.microsoft.com/office/powerpoint/2010/main" val="17917070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正方形/長方形 11">
            <a:extLst>
              <a:ext uri="{FF2B5EF4-FFF2-40B4-BE49-F238E27FC236}">
                <a16:creationId xmlns:a16="http://schemas.microsoft.com/office/drawing/2014/main" id="{5F99BF73-2922-41C4-A941-7DF44C79D945}"/>
              </a:ext>
            </a:extLst>
          </p:cNvPr>
          <p:cNvSpPr>
            <a:spLocks noGrp="1"/>
          </p:cNvSpPr>
          <p:nvPr/>
        </p:nvSpPr>
        <p:spPr>
          <a:xfrm>
            <a:off x="685800" y="342900"/>
            <a:ext cx="10820400" cy="666750"/>
          </a:xfrm>
          <a:prstGeom prst="rect">
            <a:avLst/>
          </a:prstGeom>
          <a:noFill/>
          <a:ln w="0">
            <a:noFill/>
          </a:ln>
        </p:spPr>
        <p:txBody>
          <a:bodyPr lIns="0" tIns="0" rIns="0" bIns="0" anchor="ctr">
            <a:noAutofit/>
          </a:bodyPr>
          <a:lstStyle>
            <a:defPPr>
              <a:defRPr sz="3000" b="1">
                <a:solidFill>
                  <a:srgbClr val="18364F"/>
                </a:solidFill>
                <a:latin typeface="Yu Gothic"/>
                <a:ea typeface="Yu Gothic"/>
                <a:cs typeface="Yu Gothic"/>
              </a:defRPr>
            </a:defPPr>
            <a:lvl1pPr>
              <a:buNone/>
              <a:defRPr sz="3000" b="1">
                <a:solidFill>
                  <a:srgbClr val="18364F"/>
                </a:solidFill>
                <a:latin typeface="Yu Gothic"/>
                <a:ea typeface="Yu Gothic"/>
                <a:cs typeface="Yu Gothic"/>
              </a:defRPr>
            </a:lvl1pPr>
            <a:lvl2pPr>
              <a:buNone/>
              <a:defRPr sz="3000" b="1">
                <a:solidFill>
                  <a:srgbClr val="18364F"/>
                </a:solidFill>
                <a:latin typeface="Yu Gothic"/>
                <a:ea typeface="Yu Gothic"/>
                <a:cs typeface="Yu Gothic"/>
              </a:defRPr>
            </a:lvl2pPr>
            <a:lvl3pPr>
              <a:buNone/>
              <a:defRPr sz="3000" b="1">
                <a:solidFill>
                  <a:srgbClr val="18364F"/>
                </a:solidFill>
                <a:latin typeface="Yu Gothic"/>
                <a:ea typeface="Yu Gothic"/>
                <a:cs typeface="Yu Gothic"/>
              </a:defRPr>
            </a:lvl3pPr>
            <a:lvl4pPr>
              <a:buNone/>
              <a:defRPr sz="3000" b="1">
                <a:solidFill>
                  <a:srgbClr val="18364F"/>
                </a:solidFill>
                <a:latin typeface="Yu Gothic"/>
                <a:ea typeface="Yu Gothic"/>
                <a:cs typeface="Yu Gothic"/>
              </a:defRPr>
            </a:lvl4pPr>
            <a:lvl5pPr>
              <a:buNone/>
              <a:defRPr sz="3000" b="1">
                <a:solidFill>
                  <a:srgbClr val="18364F"/>
                </a:solidFill>
                <a:latin typeface="Yu Gothic"/>
                <a:ea typeface="Yu Gothic"/>
                <a:cs typeface="Yu Gothic"/>
              </a:defRPr>
            </a:lvl5pPr>
            <a:lvl6pPr>
              <a:buNone/>
              <a:defRPr sz="3000" b="1">
                <a:solidFill>
                  <a:srgbClr val="18364F"/>
                </a:solidFill>
                <a:latin typeface="Yu Gothic"/>
                <a:ea typeface="Yu Gothic"/>
                <a:cs typeface="Yu Gothic"/>
              </a:defRPr>
            </a:lvl6pPr>
            <a:lvl7pPr>
              <a:buNone/>
              <a:defRPr sz="3000" b="1">
                <a:solidFill>
                  <a:srgbClr val="18364F"/>
                </a:solidFill>
                <a:latin typeface="Yu Gothic"/>
                <a:ea typeface="Yu Gothic"/>
                <a:cs typeface="Yu Gothic"/>
              </a:defRPr>
            </a:lvl7pPr>
            <a:lvl8pPr>
              <a:buNone/>
              <a:defRPr sz="3000" b="1">
                <a:solidFill>
                  <a:srgbClr val="18364F"/>
                </a:solidFill>
                <a:latin typeface="Yu Gothic"/>
                <a:ea typeface="Yu Gothic"/>
                <a:cs typeface="Yu Gothic"/>
              </a:defRPr>
            </a:lvl8pPr>
            <a:lvl9pPr>
              <a:buNone/>
              <a:defRPr sz="3000" b="1">
                <a:solidFill>
                  <a:srgbClr val="18364F"/>
                </a:solidFill>
                <a:latin typeface="Yu Gothic"/>
                <a:ea typeface="Yu Gothic"/>
                <a:cs typeface="Yu Gothic"/>
              </a:defRPr>
            </a:lvl9pPr>
          </a:lstStyle>
          <a:p>
            <a:pPr>
              <a:buNone/>
              <a:defRPr sz="3000" b="1">
                <a:solidFill>
                  <a:srgbClr val="18364F"/>
                </a:solidFill>
                <a:latin typeface="Yu Gothic"/>
                <a:ea typeface="Yu Gothic"/>
                <a:cs typeface="Yu Gothic"/>
              </a:defRPr>
            </a:pPr>
            <a:r>
              <a:rPr sz="3000" b="1">
                <a:solidFill>
                  <a:srgbClr val="18364F"/>
                </a:solidFill>
                <a:latin typeface="Yu Gothic"/>
                <a:ea typeface="Yu Gothic"/>
                <a:cs typeface="Yu Gothic"/>
              </a:rPr>
              <a:t>実例① 大館樹海ドーム：木で大空間</a:t>
            </a:r>
          </a:p>
        </p:txBody>
      </p:sp>
      <p:sp>
        <p:nvSpPr>
          <p:cNvPr id="2" name="正方形/長方形 1">
            <a:extLst>
              <a:ext uri="{FF2B5EF4-FFF2-40B4-BE49-F238E27FC236}">
                <a16:creationId xmlns:a16="http://schemas.microsoft.com/office/drawing/2014/main" id="{88FFB10F-6FAC-4493-8012-C52B9697DAD3}"/>
              </a:ext>
            </a:extLst>
          </p:cNvPr>
          <p:cNvSpPr>
            <a:spLocks noGrp="1"/>
          </p:cNvSpPr>
          <p:nvPr/>
        </p:nvSpPr>
        <p:spPr>
          <a:xfrm>
            <a:off x="685800" y="1181100"/>
            <a:ext cx="10820400" cy="19050"/>
          </a:xfrm>
          <a:prstGeom prst="rect">
            <a:avLst/>
          </a:prstGeom>
          <a:solidFill>
            <a:srgbClr val="18364F"/>
          </a:solidFill>
          <a:ln w="0">
            <a:noFill/>
          </a:ln>
        </p:spPr>
      </p:sp>
      <p:sp>
        <p:nvSpPr>
          <p:cNvPr id="3" name="正方形/長方形 2">
            <a:extLst>
              <a:ext uri="{FF2B5EF4-FFF2-40B4-BE49-F238E27FC236}">
                <a16:creationId xmlns:a16="http://schemas.microsoft.com/office/drawing/2014/main" id="{96F06ACE-2A50-42B4-847C-2FB884CD1CB7}"/>
              </a:ext>
            </a:extLst>
          </p:cNvPr>
          <p:cNvSpPr>
            <a:spLocks noGrp="1"/>
          </p:cNvSpPr>
          <p:nvPr/>
        </p:nvSpPr>
        <p:spPr>
          <a:xfrm>
            <a:off x="685800" y="6419850"/>
            <a:ext cx="9334500" cy="257175"/>
          </a:xfrm>
          <a:prstGeom prst="rect">
            <a:avLst/>
          </a:prstGeom>
          <a:noFill/>
          <a:ln w="0">
            <a:noFill/>
          </a:ln>
        </p:spPr>
        <p:txBody>
          <a:bodyPr lIns="0" tIns="0" rIns="0" bIns="0" anchor="ctr">
            <a:noAutofit/>
          </a:bodyPr>
          <a:lstStyle>
            <a:defPPr>
              <a:defRPr sz="1425" b="0">
                <a:solidFill>
                  <a:srgbClr val="596875"/>
                </a:solidFill>
                <a:latin typeface="Yu Gothic"/>
                <a:ea typeface="Yu Gothic"/>
                <a:cs typeface="Yu Gothic"/>
              </a:defRPr>
            </a:defPPr>
            <a:lvl1pPr>
              <a:buNone/>
              <a:defRPr sz="1425" b="0">
                <a:solidFill>
                  <a:srgbClr val="596875"/>
                </a:solidFill>
                <a:latin typeface="Yu Gothic"/>
                <a:ea typeface="Yu Gothic"/>
                <a:cs typeface="Yu Gothic"/>
              </a:defRPr>
            </a:lvl1pPr>
            <a:lvl2pPr>
              <a:buNone/>
              <a:defRPr sz="1425" b="0">
                <a:solidFill>
                  <a:srgbClr val="596875"/>
                </a:solidFill>
                <a:latin typeface="Yu Gothic"/>
                <a:ea typeface="Yu Gothic"/>
                <a:cs typeface="Yu Gothic"/>
              </a:defRPr>
            </a:lvl2pPr>
            <a:lvl3pPr>
              <a:buNone/>
              <a:defRPr sz="1425" b="0">
                <a:solidFill>
                  <a:srgbClr val="596875"/>
                </a:solidFill>
                <a:latin typeface="Yu Gothic"/>
                <a:ea typeface="Yu Gothic"/>
                <a:cs typeface="Yu Gothic"/>
              </a:defRPr>
            </a:lvl3pPr>
            <a:lvl4pPr>
              <a:buNone/>
              <a:defRPr sz="1425" b="0">
                <a:solidFill>
                  <a:srgbClr val="596875"/>
                </a:solidFill>
                <a:latin typeface="Yu Gothic"/>
                <a:ea typeface="Yu Gothic"/>
                <a:cs typeface="Yu Gothic"/>
              </a:defRPr>
            </a:lvl4pPr>
            <a:lvl5pPr>
              <a:buNone/>
              <a:defRPr sz="1425" b="0">
                <a:solidFill>
                  <a:srgbClr val="596875"/>
                </a:solidFill>
                <a:latin typeface="Yu Gothic"/>
                <a:ea typeface="Yu Gothic"/>
                <a:cs typeface="Yu Gothic"/>
              </a:defRPr>
            </a:lvl5pPr>
            <a:lvl6pPr>
              <a:buNone/>
              <a:defRPr sz="1425" b="0">
                <a:solidFill>
                  <a:srgbClr val="596875"/>
                </a:solidFill>
                <a:latin typeface="Yu Gothic"/>
                <a:ea typeface="Yu Gothic"/>
                <a:cs typeface="Yu Gothic"/>
              </a:defRPr>
            </a:lvl6pPr>
            <a:lvl7pPr>
              <a:buNone/>
              <a:defRPr sz="1425" b="0">
                <a:solidFill>
                  <a:srgbClr val="596875"/>
                </a:solidFill>
                <a:latin typeface="Yu Gothic"/>
                <a:ea typeface="Yu Gothic"/>
                <a:cs typeface="Yu Gothic"/>
              </a:defRPr>
            </a:lvl7pPr>
            <a:lvl8pPr>
              <a:buNone/>
              <a:defRPr sz="1425" b="0">
                <a:solidFill>
                  <a:srgbClr val="596875"/>
                </a:solidFill>
                <a:latin typeface="Yu Gothic"/>
                <a:ea typeface="Yu Gothic"/>
                <a:cs typeface="Yu Gothic"/>
              </a:defRPr>
            </a:lvl8pPr>
            <a:lvl9pPr>
              <a:buNone/>
              <a:defRPr sz="1425" b="0">
                <a:solidFill>
                  <a:srgbClr val="596875"/>
                </a:solidFill>
                <a:latin typeface="Yu Gothic"/>
                <a:ea typeface="Yu Gothic"/>
                <a:cs typeface="Yu Gothic"/>
              </a:defRPr>
            </a:lvl9pPr>
          </a:lstStyle>
          <a:p>
            <a:pPr>
              <a:buNone/>
              <a:defRPr sz="1425" b="0">
                <a:solidFill>
                  <a:srgbClr val="596875"/>
                </a:solidFill>
                <a:latin typeface="Yu Gothic"/>
                <a:ea typeface="Yu Gothic"/>
                <a:cs typeface="Yu Gothic"/>
              </a:defRPr>
            </a:pPr>
            <a:r>
              <a:rPr lang="ja-JP" altLang="en-US" sz="1425" b="0">
                <a:solidFill>
                  <a:srgbClr val="596875"/>
                </a:solidFill>
                <a:latin typeface="Yu Gothic"/>
                <a:ea typeface="Yu Gothic"/>
                <a:cs typeface="Yu Gothic"/>
              </a:rPr>
              <a:t>木材及び木質材料学　新第</a:t>
            </a:r>
            <a:r>
              <a:rPr lang="en-US" altLang="ja-JP" sz="1425" b="0">
                <a:solidFill>
                  <a:srgbClr val="596875"/>
                </a:solidFill>
                <a:latin typeface="Yu Gothic"/>
                <a:ea typeface="Yu Gothic"/>
                <a:cs typeface="Yu Gothic"/>
              </a:rPr>
              <a:t>14</a:t>
            </a:r>
            <a:r>
              <a:rPr lang="ja-JP" altLang="en-US" sz="1425" b="0">
                <a:solidFill>
                  <a:srgbClr val="596875"/>
                </a:solidFill>
                <a:latin typeface="Yu Gothic"/>
                <a:ea typeface="Yu Gothic"/>
                <a:cs typeface="Yu Gothic"/>
              </a:rPr>
              <a:t>回　構造・燃焼</a:t>
            </a:r>
            <a:endParaRPr sz="1425" b="0">
              <a:solidFill>
                <a:srgbClr val="596875"/>
              </a:solidFill>
              <a:latin typeface="Yu Gothic"/>
              <a:ea typeface="Yu Gothic"/>
              <a:cs typeface="Yu Gothic"/>
            </a:endParaRPr>
          </a:p>
        </p:txBody>
      </p:sp>
      <p:sp>
        <p:nvSpPr>
          <p:cNvPr id="4" name="正方形/長方形 3">
            <a:extLst>
              <a:ext uri="{FF2B5EF4-FFF2-40B4-BE49-F238E27FC236}">
                <a16:creationId xmlns:a16="http://schemas.microsoft.com/office/drawing/2014/main" id="{E4507B01-B670-40CB-8A8A-F799A7365CCC}"/>
              </a:ext>
            </a:extLst>
          </p:cNvPr>
          <p:cNvSpPr>
            <a:spLocks noGrp="1"/>
          </p:cNvSpPr>
          <p:nvPr/>
        </p:nvSpPr>
        <p:spPr>
          <a:xfrm>
            <a:off x="10763250" y="6419850"/>
            <a:ext cx="742950" cy="257175"/>
          </a:xfrm>
          <a:prstGeom prst="rect">
            <a:avLst/>
          </a:prstGeom>
          <a:noFill/>
          <a:ln w="0">
            <a:noFill/>
          </a:ln>
        </p:spPr>
        <p:txBody>
          <a:bodyPr lIns="0" tIns="0" rIns="0" bIns="0" anchor="ctr">
            <a:noAutofit/>
          </a:bodyPr>
          <a:lstStyle>
            <a:defPPr>
              <a:defRPr sz="1425" b="0">
                <a:solidFill>
                  <a:srgbClr val="596875"/>
                </a:solidFill>
                <a:latin typeface="Yu Gothic"/>
                <a:ea typeface="Yu Gothic"/>
                <a:cs typeface="Yu Gothic"/>
              </a:defRPr>
            </a:defPPr>
            <a:lvl1pPr>
              <a:buNone/>
              <a:defRPr sz="1425" b="0">
                <a:solidFill>
                  <a:srgbClr val="596875"/>
                </a:solidFill>
                <a:latin typeface="Yu Gothic"/>
                <a:ea typeface="Yu Gothic"/>
                <a:cs typeface="Yu Gothic"/>
              </a:defRPr>
            </a:lvl1pPr>
            <a:lvl2pPr>
              <a:buNone/>
              <a:defRPr sz="1425" b="0">
                <a:solidFill>
                  <a:srgbClr val="596875"/>
                </a:solidFill>
                <a:latin typeface="Yu Gothic"/>
                <a:ea typeface="Yu Gothic"/>
                <a:cs typeface="Yu Gothic"/>
              </a:defRPr>
            </a:lvl2pPr>
            <a:lvl3pPr>
              <a:buNone/>
              <a:defRPr sz="1425" b="0">
                <a:solidFill>
                  <a:srgbClr val="596875"/>
                </a:solidFill>
                <a:latin typeface="Yu Gothic"/>
                <a:ea typeface="Yu Gothic"/>
                <a:cs typeface="Yu Gothic"/>
              </a:defRPr>
            </a:lvl3pPr>
            <a:lvl4pPr>
              <a:buNone/>
              <a:defRPr sz="1425" b="0">
                <a:solidFill>
                  <a:srgbClr val="596875"/>
                </a:solidFill>
                <a:latin typeface="Yu Gothic"/>
                <a:ea typeface="Yu Gothic"/>
                <a:cs typeface="Yu Gothic"/>
              </a:defRPr>
            </a:lvl4pPr>
            <a:lvl5pPr>
              <a:buNone/>
              <a:defRPr sz="1425" b="0">
                <a:solidFill>
                  <a:srgbClr val="596875"/>
                </a:solidFill>
                <a:latin typeface="Yu Gothic"/>
                <a:ea typeface="Yu Gothic"/>
                <a:cs typeface="Yu Gothic"/>
              </a:defRPr>
            </a:lvl5pPr>
            <a:lvl6pPr>
              <a:buNone/>
              <a:defRPr sz="1425" b="0">
                <a:solidFill>
                  <a:srgbClr val="596875"/>
                </a:solidFill>
                <a:latin typeface="Yu Gothic"/>
                <a:ea typeface="Yu Gothic"/>
                <a:cs typeface="Yu Gothic"/>
              </a:defRPr>
            </a:lvl6pPr>
            <a:lvl7pPr>
              <a:buNone/>
              <a:defRPr sz="1425" b="0">
                <a:solidFill>
                  <a:srgbClr val="596875"/>
                </a:solidFill>
                <a:latin typeface="Yu Gothic"/>
                <a:ea typeface="Yu Gothic"/>
                <a:cs typeface="Yu Gothic"/>
              </a:defRPr>
            </a:lvl7pPr>
            <a:lvl8pPr>
              <a:buNone/>
              <a:defRPr sz="1425" b="0">
                <a:solidFill>
                  <a:srgbClr val="596875"/>
                </a:solidFill>
                <a:latin typeface="Yu Gothic"/>
                <a:ea typeface="Yu Gothic"/>
                <a:cs typeface="Yu Gothic"/>
              </a:defRPr>
            </a:lvl8pPr>
            <a:lvl9pPr>
              <a:buNone/>
              <a:defRPr sz="1425" b="0">
                <a:solidFill>
                  <a:srgbClr val="596875"/>
                </a:solidFill>
                <a:latin typeface="Yu Gothic"/>
                <a:ea typeface="Yu Gothic"/>
                <a:cs typeface="Yu Gothic"/>
              </a:defRPr>
            </a:lvl9pPr>
          </a:lstStyle>
          <a:p>
            <a:pPr>
              <a:buNone/>
              <a:defRPr sz="1425" b="0">
                <a:solidFill>
                  <a:srgbClr val="596875"/>
                </a:solidFill>
                <a:latin typeface="Yu Gothic"/>
                <a:ea typeface="Yu Gothic"/>
                <a:cs typeface="Yu Gothic"/>
              </a:defRPr>
            </a:pPr>
            <a:r>
              <a:rPr lang="en-US" altLang="ja-JP" sz="1425" b="0">
                <a:solidFill>
                  <a:srgbClr val="596875"/>
                </a:solidFill>
                <a:latin typeface="Yu Gothic"/>
                <a:ea typeface="Yu Gothic"/>
                <a:cs typeface="Yu Gothic"/>
              </a:rPr>
              <a:t>16</a:t>
            </a:r>
            <a:endParaRPr sz="1425" b="0">
              <a:solidFill>
                <a:srgbClr val="596875"/>
              </a:solidFill>
              <a:latin typeface="Yu Gothic"/>
              <a:ea typeface="Yu Gothic"/>
              <a:cs typeface="Yu Gothic"/>
            </a:endParaRPr>
          </a:p>
        </p:txBody>
      </p:sp>
      <p:pic>
        <p:nvPicPr>
          <p:cNvPr id="5" name="図 4">
            <a:extLst>
              <a:ext uri="{FF2B5EF4-FFF2-40B4-BE49-F238E27FC236}">
                <a16:creationId xmlns:a16="http://schemas.microsoft.com/office/drawing/2014/main" id="{5D1CFE57-526C-47CC-9179-779417AFFF96}"/>
              </a:ext>
            </a:extLst>
          </p:cNvPr>
          <p:cNvPicPr>
            <a:picLocks noChangeAspect="1"/>
          </p:cNvPicPr>
          <p:nvPr/>
        </p:nvPicPr>
        <p:blipFill>
          <a:blip r:embed="rId3"/>
          <a:stretch/>
        </p:blipFill>
        <p:spPr>
          <a:xfrm>
            <a:off x="838200" y="1554353"/>
            <a:ext cx="7239000" cy="4073144"/>
          </a:xfrm>
          <a:prstGeom prst="rect">
            <a:avLst/>
          </a:prstGeom>
        </p:spPr>
      </p:pic>
      <p:sp>
        <p:nvSpPr>
          <p:cNvPr id="6" name="正方形/長方形 5">
            <a:extLst>
              <a:ext uri="{FF2B5EF4-FFF2-40B4-BE49-F238E27FC236}">
                <a16:creationId xmlns:a16="http://schemas.microsoft.com/office/drawing/2014/main" id="{6FC4DAA0-EF80-489F-A561-7F7EA306D358}"/>
              </a:ext>
            </a:extLst>
          </p:cNvPr>
          <p:cNvSpPr>
            <a:spLocks noGrp="1"/>
          </p:cNvSpPr>
          <p:nvPr/>
        </p:nvSpPr>
        <p:spPr>
          <a:xfrm>
            <a:off x="8382000" y="1581150"/>
            <a:ext cx="3048000" cy="666750"/>
          </a:xfrm>
          <a:prstGeom prst="rect">
            <a:avLst/>
          </a:prstGeom>
          <a:noFill/>
          <a:ln w="0">
            <a:noFill/>
          </a:ln>
        </p:spPr>
        <p:txBody>
          <a:bodyPr lIns="0" tIns="0" rIns="0" bIns="0" anchor="ctr">
            <a:noAutofit/>
          </a:bodyPr>
          <a:lstStyle>
            <a:defPPr>
              <a:defRPr sz="2325" b="1">
                <a:solidFill>
                  <a:srgbClr val="253C4D"/>
                </a:solidFill>
                <a:latin typeface="Yu Gothic"/>
                <a:ea typeface="Yu Gothic"/>
                <a:cs typeface="Yu Gothic"/>
              </a:defRPr>
            </a:defPPr>
            <a:lvl1pPr>
              <a:buNone/>
              <a:defRPr sz="2325" b="1">
                <a:solidFill>
                  <a:srgbClr val="253C4D"/>
                </a:solidFill>
                <a:latin typeface="Yu Gothic"/>
                <a:ea typeface="Yu Gothic"/>
                <a:cs typeface="Yu Gothic"/>
              </a:defRPr>
            </a:lvl1pPr>
            <a:lvl2pPr>
              <a:buNone/>
              <a:defRPr sz="2325" b="1">
                <a:solidFill>
                  <a:srgbClr val="253C4D"/>
                </a:solidFill>
                <a:latin typeface="Yu Gothic"/>
                <a:ea typeface="Yu Gothic"/>
                <a:cs typeface="Yu Gothic"/>
              </a:defRPr>
            </a:lvl2pPr>
            <a:lvl3pPr>
              <a:buNone/>
              <a:defRPr sz="2325" b="1">
                <a:solidFill>
                  <a:srgbClr val="253C4D"/>
                </a:solidFill>
                <a:latin typeface="Yu Gothic"/>
                <a:ea typeface="Yu Gothic"/>
                <a:cs typeface="Yu Gothic"/>
              </a:defRPr>
            </a:lvl3pPr>
            <a:lvl4pPr>
              <a:buNone/>
              <a:defRPr sz="2325" b="1">
                <a:solidFill>
                  <a:srgbClr val="253C4D"/>
                </a:solidFill>
                <a:latin typeface="Yu Gothic"/>
                <a:ea typeface="Yu Gothic"/>
                <a:cs typeface="Yu Gothic"/>
              </a:defRPr>
            </a:lvl4pPr>
            <a:lvl5pPr>
              <a:buNone/>
              <a:defRPr sz="2325" b="1">
                <a:solidFill>
                  <a:srgbClr val="253C4D"/>
                </a:solidFill>
                <a:latin typeface="Yu Gothic"/>
                <a:ea typeface="Yu Gothic"/>
                <a:cs typeface="Yu Gothic"/>
              </a:defRPr>
            </a:lvl5pPr>
            <a:lvl6pPr>
              <a:buNone/>
              <a:defRPr sz="2325" b="1">
                <a:solidFill>
                  <a:srgbClr val="253C4D"/>
                </a:solidFill>
                <a:latin typeface="Yu Gothic"/>
                <a:ea typeface="Yu Gothic"/>
                <a:cs typeface="Yu Gothic"/>
              </a:defRPr>
            </a:lvl6pPr>
            <a:lvl7pPr>
              <a:buNone/>
              <a:defRPr sz="2325" b="1">
                <a:solidFill>
                  <a:srgbClr val="253C4D"/>
                </a:solidFill>
                <a:latin typeface="Yu Gothic"/>
                <a:ea typeface="Yu Gothic"/>
                <a:cs typeface="Yu Gothic"/>
              </a:defRPr>
            </a:lvl7pPr>
            <a:lvl8pPr>
              <a:buNone/>
              <a:defRPr sz="2325" b="1">
                <a:solidFill>
                  <a:srgbClr val="253C4D"/>
                </a:solidFill>
                <a:latin typeface="Yu Gothic"/>
                <a:ea typeface="Yu Gothic"/>
                <a:cs typeface="Yu Gothic"/>
              </a:defRPr>
            </a:lvl8pPr>
            <a:lvl9pPr>
              <a:buNone/>
              <a:defRPr sz="2325" b="1">
                <a:solidFill>
                  <a:srgbClr val="253C4D"/>
                </a:solidFill>
                <a:latin typeface="Yu Gothic"/>
                <a:ea typeface="Yu Gothic"/>
                <a:cs typeface="Yu Gothic"/>
              </a:defRPr>
            </a:lvl9pPr>
          </a:lstStyle>
          <a:p>
            <a:pPr>
              <a:buNone/>
              <a:defRPr sz="2325" b="1">
                <a:solidFill>
                  <a:srgbClr val="253C4D"/>
                </a:solidFill>
                <a:latin typeface="Yu Gothic"/>
                <a:ea typeface="Yu Gothic"/>
                <a:cs typeface="Yu Gothic"/>
              </a:defRPr>
            </a:pPr>
            <a:r>
              <a:rPr sz="2325" b="1">
                <a:solidFill>
                  <a:srgbClr val="253C4D"/>
                </a:solidFill>
                <a:latin typeface="Yu Gothic"/>
                <a:ea typeface="Yu Gothic"/>
                <a:cs typeface="Yu Gothic"/>
              </a:rPr>
              <a:t>秋田スギ集成材</a:t>
            </a:r>
          </a:p>
        </p:txBody>
      </p:sp>
      <p:sp>
        <p:nvSpPr>
          <p:cNvPr id="7" name="正方形/長方形 6">
            <a:extLst>
              <a:ext uri="{FF2B5EF4-FFF2-40B4-BE49-F238E27FC236}">
                <a16:creationId xmlns:a16="http://schemas.microsoft.com/office/drawing/2014/main" id="{F17A293E-0042-467E-91A7-DB1D74F19F5F}"/>
              </a:ext>
            </a:extLst>
          </p:cNvPr>
          <p:cNvSpPr>
            <a:spLocks noGrp="1"/>
          </p:cNvSpPr>
          <p:nvPr/>
        </p:nvSpPr>
        <p:spPr>
          <a:xfrm>
            <a:off x="8382000" y="2476500"/>
            <a:ext cx="3048000" cy="2381250"/>
          </a:xfrm>
          <a:prstGeom prst="rect">
            <a:avLst/>
          </a:prstGeom>
          <a:noFill/>
          <a:ln w="0">
            <a:noFill/>
          </a:ln>
        </p:spPr>
        <p:txBody>
          <a:bodyPr lIns="0" tIns="0" rIns="0" bIns="0" anchor="ctr">
            <a:noAutofit/>
          </a:bodyPr>
          <a:lstStyle>
            <a:defPPr>
              <a:defRPr sz="2250" b="0">
                <a:solidFill>
                  <a:srgbClr val="253C4D"/>
                </a:solidFill>
                <a:latin typeface="Yu Gothic"/>
                <a:ea typeface="Yu Gothic"/>
                <a:cs typeface="Yu Gothic"/>
              </a:defRPr>
            </a:defPPr>
            <a:lvl1pPr>
              <a:buNone/>
              <a:defRPr sz="2250" b="0">
                <a:solidFill>
                  <a:srgbClr val="253C4D"/>
                </a:solidFill>
                <a:latin typeface="Yu Gothic"/>
                <a:ea typeface="Yu Gothic"/>
                <a:cs typeface="Yu Gothic"/>
              </a:defRPr>
            </a:lvl1pPr>
            <a:lvl2pPr>
              <a:buNone/>
              <a:defRPr sz="2250" b="0">
                <a:solidFill>
                  <a:srgbClr val="253C4D"/>
                </a:solidFill>
                <a:latin typeface="Yu Gothic"/>
                <a:ea typeface="Yu Gothic"/>
                <a:cs typeface="Yu Gothic"/>
              </a:defRPr>
            </a:lvl2pPr>
            <a:lvl3pPr>
              <a:buNone/>
              <a:defRPr sz="2250" b="0">
                <a:solidFill>
                  <a:srgbClr val="253C4D"/>
                </a:solidFill>
                <a:latin typeface="Yu Gothic"/>
                <a:ea typeface="Yu Gothic"/>
                <a:cs typeface="Yu Gothic"/>
              </a:defRPr>
            </a:lvl3pPr>
            <a:lvl4pPr>
              <a:buNone/>
              <a:defRPr sz="2250" b="0">
                <a:solidFill>
                  <a:srgbClr val="253C4D"/>
                </a:solidFill>
                <a:latin typeface="Yu Gothic"/>
                <a:ea typeface="Yu Gothic"/>
                <a:cs typeface="Yu Gothic"/>
              </a:defRPr>
            </a:lvl4pPr>
            <a:lvl5pPr>
              <a:buNone/>
              <a:defRPr sz="2250" b="0">
                <a:solidFill>
                  <a:srgbClr val="253C4D"/>
                </a:solidFill>
                <a:latin typeface="Yu Gothic"/>
                <a:ea typeface="Yu Gothic"/>
                <a:cs typeface="Yu Gothic"/>
              </a:defRPr>
            </a:lvl5pPr>
            <a:lvl6pPr>
              <a:buNone/>
              <a:defRPr sz="2250" b="0">
                <a:solidFill>
                  <a:srgbClr val="253C4D"/>
                </a:solidFill>
                <a:latin typeface="Yu Gothic"/>
                <a:ea typeface="Yu Gothic"/>
                <a:cs typeface="Yu Gothic"/>
              </a:defRPr>
            </a:lvl6pPr>
            <a:lvl7pPr>
              <a:buNone/>
              <a:defRPr sz="2250" b="0">
                <a:solidFill>
                  <a:srgbClr val="253C4D"/>
                </a:solidFill>
                <a:latin typeface="Yu Gothic"/>
                <a:ea typeface="Yu Gothic"/>
                <a:cs typeface="Yu Gothic"/>
              </a:defRPr>
            </a:lvl7pPr>
            <a:lvl8pPr>
              <a:buNone/>
              <a:defRPr sz="2250" b="0">
                <a:solidFill>
                  <a:srgbClr val="253C4D"/>
                </a:solidFill>
                <a:latin typeface="Yu Gothic"/>
                <a:ea typeface="Yu Gothic"/>
                <a:cs typeface="Yu Gothic"/>
              </a:defRPr>
            </a:lvl8pPr>
            <a:lvl9pPr>
              <a:buNone/>
              <a:defRPr sz="2250" b="0">
                <a:solidFill>
                  <a:srgbClr val="253C4D"/>
                </a:solidFill>
                <a:latin typeface="Yu Gothic"/>
                <a:ea typeface="Yu Gothic"/>
                <a:cs typeface="Yu Gothic"/>
              </a:defRPr>
            </a:lvl9pPr>
          </a:lstStyle>
          <a:p>
            <a:pPr>
              <a:buNone/>
              <a:defRPr sz="2250" b="0">
                <a:solidFill>
                  <a:srgbClr val="253C4D"/>
                </a:solidFill>
                <a:latin typeface="Yu Gothic"/>
                <a:ea typeface="Yu Gothic"/>
                <a:cs typeface="Yu Gothic"/>
              </a:defRPr>
            </a:pPr>
            <a:r>
              <a:rPr sz="2250" b="0">
                <a:solidFill>
                  <a:srgbClr val="253C4D"/>
                </a:solidFill>
                <a:latin typeface="Yu Gothic"/>
                <a:ea typeface="Yu Gothic"/>
                <a:cs typeface="Yu Gothic"/>
              </a:rPr>
              <a:t>1997年竣工</a:t>
            </a:r>
          </a:p>
          <a:p>
            <a:pPr>
              <a:buNone/>
              <a:defRPr sz="2250" b="0">
                <a:solidFill>
                  <a:srgbClr val="253C4D"/>
                </a:solidFill>
                <a:latin typeface="Yu Gothic"/>
                <a:ea typeface="Yu Gothic"/>
                <a:cs typeface="Yu Gothic"/>
              </a:defRPr>
            </a:pPr>
            <a:r>
              <a:rPr sz="2250" b="0">
                <a:solidFill>
                  <a:srgbClr val="253C4D"/>
                </a:solidFill>
                <a:latin typeface="Yu Gothic"/>
                <a:ea typeface="Yu Gothic"/>
                <a:cs typeface="Yu Gothic"/>
              </a:rPr>
              <a:t>長辺 178 m</a:t>
            </a:r>
          </a:p>
          <a:p>
            <a:pPr>
              <a:buNone/>
              <a:defRPr sz="2250" b="0">
                <a:solidFill>
                  <a:srgbClr val="253C4D"/>
                </a:solidFill>
                <a:latin typeface="Yu Gothic"/>
                <a:ea typeface="Yu Gothic"/>
                <a:cs typeface="Yu Gothic"/>
              </a:defRPr>
            </a:pPr>
            <a:r>
              <a:rPr sz="2250" b="0">
                <a:solidFill>
                  <a:srgbClr val="253C4D"/>
                </a:solidFill>
                <a:latin typeface="Yu Gothic"/>
                <a:ea typeface="Yu Gothic"/>
                <a:cs typeface="Yu Gothic"/>
              </a:rPr>
              <a:t>短辺 157 m</a:t>
            </a:r>
          </a:p>
          <a:p>
            <a:pPr>
              <a:buNone/>
              <a:defRPr sz="2250" b="0">
                <a:solidFill>
                  <a:srgbClr val="253C4D"/>
                </a:solidFill>
                <a:latin typeface="Yu Gothic"/>
                <a:ea typeface="Yu Gothic"/>
                <a:cs typeface="Yu Gothic"/>
              </a:defRPr>
            </a:pPr>
            <a:r>
              <a:rPr sz="2250" b="0">
                <a:solidFill>
                  <a:srgbClr val="253C4D"/>
                </a:solidFill>
                <a:latin typeface="Yu Gothic"/>
                <a:ea typeface="Yu Gothic"/>
                <a:cs typeface="Yu Gothic"/>
              </a:rPr>
              <a:t>最高高さ 52 m</a:t>
            </a:r>
          </a:p>
        </p:txBody>
      </p:sp>
      <p:sp>
        <p:nvSpPr>
          <p:cNvPr id="8" name="正方形/長方形 7">
            <a:extLst>
              <a:ext uri="{FF2B5EF4-FFF2-40B4-BE49-F238E27FC236}">
                <a16:creationId xmlns:a16="http://schemas.microsoft.com/office/drawing/2014/main" id="{1E095CA4-1D88-44B2-BEDF-752797AD8C2F}"/>
              </a:ext>
            </a:extLst>
          </p:cNvPr>
          <p:cNvSpPr>
            <a:spLocks noGrp="1"/>
          </p:cNvSpPr>
          <p:nvPr/>
        </p:nvSpPr>
        <p:spPr>
          <a:xfrm>
            <a:off x="8382000" y="5153025"/>
            <a:ext cx="2952750" cy="333375"/>
          </a:xfrm>
          <a:prstGeom prst="rect">
            <a:avLst/>
          </a:prstGeom>
          <a:noFill/>
          <a:ln w="0">
            <a:noFill/>
          </a:ln>
        </p:spPr>
        <p:txBody>
          <a:bodyPr lIns="0" tIns="0" rIns="0" bIns="0" anchor="ctr">
            <a:noAutofit/>
          </a:bodyPr>
          <a:lstStyle>
            <a:defPPr>
              <a:defRPr sz="1650" b="0">
                <a:solidFill>
                  <a:srgbClr val="2876A8"/>
                </a:solidFill>
                <a:latin typeface="Yu Gothic"/>
                <a:ea typeface="Yu Gothic"/>
                <a:cs typeface="Yu Gothic"/>
              </a:defRPr>
            </a:defPPr>
            <a:lvl1pPr>
              <a:buNone/>
              <a:defRPr sz="1650" b="0">
                <a:solidFill>
                  <a:srgbClr val="2876A8"/>
                </a:solidFill>
                <a:latin typeface="Yu Gothic"/>
                <a:ea typeface="Yu Gothic"/>
                <a:cs typeface="Yu Gothic"/>
              </a:defRPr>
            </a:lvl1pPr>
            <a:lvl2pPr>
              <a:buNone/>
              <a:defRPr sz="1650" b="0">
                <a:solidFill>
                  <a:srgbClr val="2876A8"/>
                </a:solidFill>
                <a:latin typeface="Yu Gothic"/>
                <a:ea typeface="Yu Gothic"/>
                <a:cs typeface="Yu Gothic"/>
              </a:defRPr>
            </a:lvl2pPr>
            <a:lvl3pPr>
              <a:buNone/>
              <a:defRPr sz="1650" b="0">
                <a:solidFill>
                  <a:srgbClr val="2876A8"/>
                </a:solidFill>
                <a:latin typeface="Yu Gothic"/>
                <a:ea typeface="Yu Gothic"/>
                <a:cs typeface="Yu Gothic"/>
              </a:defRPr>
            </a:lvl3pPr>
            <a:lvl4pPr>
              <a:buNone/>
              <a:defRPr sz="1650" b="0">
                <a:solidFill>
                  <a:srgbClr val="2876A8"/>
                </a:solidFill>
                <a:latin typeface="Yu Gothic"/>
                <a:ea typeface="Yu Gothic"/>
                <a:cs typeface="Yu Gothic"/>
              </a:defRPr>
            </a:lvl4pPr>
            <a:lvl5pPr>
              <a:buNone/>
              <a:defRPr sz="1650" b="0">
                <a:solidFill>
                  <a:srgbClr val="2876A8"/>
                </a:solidFill>
                <a:latin typeface="Yu Gothic"/>
                <a:ea typeface="Yu Gothic"/>
                <a:cs typeface="Yu Gothic"/>
              </a:defRPr>
            </a:lvl5pPr>
            <a:lvl6pPr>
              <a:buNone/>
              <a:defRPr sz="1650" b="0">
                <a:solidFill>
                  <a:srgbClr val="2876A8"/>
                </a:solidFill>
                <a:latin typeface="Yu Gothic"/>
                <a:ea typeface="Yu Gothic"/>
                <a:cs typeface="Yu Gothic"/>
              </a:defRPr>
            </a:lvl6pPr>
            <a:lvl7pPr>
              <a:buNone/>
              <a:defRPr sz="1650" b="0">
                <a:solidFill>
                  <a:srgbClr val="2876A8"/>
                </a:solidFill>
                <a:latin typeface="Yu Gothic"/>
                <a:ea typeface="Yu Gothic"/>
                <a:cs typeface="Yu Gothic"/>
              </a:defRPr>
            </a:lvl7pPr>
            <a:lvl8pPr>
              <a:buNone/>
              <a:defRPr sz="1650" b="0">
                <a:solidFill>
                  <a:srgbClr val="2876A8"/>
                </a:solidFill>
                <a:latin typeface="Yu Gothic"/>
                <a:ea typeface="Yu Gothic"/>
                <a:cs typeface="Yu Gothic"/>
              </a:defRPr>
            </a:lvl8pPr>
            <a:lvl9pPr>
              <a:buNone/>
              <a:defRPr sz="1650" b="0">
                <a:solidFill>
                  <a:srgbClr val="2876A8"/>
                </a:solidFill>
                <a:latin typeface="Yu Gothic"/>
                <a:ea typeface="Yu Gothic"/>
                <a:cs typeface="Yu Gothic"/>
              </a:defRPr>
            </a:lvl9pPr>
          </a:lstStyle>
          <a:p>
            <a:pPr>
              <a:buNone/>
              <a:defRPr sz="1650" b="0">
                <a:solidFill>
                  <a:srgbClr val="2876A8"/>
                </a:solidFill>
                <a:latin typeface="Yu Gothic"/>
                <a:ea typeface="Yu Gothic"/>
                <a:cs typeface="Yu Gothic"/>
              </a:defRPr>
            </a:pPr>
            <a:r>
              <a:rPr sz="1650" b="0">
                <a:solidFill>
                  <a:srgbClr val="2876A8"/>
                </a:solidFill>
                <a:latin typeface="Yu Gothic"/>
                <a:ea typeface="Yu Gothic"/>
                <a:cs typeface="Yu Gothic"/>
                <a:hlinkClick r:id="rId4"/>
              </a:rPr>
              <a:t>規模の出典：JIA</a:t>
            </a:r>
          </a:p>
        </p:txBody>
      </p:sp>
      <p:sp>
        <p:nvSpPr>
          <p:cNvPr id="9" name="正方形/長方形 8">
            <a:extLst>
              <a:ext uri="{FF2B5EF4-FFF2-40B4-BE49-F238E27FC236}">
                <a16:creationId xmlns:a16="http://schemas.microsoft.com/office/drawing/2014/main" id="{65FBFF24-5B0E-4B52-9AC0-F6F030342A59}"/>
              </a:ext>
            </a:extLst>
          </p:cNvPr>
          <p:cNvSpPr>
            <a:spLocks noGrp="1"/>
          </p:cNvSpPr>
          <p:nvPr/>
        </p:nvSpPr>
        <p:spPr>
          <a:xfrm>
            <a:off x="8382000" y="5667375"/>
            <a:ext cx="3000375" cy="523875"/>
          </a:xfrm>
          <a:prstGeom prst="rect">
            <a:avLst/>
          </a:prstGeom>
          <a:noFill/>
          <a:ln w="0">
            <a:noFill/>
          </a:ln>
        </p:spPr>
        <p:txBody>
          <a:bodyPr lIns="0" tIns="0" rIns="0" bIns="0" anchor="ctr">
            <a:noAutofit/>
          </a:bodyPr>
          <a:lstStyle>
            <a:defPPr>
              <a:defRPr sz="1500" b="1">
                <a:solidFill>
                  <a:srgbClr val="087E8B"/>
                </a:solidFill>
                <a:latin typeface="Yu Gothic"/>
                <a:ea typeface="Yu Gothic"/>
                <a:cs typeface="Yu Gothic"/>
              </a:defRPr>
            </a:defPPr>
            <a:lvl1pPr>
              <a:buNone/>
              <a:defRPr sz="1500" b="1">
                <a:solidFill>
                  <a:srgbClr val="087E8B"/>
                </a:solidFill>
                <a:latin typeface="Yu Gothic"/>
                <a:ea typeface="Yu Gothic"/>
                <a:cs typeface="Yu Gothic"/>
              </a:defRPr>
            </a:lvl1pPr>
            <a:lvl2pPr>
              <a:buNone/>
              <a:defRPr sz="1500" b="1">
                <a:solidFill>
                  <a:srgbClr val="087E8B"/>
                </a:solidFill>
                <a:latin typeface="Yu Gothic"/>
                <a:ea typeface="Yu Gothic"/>
                <a:cs typeface="Yu Gothic"/>
              </a:defRPr>
            </a:lvl2pPr>
            <a:lvl3pPr>
              <a:buNone/>
              <a:defRPr sz="1500" b="1">
                <a:solidFill>
                  <a:srgbClr val="087E8B"/>
                </a:solidFill>
                <a:latin typeface="Yu Gothic"/>
                <a:ea typeface="Yu Gothic"/>
                <a:cs typeface="Yu Gothic"/>
              </a:defRPr>
            </a:lvl3pPr>
            <a:lvl4pPr>
              <a:buNone/>
              <a:defRPr sz="1500" b="1">
                <a:solidFill>
                  <a:srgbClr val="087E8B"/>
                </a:solidFill>
                <a:latin typeface="Yu Gothic"/>
                <a:ea typeface="Yu Gothic"/>
                <a:cs typeface="Yu Gothic"/>
              </a:defRPr>
            </a:lvl4pPr>
            <a:lvl5pPr>
              <a:buNone/>
              <a:defRPr sz="1500" b="1">
                <a:solidFill>
                  <a:srgbClr val="087E8B"/>
                </a:solidFill>
                <a:latin typeface="Yu Gothic"/>
                <a:ea typeface="Yu Gothic"/>
                <a:cs typeface="Yu Gothic"/>
              </a:defRPr>
            </a:lvl5pPr>
            <a:lvl6pPr>
              <a:buNone/>
              <a:defRPr sz="1500" b="1">
                <a:solidFill>
                  <a:srgbClr val="087E8B"/>
                </a:solidFill>
                <a:latin typeface="Yu Gothic"/>
                <a:ea typeface="Yu Gothic"/>
                <a:cs typeface="Yu Gothic"/>
              </a:defRPr>
            </a:lvl6pPr>
            <a:lvl7pPr>
              <a:buNone/>
              <a:defRPr sz="1500" b="1">
                <a:solidFill>
                  <a:srgbClr val="087E8B"/>
                </a:solidFill>
                <a:latin typeface="Yu Gothic"/>
                <a:ea typeface="Yu Gothic"/>
                <a:cs typeface="Yu Gothic"/>
              </a:defRPr>
            </a:lvl7pPr>
            <a:lvl8pPr>
              <a:buNone/>
              <a:defRPr sz="1500" b="1">
                <a:solidFill>
                  <a:srgbClr val="087E8B"/>
                </a:solidFill>
                <a:latin typeface="Yu Gothic"/>
                <a:ea typeface="Yu Gothic"/>
                <a:cs typeface="Yu Gothic"/>
              </a:defRPr>
            </a:lvl8pPr>
            <a:lvl9pPr>
              <a:buNone/>
              <a:defRPr sz="1500" b="1">
                <a:solidFill>
                  <a:srgbClr val="087E8B"/>
                </a:solidFill>
                <a:latin typeface="Yu Gothic"/>
                <a:ea typeface="Yu Gothic"/>
                <a:cs typeface="Yu Gothic"/>
              </a:defRPr>
            </a:lvl9pPr>
          </a:lstStyle>
          <a:p>
            <a:pPr>
              <a:buNone/>
              <a:defRPr sz="1500" b="1">
                <a:solidFill>
                  <a:srgbClr val="087E8B"/>
                </a:solidFill>
                <a:latin typeface="Yu Gothic"/>
                <a:ea typeface="Yu Gothic"/>
                <a:cs typeface="Yu Gothic"/>
              </a:defRPr>
            </a:pPr>
            <a:r>
              <a:rPr sz="1500" b="1">
                <a:solidFill>
                  <a:srgbClr val="087E8B"/>
                </a:solidFill>
                <a:latin typeface="Yu Gothic"/>
                <a:ea typeface="Yu Gothic"/>
                <a:cs typeface="Yu Gothic"/>
              </a:rPr>
              <a:t>178 × 157 m は</a:t>
            </a:r>
          </a:p>
          <a:p>
            <a:pPr>
              <a:buNone/>
              <a:defRPr sz="1500" b="1">
                <a:solidFill>
                  <a:srgbClr val="087E8B"/>
                </a:solidFill>
                <a:latin typeface="Yu Gothic"/>
                <a:ea typeface="Yu Gothic"/>
                <a:cs typeface="Yu Gothic"/>
              </a:defRPr>
            </a:pPr>
            <a:r>
              <a:rPr sz="1500" b="1">
                <a:solidFill>
                  <a:srgbClr val="087E8B"/>
                </a:solidFill>
                <a:latin typeface="Yu Gothic"/>
                <a:ea typeface="Yu Gothic"/>
                <a:cs typeface="Yu Gothic"/>
              </a:rPr>
              <a:t>建物全体の規模</a:t>
            </a:r>
          </a:p>
        </p:txBody>
      </p:sp>
      <p:sp>
        <p:nvSpPr>
          <p:cNvPr id="10" name="正方形/長方形 9">
            <a:extLst>
              <a:ext uri="{FF2B5EF4-FFF2-40B4-BE49-F238E27FC236}">
                <a16:creationId xmlns:a16="http://schemas.microsoft.com/office/drawing/2014/main" id="{210D699E-6C68-4AEE-9633-96C87DBA16CD}"/>
              </a:ext>
            </a:extLst>
          </p:cNvPr>
          <p:cNvSpPr>
            <a:spLocks noGrp="1"/>
          </p:cNvSpPr>
          <p:nvPr/>
        </p:nvSpPr>
        <p:spPr>
          <a:xfrm>
            <a:off x="838200" y="5629275"/>
            <a:ext cx="7429500" cy="333375"/>
          </a:xfrm>
          <a:prstGeom prst="rect">
            <a:avLst/>
          </a:prstGeom>
          <a:noFill/>
          <a:ln w="0">
            <a:noFill/>
          </a:ln>
        </p:spPr>
        <p:txBody>
          <a:bodyPr lIns="0" tIns="0" rIns="0" bIns="0" anchor="ctr">
            <a:noAutofit/>
          </a:bodyPr>
          <a:lstStyle>
            <a:defPPr>
              <a:defRPr sz="1275" b="0">
                <a:solidFill>
                  <a:srgbClr val="2876A8"/>
                </a:solidFill>
                <a:latin typeface="Yu Gothic"/>
                <a:ea typeface="Yu Gothic"/>
                <a:cs typeface="Yu Gothic"/>
              </a:defRPr>
            </a:defPPr>
            <a:lvl1pPr>
              <a:buNone/>
              <a:defRPr sz="1275" b="0">
                <a:solidFill>
                  <a:srgbClr val="2876A8"/>
                </a:solidFill>
                <a:latin typeface="Yu Gothic"/>
                <a:ea typeface="Yu Gothic"/>
                <a:cs typeface="Yu Gothic"/>
              </a:defRPr>
            </a:lvl1pPr>
            <a:lvl2pPr>
              <a:buNone/>
              <a:defRPr sz="1275" b="0">
                <a:solidFill>
                  <a:srgbClr val="2876A8"/>
                </a:solidFill>
                <a:latin typeface="Yu Gothic"/>
                <a:ea typeface="Yu Gothic"/>
                <a:cs typeface="Yu Gothic"/>
              </a:defRPr>
            </a:lvl2pPr>
            <a:lvl3pPr>
              <a:buNone/>
              <a:defRPr sz="1275" b="0">
                <a:solidFill>
                  <a:srgbClr val="2876A8"/>
                </a:solidFill>
                <a:latin typeface="Yu Gothic"/>
                <a:ea typeface="Yu Gothic"/>
                <a:cs typeface="Yu Gothic"/>
              </a:defRPr>
            </a:lvl3pPr>
            <a:lvl4pPr>
              <a:buNone/>
              <a:defRPr sz="1275" b="0">
                <a:solidFill>
                  <a:srgbClr val="2876A8"/>
                </a:solidFill>
                <a:latin typeface="Yu Gothic"/>
                <a:ea typeface="Yu Gothic"/>
                <a:cs typeface="Yu Gothic"/>
              </a:defRPr>
            </a:lvl4pPr>
            <a:lvl5pPr>
              <a:buNone/>
              <a:defRPr sz="1275" b="0">
                <a:solidFill>
                  <a:srgbClr val="2876A8"/>
                </a:solidFill>
                <a:latin typeface="Yu Gothic"/>
                <a:ea typeface="Yu Gothic"/>
                <a:cs typeface="Yu Gothic"/>
              </a:defRPr>
            </a:lvl5pPr>
            <a:lvl6pPr>
              <a:buNone/>
              <a:defRPr sz="1275" b="0">
                <a:solidFill>
                  <a:srgbClr val="2876A8"/>
                </a:solidFill>
                <a:latin typeface="Yu Gothic"/>
                <a:ea typeface="Yu Gothic"/>
                <a:cs typeface="Yu Gothic"/>
              </a:defRPr>
            </a:lvl6pPr>
            <a:lvl7pPr>
              <a:buNone/>
              <a:defRPr sz="1275" b="0">
                <a:solidFill>
                  <a:srgbClr val="2876A8"/>
                </a:solidFill>
                <a:latin typeface="Yu Gothic"/>
                <a:ea typeface="Yu Gothic"/>
                <a:cs typeface="Yu Gothic"/>
              </a:defRPr>
            </a:lvl7pPr>
            <a:lvl8pPr>
              <a:buNone/>
              <a:defRPr sz="1275" b="0">
                <a:solidFill>
                  <a:srgbClr val="2876A8"/>
                </a:solidFill>
                <a:latin typeface="Yu Gothic"/>
                <a:ea typeface="Yu Gothic"/>
                <a:cs typeface="Yu Gothic"/>
              </a:defRPr>
            </a:lvl8pPr>
            <a:lvl9pPr>
              <a:buNone/>
              <a:defRPr sz="1275" b="0">
                <a:solidFill>
                  <a:srgbClr val="2876A8"/>
                </a:solidFill>
                <a:latin typeface="Yu Gothic"/>
                <a:ea typeface="Yu Gothic"/>
                <a:cs typeface="Yu Gothic"/>
              </a:defRPr>
            </a:lvl9pPr>
          </a:lstStyle>
          <a:p>
            <a:pPr>
              <a:buNone/>
              <a:defRPr sz="1275" b="0">
                <a:solidFill>
                  <a:srgbClr val="2876A8"/>
                </a:solidFill>
                <a:latin typeface="Yu Gothic"/>
                <a:ea typeface="Yu Gothic"/>
                <a:cs typeface="Yu Gothic"/>
              </a:defRPr>
            </a:pPr>
            <a:r>
              <a:rPr sz="1275" b="0">
                <a:solidFill>
                  <a:srgbClr val="2876A8"/>
                </a:solidFill>
                <a:latin typeface="Yu Gothic"/>
                <a:ea typeface="Yu Gothic"/>
                <a:cs typeface="Yu Gothic"/>
                <a:hlinkClick r:id="rId5"/>
              </a:rPr>
              <a:t>写真：掬茶／2018-10-20／Wikimedia Commons</a:t>
            </a:r>
          </a:p>
        </p:txBody>
      </p:sp>
      <p:sp>
        <p:nvSpPr>
          <p:cNvPr id="11" name="正方形/長方形 10">
            <a:extLst>
              <a:ext uri="{FF2B5EF4-FFF2-40B4-BE49-F238E27FC236}">
                <a16:creationId xmlns:a16="http://schemas.microsoft.com/office/drawing/2014/main" id="{74AF6B1E-5A64-44CE-A685-4A3AEBC3FA7D}"/>
              </a:ext>
            </a:extLst>
          </p:cNvPr>
          <p:cNvSpPr>
            <a:spLocks noGrp="1"/>
          </p:cNvSpPr>
          <p:nvPr/>
        </p:nvSpPr>
        <p:spPr>
          <a:xfrm>
            <a:off x="838200" y="5915025"/>
            <a:ext cx="7429500" cy="333375"/>
          </a:xfrm>
          <a:prstGeom prst="rect">
            <a:avLst/>
          </a:prstGeom>
          <a:noFill/>
          <a:ln w="0">
            <a:noFill/>
          </a:ln>
        </p:spPr>
        <p:txBody>
          <a:bodyPr lIns="0" tIns="0" rIns="0" bIns="0" anchor="ctr">
            <a:noAutofit/>
          </a:bodyPr>
          <a:lstStyle>
            <a:defPPr>
              <a:defRPr sz="1275" b="0">
                <a:solidFill>
                  <a:srgbClr val="2876A8"/>
                </a:solidFill>
                <a:latin typeface="Yu Gothic"/>
                <a:ea typeface="Yu Gothic"/>
                <a:cs typeface="Yu Gothic"/>
              </a:defRPr>
            </a:defPPr>
            <a:lvl1pPr>
              <a:buNone/>
              <a:defRPr sz="1275" b="0">
                <a:solidFill>
                  <a:srgbClr val="2876A8"/>
                </a:solidFill>
                <a:latin typeface="Yu Gothic"/>
                <a:ea typeface="Yu Gothic"/>
                <a:cs typeface="Yu Gothic"/>
              </a:defRPr>
            </a:lvl1pPr>
            <a:lvl2pPr>
              <a:buNone/>
              <a:defRPr sz="1275" b="0">
                <a:solidFill>
                  <a:srgbClr val="2876A8"/>
                </a:solidFill>
                <a:latin typeface="Yu Gothic"/>
                <a:ea typeface="Yu Gothic"/>
                <a:cs typeface="Yu Gothic"/>
              </a:defRPr>
            </a:lvl2pPr>
            <a:lvl3pPr>
              <a:buNone/>
              <a:defRPr sz="1275" b="0">
                <a:solidFill>
                  <a:srgbClr val="2876A8"/>
                </a:solidFill>
                <a:latin typeface="Yu Gothic"/>
                <a:ea typeface="Yu Gothic"/>
                <a:cs typeface="Yu Gothic"/>
              </a:defRPr>
            </a:lvl3pPr>
            <a:lvl4pPr>
              <a:buNone/>
              <a:defRPr sz="1275" b="0">
                <a:solidFill>
                  <a:srgbClr val="2876A8"/>
                </a:solidFill>
                <a:latin typeface="Yu Gothic"/>
                <a:ea typeface="Yu Gothic"/>
                <a:cs typeface="Yu Gothic"/>
              </a:defRPr>
            </a:lvl4pPr>
            <a:lvl5pPr>
              <a:buNone/>
              <a:defRPr sz="1275" b="0">
                <a:solidFill>
                  <a:srgbClr val="2876A8"/>
                </a:solidFill>
                <a:latin typeface="Yu Gothic"/>
                <a:ea typeface="Yu Gothic"/>
                <a:cs typeface="Yu Gothic"/>
              </a:defRPr>
            </a:lvl5pPr>
            <a:lvl6pPr>
              <a:buNone/>
              <a:defRPr sz="1275" b="0">
                <a:solidFill>
                  <a:srgbClr val="2876A8"/>
                </a:solidFill>
                <a:latin typeface="Yu Gothic"/>
                <a:ea typeface="Yu Gothic"/>
                <a:cs typeface="Yu Gothic"/>
              </a:defRPr>
            </a:lvl6pPr>
            <a:lvl7pPr>
              <a:buNone/>
              <a:defRPr sz="1275" b="0">
                <a:solidFill>
                  <a:srgbClr val="2876A8"/>
                </a:solidFill>
                <a:latin typeface="Yu Gothic"/>
                <a:ea typeface="Yu Gothic"/>
                <a:cs typeface="Yu Gothic"/>
              </a:defRPr>
            </a:lvl7pPr>
            <a:lvl8pPr>
              <a:buNone/>
              <a:defRPr sz="1275" b="0">
                <a:solidFill>
                  <a:srgbClr val="2876A8"/>
                </a:solidFill>
                <a:latin typeface="Yu Gothic"/>
                <a:ea typeface="Yu Gothic"/>
                <a:cs typeface="Yu Gothic"/>
              </a:defRPr>
            </a:lvl8pPr>
            <a:lvl9pPr>
              <a:buNone/>
              <a:defRPr sz="1275" b="0">
                <a:solidFill>
                  <a:srgbClr val="2876A8"/>
                </a:solidFill>
                <a:latin typeface="Yu Gothic"/>
                <a:ea typeface="Yu Gothic"/>
                <a:cs typeface="Yu Gothic"/>
              </a:defRPr>
            </a:lvl9pPr>
          </a:lstStyle>
          <a:p>
            <a:pPr>
              <a:buNone/>
              <a:defRPr sz="1275" b="0">
                <a:solidFill>
                  <a:srgbClr val="2876A8"/>
                </a:solidFill>
                <a:latin typeface="Yu Gothic"/>
                <a:ea typeface="Yu Gothic"/>
                <a:cs typeface="Yu Gothic"/>
              </a:defRPr>
            </a:pPr>
            <a:r>
              <a:rPr sz="1275" b="0">
                <a:solidFill>
                  <a:srgbClr val="2876A8"/>
                </a:solidFill>
                <a:latin typeface="Yu Gothic"/>
                <a:ea typeface="Yu Gothic"/>
                <a:cs typeface="Yu Gothic"/>
                <a:hlinkClick r:id="rId6"/>
              </a:rPr>
              <a:t>写真 CC BY-SA 4.0（改変なし・縮小表示）</a:t>
            </a:r>
          </a:p>
        </p:txBody>
      </p:sp>
    </p:spTree>
    <p:extLst>
      <p:ext uri="{BB962C8B-B14F-4D97-AF65-F5344CB8AC3E}">
        <p14:creationId xmlns:p14="http://schemas.microsoft.com/office/powerpoint/2010/main" val="184931419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 name="正方形/長方形 44">
            <a:extLst>
              <a:ext uri="{FF2B5EF4-FFF2-40B4-BE49-F238E27FC236}">
                <a16:creationId xmlns:a16="http://schemas.microsoft.com/office/drawing/2014/main" id="{DD306424-2C89-4119-9F12-6B9A4AF67461}"/>
              </a:ext>
            </a:extLst>
          </p:cNvPr>
          <p:cNvSpPr>
            <a:spLocks noGrp="1"/>
          </p:cNvSpPr>
          <p:nvPr/>
        </p:nvSpPr>
        <p:spPr>
          <a:xfrm>
            <a:off x="685800" y="342900"/>
            <a:ext cx="10820400" cy="666750"/>
          </a:xfrm>
          <a:prstGeom prst="rect">
            <a:avLst/>
          </a:prstGeom>
          <a:noFill/>
          <a:ln w="0">
            <a:noFill/>
          </a:ln>
        </p:spPr>
        <p:txBody>
          <a:bodyPr lIns="0" tIns="0" rIns="0" bIns="0" anchor="ctr">
            <a:noAutofit/>
          </a:bodyPr>
          <a:lstStyle>
            <a:defPPr>
              <a:defRPr sz="3000" b="1">
                <a:solidFill>
                  <a:srgbClr val="18364F"/>
                </a:solidFill>
                <a:latin typeface="Yu Gothic"/>
                <a:ea typeface="Yu Gothic"/>
                <a:cs typeface="Yu Gothic"/>
              </a:defRPr>
            </a:defPPr>
            <a:lvl1pPr>
              <a:buNone/>
              <a:defRPr sz="3000" b="1">
                <a:solidFill>
                  <a:srgbClr val="18364F"/>
                </a:solidFill>
                <a:latin typeface="Yu Gothic"/>
                <a:ea typeface="Yu Gothic"/>
                <a:cs typeface="Yu Gothic"/>
              </a:defRPr>
            </a:lvl1pPr>
            <a:lvl2pPr>
              <a:buNone/>
              <a:defRPr sz="3000" b="1">
                <a:solidFill>
                  <a:srgbClr val="18364F"/>
                </a:solidFill>
                <a:latin typeface="Yu Gothic"/>
                <a:ea typeface="Yu Gothic"/>
                <a:cs typeface="Yu Gothic"/>
              </a:defRPr>
            </a:lvl2pPr>
            <a:lvl3pPr>
              <a:buNone/>
              <a:defRPr sz="3000" b="1">
                <a:solidFill>
                  <a:srgbClr val="18364F"/>
                </a:solidFill>
                <a:latin typeface="Yu Gothic"/>
                <a:ea typeface="Yu Gothic"/>
                <a:cs typeface="Yu Gothic"/>
              </a:defRPr>
            </a:lvl3pPr>
            <a:lvl4pPr>
              <a:buNone/>
              <a:defRPr sz="3000" b="1">
                <a:solidFill>
                  <a:srgbClr val="18364F"/>
                </a:solidFill>
                <a:latin typeface="Yu Gothic"/>
                <a:ea typeface="Yu Gothic"/>
                <a:cs typeface="Yu Gothic"/>
              </a:defRPr>
            </a:lvl4pPr>
            <a:lvl5pPr>
              <a:buNone/>
              <a:defRPr sz="3000" b="1">
                <a:solidFill>
                  <a:srgbClr val="18364F"/>
                </a:solidFill>
                <a:latin typeface="Yu Gothic"/>
                <a:ea typeface="Yu Gothic"/>
                <a:cs typeface="Yu Gothic"/>
              </a:defRPr>
            </a:lvl5pPr>
            <a:lvl6pPr>
              <a:buNone/>
              <a:defRPr sz="3000" b="1">
                <a:solidFill>
                  <a:srgbClr val="18364F"/>
                </a:solidFill>
                <a:latin typeface="Yu Gothic"/>
                <a:ea typeface="Yu Gothic"/>
                <a:cs typeface="Yu Gothic"/>
              </a:defRPr>
            </a:lvl6pPr>
            <a:lvl7pPr>
              <a:buNone/>
              <a:defRPr sz="3000" b="1">
                <a:solidFill>
                  <a:srgbClr val="18364F"/>
                </a:solidFill>
                <a:latin typeface="Yu Gothic"/>
                <a:ea typeface="Yu Gothic"/>
                <a:cs typeface="Yu Gothic"/>
              </a:defRPr>
            </a:lvl7pPr>
            <a:lvl8pPr>
              <a:buNone/>
              <a:defRPr sz="3000" b="1">
                <a:solidFill>
                  <a:srgbClr val="18364F"/>
                </a:solidFill>
                <a:latin typeface="Yu Gothic"/>
                <a:ea typeface="Yu Gothic"/>
                <a:cs typeface="Yu Gothic"/>
              </a:defRPr>
            </a:lvl8pPr>
            <a:lvl9pPr>
              <a:buNone/>
              <a:defRPr sz="3000" b="1">
                <a:solidFill>
                  <a:srgbClr val="18364F"/>
                </a:solidFill>
                <a:latin typeface="Yu Gothic"/>
                <a:ea typeface="Yu Gothic"/>
                <a:cs typeface="Yu Gothic"/>
              </a:defRPr>
            </a:lvl9pPr>
          </a:lstStyle>
          <a:p>
            <a:pPr>
              <a:buNone/>
              <a:defRPr sz="3000" b="1">
                <a:solidFill>
                  <a:srgbClr val="18364F"/>
                </a:solidFill>
                <a:latin typeface="Yu Gothic"/>
                <a:ea typeface="Yu Gothic"/>
                <a:cs typeface="Yu Gothic"/>
              </a:defRPr>
            </a:pPr>
            <a:r>
              <a:rPr sz="3000" b="1">
                <a:solidFill>
                  <a:srgbClr val="18364F"/>
                </a:solidFill>
                <a:latin typeface="Yu Gothic"/>
                <a:ea typeface="Yu Gothic"/>
                <a:cs typeface="Yu Gothic"/>
              </a:rPr>
              <a:t>大空間を支える：部材から構造へ</a:t>
            </a:r>
          </a:p>
        </p:txBody>
      </p:sp>
      <p:sp>
        <p:nvSpPr>
          <p:cNvPr id="2" name="正方形/長方形 1">
            <a:extLst>
              <a:ext uri="{FF2B5EF4-FFF2-40B4-BE49-F238E27FC236}">
                <a16:creationId xmlns:a16="http://schemas.microsoft.com/office/drawing/2014/main" id="{11221958-243A-4256-B8E9-CF39A44E7C9F}"/>
              </a:ext>
            </a:extLst>
          </p:cNvPr>
          <p:cNvSpPr>
            <a:spLocks noGrp="1"/>
          </p:cNvSpPr>
          <p:nvPr/>
        </p:nvSpPr>
        <p:spPr>
          <a:xfrm>
            <a:off x="685800" y="1181100"/>
            <a:ext cx="10820400" cy="19050"/>
          </a:xfrm>
          <a:prstGeom prst="rect">
            <a:avLst/>
          </a:prstGeom>
          <a:solidFill>
            <a:srgbClr val="18364F"/>
          </a:solidFill>
          <a:ln w="0">
            <a:noFill/>
          </a:ln>
        </p:spPr>
      </p:sp>
      <p:sp>
        <p:nvSpPr>
          <p:cNvPr id="3" name="正方形/長方形 2">
            <a:extLst>
              <a:ext uri="{FF2B5EF4-FFF2-40B4-BE49-F238E27FC236}">
                <a16:creationId xmlns:a16="http://schemas.microsoft.com/office/drawing/2014/main" id="{D686ECD7-52E3-4504-81D5-61D7B1296A69}"/>
              </a:ext>
            </a:extLst>
          </p:cNvPr>
          <p:cNvSpPr>
            <a:spLocks noGrp="1"/>
          </p:cNvSpPr>
          <p:nvPr/>
        </p:nvSpPr>
        <p:spPr>
          <a:xfrm>
            <a:off x="685800" y="6419850"/>
            <a:ext cx="9334500" cy="257175"/>
          </a:xfrm>
          <a:prstGeom prst="rect">
            <a:avLst/>
          </a:prstGeom>
          <a:noFill/>
          <a:ln w="0">
            <a:noFill/>
          </a:ln>
        </p:spPr>
        <p:txBody>
          <a:bodyPr lIns="0" tIns="0" rIns="0" bIns="0" anchor="ctr">
            <a:noAutofit/>
          </a:bodyPr>
          <a:lstStyle>
            <a:defPPr>
              <a:defRPr sz="1425" b="0">
                <a:solidFill>
                  <a:srgbClr val="596875"/>
                </a:solidFill>
                <a:latin typeface="Yu Gothic"/>
                <a:ea typeface="Yu Gothic"/>
                <a:cs typeface="Yu Gothic"/>
              </a:defRPr>
            </a:defPPr>
            <a:lvl1pPr>
              <a:buNone/>
              <a:defRPr sz="1425" b="0">
                <a:solidFill>
                  <a:srgbClr val="596875"/>
                </a:solidFill>
                <a:latin typeface="Yu Gothic"/>
                <a:ea typeface="Yu Gothic"/>
                <a:cs typeface="Yu Gothic"/>
              </a:defRPr>
            </a:lvl1pPr>
            <a:lvl2pPr>
              <a:buNone/>
              <a:defRPr sz="1425" b="0">
                <a:solidFill>
                  <a:srgbClr val="596875"/>
                </a:solidFill>
                <a:latin typeface="Yu Gothic"/>
                <a:ea typeface="Yu Gothic"/>
                <a:cs typeface="Yu Gothic"/>
              </a:defRPr>
            </a:lvl2pPr>
            <a:lvl3pPr>
              <a:buNone/>
              <a:defRPr sz="1425" b="0">
                <a:solidFill>
                  <a:srgbClr val="596875"/>
                </a:solidFill>
                <a:latin typeface="Yu Gothic"/>
                <a:ea typeface="Yu Gothic"/>
                <a:cs typeface="Yu Gothic"/>
              </a:defRPr>
            </a:lvl3pPr>
            <a:lvl4pPr>
              <a:buNone/>
              <a:defRPr sz="1425" b="0">
                <a:solidFill>
                  <a:srgbClr val="596875"/>
                </a:solidFill>
                <a:latin typeface="Yu Gothic"/>
                <a:ea typeface="Yu Gothic"/>
                <a:cs typeface="Yu Gothic"/>
              </a:defRPr>
            </a:lvl4pPr>
            <a:lvl5pPr>
              <a:buNone/>
              <a:defRPr sz="1425" b="0">
                <a:solidFill>
                  <a:srgbClr val="596875"/>
                </a:solidFill>
                <a:latin typeface="Yu Gothic"/>
                <a:ea typeface="Yu Gothic"/>
                <a:cs typeface="Yu Gothic"/>
              </a:defRPr>
            </a:lvl5pPr>
            <a:lvl6pPr>
              <a:buNone/>
              <a:defRPr sz="1425" b="0">
                <a:solidFill>
                  <a:srgbClr val="596875"/>
                </a:solidFill>
                <a:latin typeface="Yu Gothic"/>
                <a:ea typeface="Yu Gothic"/>
                <a:cs typeface="Yu Gothic"/>
              </a:defRPr>
            </a:lvl6pPr>
            <a:lvl7pPr>
              <a:buNone/>
              <a:defRPr sz="1425" b="0">
                <a:solidFill>
                  <a:srgbClr val="596875"/>
                </a:solidFill>
                <a:latin typeface="Yu Gothic"/>
                <a:ea typeface="Yu Gothic"/>
                <a:cs typeface="Yu Gothic"/>
              </a:defRPr>
            </a:lvl7pPr>
            <a:lvl8pPr>
              <a:buNone/>
              <a:defRPr sz="1425" b="0">
                <a:solidFill>
                  <a:srgbClr val="596875"/>
                </a:solidFill>
                <a:latin typeface="Yu Gothic"/>
                <a:ea typeface="Yu Gothic"/>
                <a:cs typeface="Yu Gothic"/>
              </a:defRPr>
            </a:lvl8pPr>
            <a:lvl9pPr>
              <a:buNone/>
              <a:defRPr sz="1425" b="0">
                <a:solidFill>
                  <a:srgbClr val="596875"/>
                </a:solidFill>
                <a:latin typeface="Yu Gothic"/>
                <a:ea typeface="Yu Gothic"/>
                <a:cs typeface="Yu Gothic"/>
              </a:defRPr>
            </a:lvl9pPr>
          </a:lstStyle>
          <a:p>
            <a:pPr>
              <a:buNone/>
              <a:defRPr sz="1425" b="0">
                <a:solidFill>
                  <a:srgbClr val="596875"/>
                </a:solidFill>
                <a:latin typeface="Yu Gothic"/>
                <a:ea typeface="Yu Gothic"/>
                <a:cs typeface="Yu Gothic"/>
              </a:defRPr>
            </a:pPr>
            <a:r>
              <a:rPr lang="ja-JP" altLang="en-US" sz="1425" b="0">
                <a:solidFill>
                  <a:srgbClr val="596875"/>
                </a:solidFill>
                <a:latin typeface="Yu Gothic"/>
                <a:ea typeface="Yu Gothic"/>
                <a:cs typeface="Yu Gothic"/>
              </a:rPr>
              <a:t>木材及び木質材料学　新第</a:t>
            </a:r>
            <a:r>
              <a:rPr lang="en-US" altLang="ja-JP" sz="1425" b="0">
                <a:solidFill>
                  <a:srgbClr val="596875"/>
                </a:solidFill>
                <a:latin typeface="Yu Gothic"/>
                <a:ea typeface="Yu Gothic"/>
                <a:cs typeface="Yu Gothic"/>
              </a:rPr>
              <a:t>14</a:t>
            </a:r>
            <a:r>
              <a:rPr lang="ja-JP" altLang="en-US" sz="1425" b="0">
                <a:solidFill>
                  <a:srgbClr val="596875"/>
                </a:solidFill>
                <a:latin typeface="Yu Gothic"/>
                <a:ea typeface="Yu Gothic"/>
                <a:cs typeface="Yu Gothic"/>
              </a:rPr>
              <a:t>回　構造・燃焼</a:t>
            </a:r>
            <a:endParaRPr sz="1425" b="0">
              <a:solidFill>
                <a:srgbClr val="596875"/>
              </a:solidFill>
              <a:latin typeface="Yu Gothic"/>
              <a:ea typeface="Yu Gothic"/>
              <a:cs typeface="Yu Gothic"/>
            </a:endParaRPr>
          </a:p>
        </p:txBody>
      </p:sp>
      <p:sp>
        <p:nvSpPr>
          <p:cNvPr id="4" name="正方形/長方形 3">
            <a:extLst>
              <a:ext uri="{FF2B5EF4-FFF2-40B4-BE49-F238E27FC236}">
                <a16:creationId xmlns:a16="http://schemas.microsoft.com/office/drawing/2014/main" id="{4CE63589-46FF-4B86-ABD2-A87BE495C509}"/>
              </a:ext>
            </a:extLst>
          </p:cNvPr>
          <p:cNvSpPr>
            <a:spLocks noGrp="1"/>
          </p:cNvSpPr>
          <p:nvPr/>
        </p:nvSpPr>
        <p:spPr>
          <a:xfrm>
            <a:off x="10763250" y="6419850"/>
            <a:ext cx="742950" cy="257175"/>
          </a:xfrm>
          <a:prstGeom prst="rect">
            <a:avLst/>
          </a:prstGeom>
          <a:noFill/>
          <a:ln w="0">
            <a:noFill/>
          </a:ln>
        </p:spPr>
        <p:txBody>
          <a:bodyPr lIns="0" tIns="0" rIns="0" bIns="0" anchor="ctr">
            <a:noAutofit/>
          </a:bodyPr>
          <a:lstStyle>
            <a:defPPr>
              <a:defRPr sz="1425" b="0">
                <a:solidFill>
                  <a:srgbClr val="596875"/>
                </a:solidFill>
                <a:latin typeface="Yu Gothic"/>
                <a:ea typeface="Yu Gothic"/>
                <a:cs typeface="Yu Gothic"/>
              </a:defRPr>
            </a:defPPr>
            <a:lvl1pPr>
              <a:buNone/>
              <a:defRPr sz="1425" b="0">
                <a:solidFill>
                  <a:srgbClr val="596875"/>
                </a:solidFill>
                <a:latin typeface="Yu Gothic"/>
                <a:ea typeface="Yu Gothic"/>
                <a:cs typeface="Yu Gothic"/>
              </a:defRPr>
            </a:lvl1pPr>
            <a:lvl2pPr>
              <a:buNone/>
              <a:defRPr sz="1425" b="0">
                <a:solidFill>
                  <a:srgbClr val="596875"/>
                </a:solidFill>
                <a:latin typeface="Yu Gothic"/>
                <a:ea typeface="Yu Gothic"/>
                <a:cs typeface="Yu Gothic"/>
              </a:defRPr>
            </a:lvl2pPr>
            <a:lvl3pPr>
              <a:buNone/>
              <a:defRPr sz="1425" b="0">
                <a:solidFill>
                  <a:srgbClr val="596875"/>
                </a:solidFill>
                <a:latin typeface="Yu Gothic"/>
                <a:ea typeface="Yu Gothic"/>
                <a:cs typeface="Yu Gothic"/>
              </a:defRPr>
            </a:lvl3pPr>
            <a:lvl4pPr>
              <a:buNone/>
              <a:defRPr sz="1425" b="0">
                <a:solidFill>
                  <a:srgbClr val="596875"/>
                </a:solidFill>
                <a:latin typeface="Yu Gothic"/>
                <a:ea typeface="Yu Gothic"/>
                <a:cs typeface="Yu Gothic"/>
              </a:defRPr>
            </a:lvl4pPr>
            <a:lvl5pPr>
              <a:buNone/>
              <a:defRPr sz="1425" b="0">
                <a:solidFill>
                  <a:srgbClr val="596875"/>
                </a:solidFill>
                <a:latin typeface="Yu Gothic"/>
                <a:ea typeface="Yu Gothic"/>
                <a:cs typeface="Yu Gothic"/>
              </a:defRPr>
            </a:lvl5pPr>
            <a:lvl6pPr>
              <a:buNone/>
              <a:defRPr sz="1425" b="0">
                <a:solidFill>
                  <a:srgbClr val="596875"/>
                </a:solidFill>
                <a:latin typeface="Yu Gothic"/>
                <a:ea typeface="Yu Gothic"/>
                <a:cs typeface="Yu Gothic"/>
              </a:defRPr>
            </a:lvl6pPr>
            <a:lvl7pPr>
              <a:buNone/>
              <a:defRPr sz="1425" b="0">
                <a:solidFill>
                  <a:srgbClr val="596875"/>
                </a:solidFill>
                <a:latin typeface="Yu Gothic"/>
                <a:ea typeface="Yu Gothic"/>
                <a:cs typeface="Yu Gothic"/>
              </a:defRPr>
            </a:lvl7pPr>
            <a:lvl8pPr>
              <a:buNone/>
              <a:defRPr sz="1425" b="0">
                <a:solidFill>
                  <a:srgbClr val="596875"/>
                </a:solidFill>
                <a:latin typeface="Yu Gothic"/>
                <a:ea typeface="Yu Gothic"/>
                <a:cs typeface="Yu Gothic"/>
              </a:defRPr>
            </a:lvl8pPr>
            <a:lvl9pPr>
              <a:buNone/>
              <a:defRPr sz="1425" b="0">
                <a:solidFill>
                  <a:srgbClr val="596875"/>
                </a:solidFill>
                <a:latin typeface="Yu Gothic"/>
                <a:ea typeface="Yu Gothic"/>
                <a:cs typeface="Yu Gothic"/>
              </a:defRPr>
            </a:lvl9pPr>
          </a:lstStyle>
          <a:p>
            <a:pPr>
              <a:buNone/>
              <a:defRPr sz="1425" b="0">
                <a:solidFill>
                  <a:srgbClr val="596875"/>
                </a:solidFill>
                <a:latin typeface="Yu Gothic"/>
                <a:ea typeface="Yu Gothic"/>
                <a:cs typeface="Yu Gothic"/>
              </a:defRPr>
            </a:pPr>
            <a:r>
              <a:rPr lang="en-US" altLang="ja-JP" sz="1425" b="0">
                <a:solidFill>
                  <a:srgbClr val="596875"/>
                </a:solidFill>
                <a:latin typeface="Yu Gothic"/>
                <a:ea typeface="Yu Gothic"/>
                <a:cs typeface="Yu Gothic"/>
              </a:rPr>
              <a:t>17</a:t>
            </a:r>
            <a:endParaRPr sz="1425" b="0">
              <a:solidFill>
                <a:srgbClr val="596875"/>
              </a:solidFill>
              <a:latin typeface="Yu Gothic"/>
              <a:ea typeface="Yu Gothic"/>
              <a:cs typeface="Yu Gothic"/>
            </a:endParaRPr>
          </a:p>
        </p:txBody>
      </p:sp>
      <p:sp>
        <p:nvSpPr>
          <p:cNvPr id="5" name="正方形/長方形 4">
            <a:extLst>
              <a:ext uri="{FF2B5EF4-FFF2-40B4-BE49-F238E27FC236}">
                <a16:creationId xmlns:a16="http://schemas.microsoft.com/office/drawing/2014/main" id="{08E6FCF6-F360-4FB6-A624-4DCE74BD8455}"/>
              </a:ext>
            </a:extLst>
          </p:cNvPr>
          <p:cNvSpPr>
            <a:spLocks noGrp="1"/>
          </p:cNvSpPr>
          <p:nvPr/>
        </p:nvSpPr>
        <p:spPr>
          <a:xfrm>
            <a:off x="838200" y="1476375"/>
            <a:ext cx="10477500" cy="666750"/>
          </a:xfrm>
          <a:prstGeom prst="rect">
            <a:avLst/>
          </a:prstGeom>
          <a:noFill/>
          <a:ln w="0">
            <a:noFill/>
          </a:ln>
        </p:spPr>
        <p:txBody>
          <a:bodyPr lIns="0" tIns="0" rIns="0" bIns="0" anchor="ctr">
            <a:noAutofit/>
          </a:bodyPr>
          <a:lstStyle>
            <a:defPPr>
              <a:defRPr sz="2250" b="1">
                <a:solidFill>
                  <a:srgbClr val="253C4D"/>
                </a:solidFill>
                <a:latin typeface="Yu Gothic"/>
                <a:ea typeface="Yu Gothic"/>
                <a:cs typeface="Yu Gothic"/>
              </a:defRPr>
            </a:defPPr>
            <a:lvl1pPr>
              <a:buNone/>
              <a:defRPr sz="2250" b="1">
                <a:solidFill>
                  <a:srgbClr val="253C4D"/>
                </a:solidFill>
                <a:latin typeface="Yu Gothic"/>
                <a:ea typeface="Yu Gothic"/>
                <a:cs typeface="Yu Gothic"/>
              </a:defRPr>
            </a:lvl1pPr>
            <a:lvl2pPr>
              <a:buNone/>
              <a:defRPr sz="2250" b="1">
                <a:solidFill>
                  <a:srgbClr val="253C4D"/>
                </a:solidFill>
                <a:latin typeface="Yu Gothic"/>
                <a:ea typeface="Yu Gothic"/>
                <a:cs typeface="Yu Gothic"/>
              </a:defRPr>
            </a:lvl2pPr>
            <a:lvl3pPr>
              <a:buNone/>
              <a:defRPr sz="2250" b="1">
                <a:solidFill>
                  <a:srgbClr val="253C4D"/>
                </a:solidFill>
                <a:latin typeface="Yu Gothic"/>
                <a:ea typeface="Yu Gothic"/>
                <a:cs typeface="Yu Gothic"/>
              </a:defRPr>
            </a:lvl3pPr>
            <a:lvl4pPr>
              <a:buNone/>
              <a:defRPr sz="2250" b="1">
                <a:solidFill>
                  <a:srgbClr val="253C4D"/>
                </a:solidFill>
                <a:latin typeface="Yu Gothic"/>
                <a:ea typeface="Yu Gothic"/>
                <a:cs typeface="Yu Gothic"/>
              </a:defRPr>
            </a:lvl4pPr>
            <a:lvl5pPr>
              <a:buNone/>
              <a:defRPr sz="2250" b="1">
                <a:solidFill>
                  <a:srgbClr val="253C4D"/>
                </a:solidFill>
                <a:latin typeface="Yu Gothic"/>
                <a:ea typeface="Yu Gothic"/>
                <a:cs typeface="Yu Gothic"/>
              </a:defRPr>
            </a:lvl5pPr>
            <a:lvl6pPr>
              <a:buNone/>
              <a:defRPr sz="2250" b="1">
                <a:solidFill>
                  <a:srgbClr val="253C4D"/>
                </a:solidFill>
                <a:latin typeface="Yu Gothic"/>
                <a:ea typeface="Yu Gothic"/>
                <a:cs typeface="Yu Gothic"/>
              </a:defRPr>
            </a:lvl6pPr>
            <a:lvl7pPr>
              <a:buNone/>
              <a:defRPr sz="2250" b="1">
                <a:solidFill>
                  <a:srgbClr val="253C4D"/>
                </a:solidFill>
                <a:latin typeface="Yu Gothic"/>
                <a:ea typeface="Yu Gothic"/>
                <a:cs typeface="Yu Gothic"/>
              </a:defRPr>
            </a:lvl7pPr>
            <a:lvl8pPr>
              <a:buNone/>
              <a:defRPr sz="2250" b="1">
                <a:solidFill>
                  <a:srgbClr val="253C4D"/>
                </a:solidFill>
                <a:latin typeface="Yu Gothic"/>
                <a:ea typeface="Yu Gothic"/>
                <a:cs typeface="Yu Gothic"/>
              </a:defRPr>
            </a:lvl8pPr>
            <a:lvl9pPr>
              <a:buNone/>
              <a:defRPr sz="2250" b="1">
                <a:solidFill>
                  <a:srgbClr val="253C4D"/>
                </a:solidFill>
                <a:latin typeface="Yu Gothic"/>
                <a:ea typeface="Yu Gothic"/>
                <a:cs typeface="Yu Gothic"/>
              </a:defRPr>
            </a:lvl9pPr>
          </a:lstStyle>
          <a:p>
            <a:pPr>
              <a:buNone/>
              <a:defRPr sz="2250" b="1">
                <a:solidFill>
                  <a:srgbClr val="253C4D"/>
                </a:solidFill>
                <a:latin typeface="Yu Gothic"/>
                <a:ea typeface="Yu Gothic"/>
                <a:cs typeface="Yu Gothic"/>
              </a:defRPr>
            </a:pPr>
            <a:r>
              <a:rPr sz="2250" b="1">
                <a:solidFill>
                  <a:srgbClr val="253C4D"/>
                </a:solidFill>
                <a:latin typeface="Yu Gothic"/>
                <a:ea typeface="Yu Gothic"/>
                <a:cs typeface="Yu Gothic"/>
              </a:rPr>
              <a:t>屋根の荷重 → 格子状の集成材 → 周辺の支持構造 → 基礎</a:t>
            </a:r>
          </a:p>
        </p:txBody>
      </p:sp>
      <p:sp>
        <p:nvSpPr>
          <p:cNvPr id="6" name="フリーフォーム: 図形 5">
            <a:extLst>
              <a:ext uri="{FF2B5EF4-FFF2-40B4-BE49-F238E27FC236}">
                <a16:creationId xmlns:a16="http://schemas.microsoft.com/office/drawing/2014/main" id="{719D8E06-C017-478F-8CDE-EC096570CDB9}"/>
              </a:ext>
            </a:extLst>
          </p:cNvPr>
          <p:cNvSpPr>
            <a:spLocks noGrp="1"/>
          </p:cNvSpPr>
          <p:nvPr/>
        </p:nvSpPr>
        <p:spPr>
          <a:xfrm>
            <a:off x="3009900" y="2762250"/>
            <a:ext cx="4800600" cy="1143000"/>
          </a:xfrm>
          <a:custGeom>
            <a:avLst/>
            <a:gdLst/>
            <a:ahLst/>
            <a:cxnLst/>
            <a:rect l="0" t="0" r="0" b="0"/>
            <a:pathLst>
              <a:path w="4800600" h="1143000">
                <a:moveTo>
                  <a:pt x="0" y="1143000"/>
                </a:moveTo>
                <a:lnTo>
                  <a:pt x="120015" y="786098"/>
                </a:lnTo>
                <a:lnTo>
                  <a:pt x="240030" y="644778"/>
                </a:lnTo>
                <a:lnTo>
                  <a:pt x="360045" y="540887"/>
                </a:lnTo>
                <a:lnTo>
                  <a:pt x="480060" y="457200"/>
                </a:lnTo>
                <a:lnTo>
                  <a:pt x="600075" y="386977"/>
                </a:lnTo>
                <a:lnTo>
                  <a:pt x="720090" y="326735"/>
                </a:lnTo>
                <a:lnTo>
                  <a:pt x="840105" y="274395"/>
                </a:lnTo>
                <a:lnTo>
                  <a:pt x="960120" y="228600"/>
                </a:lnTo>
                <a:lnTo>
                  <a:pt x="1080135" y="188407"/>
                </a:lnTo>
                <a:lnTo>
                  <a:pt x="1200150" y="153133"/>
                </a:lnTo>
                <a:lnTo>
                  <a:pt x="1320165" y="122268"/>
                </a:lnTo>
                <a:lnTo>
                  <a:pt x="1440180" y="95423"/>
                </a:lnTo>
                <a:lnTo>
                  <a:pt x="1560195" y="72295"/>
                </a:lnTo>
                <a:lnTo>
                  <a:pt x="1680210" y="52647"/>
                </a:lnTo>
                <a:lnTo>
                  <a:pt x="1800225" y="36295"/>
                </a:lnTo>
                <a:lnTo>
                  <a:pt x="1920240" y="23093"/>
                </a:lnTo>
                <a:lnTo>
                  <a:pt x="2040255" y="12932"/>
                </a:lnTo>
                <a:lnTo>
                  <a:pt x="2160270" y="5729"/>
                </a:lnTo>
                <a:lnTo>
                  <a:pt x="2280285" y="1430"/>
                </a:lnTo>
                <a:lnTo>
                  <a:pt x="2400300" y="0"/>
                </a:lnTo>
                <a:lnTo>
                  <a:pt x="2520315" y="1430"/>
                </a:lnTo>
                <a:lnTo>
                  <a:pt x="2640330" y="5729"/>
                </a:lnTo>
                <a:lnTo>
                  <a:pt x="2760345" y="12932"/>
                </a:lnTo>
                <a:lnTo>
                  <a:pt x="2880360" y="23093"/>
                </a:lnTo>
                <a:lnTo>
                  <a:pt x="3000375" y="36295"/>
                </a:lnTo>
                <a:lnTo>
                  <a:pt x="3120390" y="52647"/>
                </a:lnTo>
                <a:lnTo>
                  <a:pt x="3240405" y="72295"/>
                </a:lnTo>
                <a:lnTo>
                  <a:pt x="3360420" y="95423"/>
                </a:lnTo>
                <a:lnTo>
                  <a:pt x="3480435" y="122268"/>
                </a:lnTo>
                <a:lnTo>
                  <a:pt x="3600450" y="153133"/>
                </a:lnTo>
                <a:lnTo>
                  <a:pt x="3720465" y="188407"/>
                </a:lnTo>
                <a:lnTo>
                  <a:pt x="3840480" y="228600"/>
                </a:lnTo>
                <a:lnTo>
                  <a:pt x="3960495" y="274395"/>
                </a:lnTo>
                <a:lnTo>
                  <a:pt x="4080510" y="326735"/>
                </a:lnTo>
                <a:lnTo>
                  <a:pt x="4200525" y="386977"/>
                </a:lnTo>
                <a:lnTo>
                  <a:pt x="4320540" y="457200"/>
                </a:lnTo>
                <a:lnTo>
                  <a:pt x="4440555" y="540887"/>
                </a:lnTo>
                <a:lnTo>
                  <a:pt x="4560570" y="644778"/>
                </a:lnTo>
                <a:lnTo>
                  <a:pt x="4680585" y="786098"/>
                </a:lnTo>
                <a:lnTo>
                  <a:pt x="4800600" y="1143000"/>
                </a:lnTo>
              </a:path>
            </a:pathLst>
          </a:custGeom>
          <a:noFill/>
          <a:ln w="47625">
            <a:solidFill>
              <a:srgbClr val="B9884E"/>
            </a:solidFill>
          </a:ln>
        </p:spPr>
      </p:sp>
      <p:sp>
        <p:nvSpPr>
          <p:cNvPr id="7" name="フリーフォーム: 図形 6">
            <a:extLst>
              <a:ext uri="{FF2B5EF4-FFF2-40B4-BE49-F238E27FC236}">
                <a16:creationId xmlns:a16="http://schemas.microsoft.com/office/drawing/2014/main" id="{4AE8CDBC-5B81-4613-95E6-30C9D6AE32A7}"/>
              </a:ext>
            </a:extLst>
          </p:cNvPr>
          <p:cNvSpPr>
            <a:spLocks noGrp="1"/>
          </p:cNvSpPr>
          <p:nvPr/>
        </p:nvSpPr>
        <p:spPr>
          <a:xfrm>
            <a:off x="2381250" y="3256026"/>
            <a:ext cx="1028700" cy="1649349"/>
          </a:xfrm>
          <a:custGeom>
            <a:avLst/>
            <a:gdLst/>
            <a:ahLst/>
            <a:cxnLst/>
            <a:rect l="0" t="0" r="0" b="0"/>
            <a:pathLst>
              <a:path w="1028700" h="1649349">
                <a:moveTo>
                  <a:pt x="0" y="792099"/>
                </a:moveTo>
                <a:lnTo>
                  <a:pt x="25718" y="456628"/>
                </a:lnTo>
                <a:lnTo>
                  <a:pt x="51435" y="336739"/>
                </a:lnTo>
                <a:lnTo>
                  <a:pt x="77153" y="254280"/>
                </a:lnTo>
                <a:lnTo>
                  <a:pt x="102870" y="192024"/>
                </a:lnTo>
                <a:lnTo>
                  <a:pt x="128588" y="143231"/>
                </a:lnTo>
                <a:lnTo>
                  <a:pt x="154305" y="104421"/>
                </a:lnTo>
                <a:lnTo>
                  <a:pt x="180022" y="73513"/>
                </a:lnTo>
                <a:lnTo>
                  <a:pt x="205740" y="49149"/>
                </a:lnTo>
                <a:lnTo>
                  <a:pt x="231458" y="30387"/>
                </a:lnTo>
                <a:lnTo>
                  <a:pt x="257175" y="16544"/>
                </a:lnTo>
                <a:lnTo>
                  <a:pt x="282892" y="7111"/>
                </a:lnTo>
                <a:lnTo>
                  <a:pt x="308610" y="1697"/>
                </a:lnTo>
                <a:lnTo>
                  <a:pt x="334328" y="0"/>
                </a:lnTo>
                <a:lnTo>
                  <a:pt x="360045" y="1784"/>
                </a:lnTo>
                <a:lnTo>
                  <a:pt x="385763" y="6862"/>
                </a:lnTo>
                <a:lnTo>
                  <a:pt x="411480" y="15092"/>
                </a:lnTo>
                <a:lnTo>
                  <a:pt x="437197" y="26362"/>
                </a:lnTo>
                <a:lnTo>
                  <a:pt x="462915" y="40591"/>
                </a:lnTo>
                <a:lnTo>
                  <a:pt x="488633" y="57722"/>
                </a:lnTo>
                <a:lnTo>
                  <a:pt x="514350" y="77724"/>
                </a:lnTo>
                <a:lnTo>
                  <a:pt x="540067" y="100585"/>
                </a:lnTo>
                <a:lnTo>
                  <a:pt x="565785" y="126316"/>
                </a:lnTo>
                <a:lnTo>
                  <a:pt x="591503" y="154949"/>
                </a:lnTo>
                <a:lnTo>
                  <a:pt x="617220" y="186542"/>
                </a:lnTo>
                <a:lnTo>
                  <a:pt x="642938" y="221175"/>
                </a:lnTo>
                <a:lnTo>
                  <a:pt x="668655" y="258959"/>
                </a:lnTo>
                <a:lnTo>
                  <a:pt x="694372" y="300038"/>
                </a:lnTo>
                <a:lnTo>
                  <a:pt x="720090" y="344597"/>
                </a:lnTo>
                <a:lnTo>
                  <a:pt x="745808" y="392873"/>
                </a:lnTo>
                <a:lnTo>
                  <a:pt x="771525" y="445169"/>
                </a:lnTo>
                <a:lnTo>
                  <a:pt x="797242" y="501874"/>
                </a:lnTo>
                <a:lnTo>
                  <a:pt x="822960" y="563499"/>
                </a:lnTo>
                <a:lnTo>
                  <a:pt x="848678" y="630725"/>
                </a:lnTo>
                <a:lnTo>
                  <a:pt x="874395" y="704496"/>
                </a:lnTo>
                <a:lnTo>
                  <a:pt x="900113" y="786169"/>
                </a:lnTo>
                <a:lnTo>
                  <a:pt x="925830" y="877824"/>
                </a:lnTo>
                <a:lnTo>
                  <a:pt x="951547" y="982942"/>
                </a:lnTo>
                <a:lnTo>
                  <a:pt x="977265" y="1108264"/>
                </a:lnTo>
                <a:lnTo>
                  <a:pt x="1002982" y="1271016"/>
                </a:lnTo>
                <a:lnTo>
                  <a:pt x="1028700" y="1649349"/>
                </a:lnTo>
              </a:path>
            </a:pathLst>
          </a:custGeom>
          <a:noFill/>
          <a:ln w="47625">
            <a:solidFill>
              <a:srgbClr val="B9884E"/>
            </a:solidFill>
          </a:ln>
        </p:spPr>
      </p:sp>
      <p:sp>
        <p:nvSpPr>
          <p:cNvPr id="8" name="フリーフォーム: 図形 7">
            <a:extLst>
              <a:ext uri="{FF2B5EF4-FFF2-40B4-BE49-F238E27FC236}">
                <a16:creationId xmlns:a16="http://schemas.microsoft.com/office/drawing/2014/main" id="{52563AED-FE16-4228-9602-74BA5F985CF6}"/>
              </a:ext>
            </a:extLst>
          </p:cNvPr>
          <p:cNvSpPr>
            <a:spLocks noGrp="1"/>
          </p:cNvSpPr>
          <p:nvPr/>
        </p:nvSpPr>
        <p:spPr>
          <a:xfrm>
            <a:off x="2086581" y="2445039"/>
            <a:ext cx="7333038" cy="1745961"/>
          </a:xfrm>
          <a:custGeom>
            <a:avLst/>
            <a:gdLst/>
            <a:ahLst/>
            <a:cxnLst/>
            <a:rect l="0" t="0" r="0" b="0"/>
            <a:pathLst>
              <a:path w="7333038" h="1745961">
                <a:moveTo>
                  <a:pt x="0" y="1745961"/>
                </a:moveTo>
                <a:lnTo>
                  <a:pt x="183326" y="1200785"/>
                </a:lnTo>
                <a:lnTo>
                  <a:pt x="366652" y="984914"/>
                </a:lnTo>
                <a:lnTo>
                  <a:pt x="549978" y="826219"/>
                </a:lnTo>
                <a:lnTo>
                  <a:pt x="733304" y="698385"/>
                </a:lnTo>
                <a:lnTo>
                  <a:pt x="916630" y="591116"/>
                </a:lnTo>
                <a:lnTo>
                  <a:pt x="1099956" y="499096"/>
                </a:lnTo>
                <a:lnTo>
                  <a:pt x="1283282" y="419146"/>
                </a:lnTo>
                <a:lnTo>
                  <a:pt x="1466608" y="349192"/>
                </a:lnTo>
                <a:lnTo>
                  <a:pt x="1649933" y="287796"/>
                </a:lnTo>
                <a:lnTo>
                  <a:pt x="1833259" y="233914"/>
                </a:lnTo>
                <a:lnTo>
                  <a:pt x="2016585" y="186768"/>
                </a:lnTo>
                <a:lnTo>
                  <a:pt x="2199911" y="145761"/>
                </a:lnTo>
                <a:lnTo>
                  <a:pt x="2383237" y="110433"/>
                </a:lnTo>
                <a:lnTo>
                  <a:pt x="2566563" y="80420"/>
                </a:lnTo>
                <a:lnTo>
                  <a:pt x="2749889" y="55442"/>
                </a:lnTo>
                <a:lnTo>
                  <a:pt x="2933215" y="35276"/>
                </a:lnTo>
                <a:lnTo>
                  <a:pt x="3116541" y="19754"/>
                </a:lnTo>
                <a:lnTo>
                  <a:pt x="3299867" y="8752"/>
                </a:lnTo>
                <a:lnTo>
                  <a:pt x="3483193" y="2184"/>
                </a:lnTo>
                <a:lnTo>
                  <a:pt x="3666519" y="0"/>
                </a:lnTo>
                <a:lnTo>
                  <a:pt x="3849845" y="2184"/>
                </a:lnTo>
                <a:lnTo>
                  <a:pt x="4033171" y="8752"/>
                </a:lnTo>
                <a:lnTo>
                  <a:pt x="4216497" y="19754"/>
                </a:lnTo>
                <a:lnTo>
                  <a:pt x="4399823" y="35276"/>
                </a:lnTo>
                <a:lnTo>
                  <a:pt x="4583149" y="55442"/>
                </a:lnTo>
                <a:lnTo>
                  <a:pt x="4766474" y="80420"/>
                </a:lnTo>
                <a:lnTo>
                  <a:pt x="4949800" y="110433"/>
                </a:lnTo>
                <a:lnTo>
                  <a:pt x="5133126" y="145761"/>
                </a:lnTo>
                <a:lnTo>
                  <a:pt x="5316452" y="186768"/>
                </a:lnTo>
                <a:lnTo>
                  <a:pt x="5499778" y="233914"/>
                </a:lnTo>
                <a:lnTo>
                  <a:pt x="5683104" y="287796"/>
                </a:lnTo>
                <a:lnTo>
                  <a:pt x="5866430" y="349192"/>
                </a:lnTo>
                <a:lnTo>
                  <a:pt x="6049756" y="419146"/>
                </a:lnTo>
                <a:lnTo>
                  <a:pt x="6233082" y="499096"/>
                </a:lnTo>
                <a:lnTo>
                  <a:pt x="6416408" y="591116"/>
                </a:lnTo>
                <a:lnTo>
                  <a:pt x="6599734" y="698385"/>
                </a:lnTo>
                <a:lnTo>
                  <a:pt x="6783060" y="826219"/>
                </a:lnTo>
                <a:lnTo>
                  <a:pt x="6966386" y="984914"/>
                </a:lnTo>
                <a:lnTo>
                  <a:pt x="7149712" y="1200785"/>
                </a:lnTo>
                <a:lnTo>
                  <a:pt x="7333038" y="1745961"/>
                </a:lnTo>
              </a:path>
            </a:pathLst>
          </a:custGeom>
          <a:noFill/>
          <a:ln w="47625">
            <a:solidFill>
              <a:srgbClr val="B9884E"/>
            </a:solidFill>
          </a:ln>
        </p:spPr>
      </p:sp>
      <p:sp>
        <p:nvSpPr>
          <p:cNvPr id="9" name="フリーフォーム: 図形 8">
            <a:extLst>
              <a:ext uri="{FF2B5EF4-FFF2-40B4-BE49-F238E27FC236}">
                <a16:creationId xmlns:a16="http://schemas.microsoft.com/office/drawing/2014/main" id="{68038CE7-E8AE-40F2-88C0-8F9A3D60CDA9}"/>
              </a:ext>
            </a:extLst>
          </p:cNvPr>
          <p:cNvSpPr>
            <a:spLocks noGrp="1"/>
          </p:cNvSpPr>
          <p:nvPr/>
        </p:nvSpPr>
        <p:spPr>
          <a:xfrm>
            <a:off x="3710117" y="2612064"/>
            <a:ext cx="1571365" cy="2519422"/>
          </a:xfrm>
          <a:custGeom>
            <a:avLst/>
            <a:gdLst/>
            <a:ahLst/>
            <a:cxnLst/>
            <a:rect l="0" t="0" r="0" b="0"/>
            <a:pathLst>
              <a:path w="1571365" h="2519422">
                <a:moveTo>
                  <a:pt x="0" y="1209951"/>
                </a:moveTo>
                <a:lnTo>
                  <a:pt x="39284" y="697511"/>
                </a:lnTo>
                <a:lnTo>
                  <a:pt x="78568" y="514377"/>
                </a:lnTo>
                <a:lnTo>
                  <a:pt x="117852" y="388419"/>
                </a:lnTo>
                <a:lnTo>
                  <a:pt x="157137" y="293321"/>
                </a:lnTo>
                <a:lnTo>
                  <a:pt x="196421" y="218790"/>
                </a:lnTo>
                <a:lnTo>
                  <a:pt x="235705" y="159506"/>
                </a:lnTo>
                <a:lnTo>
                  <a:pt x="274989" y="112292"/>
                </a:lnTo>
                <a:lnTo>
                  <a:pt x="314273" y="75076"/>
                </a:lnTo>
                <a:lnTo>
                  <a:pt x="353557" y="46416"/>
                </a:lnTo>
                <a:lnTo>
                  <a:pt x="392841" y="25272"/>
                </a:lnTo>
                <a:lnTo>
                  <a:pt x="432125" y="10862"/>
                </a:lnTo>
                <a:lnTo>
                  <a:pt x="471410" y="2592"/>
                </a:lnTo>
                <a:lnTo>
                  <a:pt x="510694" y="0"/>
                </a:lnTo>
                <a:lnTo>
                  <a:pt x="549978" y="2725"/>
                </a:lnTo>
                <a:lnTo>
                  <a:pt x="589262" y="10483"/>
                </a:lnTo>
                <a:lnTo>
                  <a:pt x="628546" y="23053"/>
                </a:lnTo>
                <a:lnTo>
                  <a:pt x="667830" y="40268"/>
                </a:lnTo>
                <a:lnTo>
                  <a:pt x="707114" y="62003"/>
                </a:lnTo>
                <a:lnTo>
                  <a:pt x="746398" y="88172"/>
                </a:lnTo>
                <a:lnTo>
                  <a:pt x="785683" y="118725"/>
                </a:lnTo>
                <a:lnTo>
                  <a:pt x="824967" y="153645"/>
                </a:lnTo>
                <a:lnTo>
                  <a:pt x="864251" y="192950"/>
                </a:lnTo>
                <a:lnTo>
                  <a:pt x="903535" y="236689"/>
                </a:lnTo>
                <a:lnTo>
                  <a:pt x="942819" y="284948"/>
                </a:lnTo>
                <a:lnTo>
                  <a:pt x="982103" y="337850"/>
                </a:lnTo>
                <a:lnTo>
                  <a:pt x="1021387" y="395566"/>
                </a:lnTo>
                <a:lnTo>
                  <a:pt x="1060672" y="458315"/>
                </a:lnTo>
                <a:lnTo>
                  <a:pt x="1099956" y="526380"/>
                </a:lnTo>
                <a:lnTo>
                  <a:pt x="1139240" y="600124"/>
                </a:lnTo>
                <a:lnTo>
                  <a:pt x="1178524" y="680007"/>
                </a:lnTo>
                <a:lnTo>
                  <a:pt x="1217808" y="766626"/>
                </a:lnTo>
                <a:lnTo>
                  <a:pt x="1257092" y="860758"/>
                </a:lnTo>
                <a:lnTo>
                  <a:pt x="1296376" y="963449"/>
                </a:lnTo>
                <a:lnTo>
                  <a:pt x="1335660" y="1076135"/>
                </a:lnTo>
                <a:lnTo>
                  <a:pt x="1374945" y="1200893"/>
                </a:lnTo>
                <a:lnTo>
                  <a:pt x="1414229" y="1340898"/>
                </a:lnTo>
                <a:lnTo>
                  <a:pt x="1453513" y="1501469"/>
                </a:lnTo>
                <a:lnTo>
                  <a:pt x="1492797" y="1692901"/>
                </a:lnTo>
                <a:lnTo>
                  <a:pt x="1532081" y="1941509"/>
                </a:lnTo>
                <a:lnTo>
                  <a:pt x="1571365" y="2519422"/>
                </a:lnTo>
              </a:path>
            </a:pathLst>
          </a:custGeom>
          <a:noFill/>
          <a:ln w="47625">
            <a:solidFill>
              <a:srgbClr val="B9884E"/>
            </a:solidFill>
          </a:ln>
        </p:spPr>
      </p:sp>
      <p:sp>
        <p:nvSpPr>
          <p:cNvPr id="10" name="フリーフォーム: 図形 9">
            <a:extLst>
              <a:ext uri="{FF2B5EF4-FFF2-40B4-BE49-F238E27FC236}">
                <a16:creationId xmlns:a16="http://schemas.microsoft.com/office/drawing/2014/main" id="{41282A25-C33D-472C-9747-93E576D6AC2F}"/>
              </a:ext>
            </a:extLst>
          </p:cNvPr>
          <p:cNvSpPr>
            <a:spLocks noGrp="1"/>
          </p:cNvSpPr>
          <p:nvPr/>
        </p:nvSpPr>
        <p:spPr>
          <a:xfrm>
            <a:off x="2095500" y="2571750"/>
            <a:ext cx="8001000" cy="1905000"/>
          </a:xfrm>
          <a:custGeom>
            <a:avLst/>
            <a:gdLst/>
            <a:ahLst/>
            <a:cxnLst/>
            <a:rect l="0" t="0" r="0" b="0"/>
            <a:pathLst>
              <a:path w="8001000" h="1905000">
                <a:moveTo>
                  <a:pt x="0" y="1905000"/>
                </a:moveTo>
                <a:lnTo>
                  <a:pt x="200025" y="1310164"/>
                </a:lnTo>
                <a:lnTo>
                  <a:pt x="400050" y="1074630"/>
                </a:lnTo>
                <a:lnTo>
                  <a:pt x="600075" y="901479"/>
                </a:lnTo>
                <a:lnTo>
                  <a:pt x="800100" y="762000"/>
                </a:lnTo>
                <a:lnTo>
                  <a:pt x="1000125" y="644961"/>
                </a:lnTo>
                <a:lnTo>
                  <a:pt x="1200150" y="544558"/>
                </a:lnTo>
                <a:lnTo>
                  <a:pt x="1400175" y="457325"/>
                </a:lnTo>
                <a:lnTo>
                  <a:pt x="1600200" y="381000"/>
                </a:lnTo>
                <a:lnTo>
                  <a:pt x="1800225" y="314011"/>
                </a:lnTo>
                <a:lnTo>
                  <a:pt x="2000250" y="255222"/>
                </a:lnTo>
                <a:lnTo>
                  <a:pt x="2200275" y="203781"/>
                </a:lnTo>
                <a:lnTo>
                  <a:pt x="2400300" y="159039"/>
                </a:lnTo>
                <a:lnTo>
                  <a:pt x="2600325" y="120492"/>
                </a:lnTo>
                <a:lnTo>
                  <a:pt x="2800350" y="87746"/>
                </a:lnTo>
                <a:lnTo>
                  <a:pt x="3000375" y="60492"/>
                </a:lnTo>
                <a:lnTo>
                  <a:pt x="3200400" y="38489"/>
                </a:lnTo>
                <a:lnTo>
                  <a:pt x="3400425" y="21553"/>
                </a:lnTo>
                <a:lnTo>
                  <a:pt x="3600450" y="9549"/>
                </a:lnTo>
                <a:lnTo>
                  <a:pt x="3800475" y="2383"/>
                </a:lnTo>
                <a:lnTo>
                  <a:pt x="4000500" y="0"/>
                </a:lnTo>
                <a:lnTo>
                  <a:pt x="4200525" y="2383"/>
                </a:lnTo>
                <a:lnTo>
                  <a:pt x="4400550" y="9549"/>
                </a:lnTo>
                <a:lnTo>
                  <a:pt x="4600575" y="21553"/>
                </a:lnTo>
                <a:lnTo>
                  <a:pt x="4800600" y="38489"/>
                </a:lnTo>
                <a:lnTo>
                  <a:pt x="5000625" y="60492"/>
                </a:lnTo>
                <a:lnTo>
                  <a:pt x="5200650" y="87746"/>
                </a:lnTo>
                <a:lnTo>
                  <a:pt x="5400675" y="120492"/>
                </a:lnTo>
                <a:lnTo>
                  <a:pt x="5600700" y="159039"/>
                </a:lnTo>
                <a:lnTo>
                  <a:pt x="5800725" y="203781"/>
                </a:lnTo>
                <a:lnTo>
                  <a:pt x="6000750" y="255222"/>
                </a:lnTo>
                <a:lnTo>
                  <a:pt x="6200775" y="314011"/>
                </a:lnTo>
                <a:lnTo>
                  <a:pt x="6400800" y="381000"/>
                </a:lnTo>
                <a:lnTo>
                  <a:pt x="6600825" y="457325"/>
                </a:lnTo>
                <a:lnTo>
                  <a:pt x="6800850" y="544558"/>
                </a:lnTo>
                <a:lnTo>
                  <a:pt x="7000875" y="644961"/>
                </a:lnTo>
                <a:lnTo>
                  <a:pt x="7200900" y="762000"/>
                </a:lnTo>
                <a:lnTo>
                  <a:pt x="7400925" y="901479"/>
                </a:lnTo>
                <a:lnTo>
                  <a:pt x="7600950" y="1074630"/>
                </a:lnTo>
                <a:lnTo>
                  <a:pt x="7800975" y="1310164"/>
                </a:lnTo>
                <a:lnTo>
                  <a:pt x="8001000" y="1905000"/>
                </a:lnTo>
              </a:path>
            </a:pathLst>
          </a:custGeom>
          <a:noFill/>
          <a:ln w="47625">
            <a:solidFill>
              <a:srgbClr val="B9884E"/>
            </a:solidFill>
          </a:ln>
        </p:spPr>
      </p:sp>
      <p:sp>
        <p:nvSpPr>
          <p:cNvPr id="11" name="フリーフォーム: 図形 10">
            <a:extLst>
              <a:ext uri="{FF2B5EF4-FFF2-40B4-BE49-F238E27FC236}">
                <a16:creationId xmlns:a16="http://schemas.microsoft.com/office/drawing/2014/main" id="{B5EFCB6A-8CBA-4AC6-A131-9A63D16E3029}"/>
              </a:ext>
            </a:extLst>
          </p:cNvPr>
          <p:cNvSpPr>
            <a:spLocks noGrp="1"/>
          </p:cNvSpPr>
          <p:nvPr/>
        </p:nvSpPr>
        <p:spPr>
          <a:xfrm>
            <a:off x="5238750" y="2442211"/>
            <a:ext cx="1714500" cy="2748914"/>
          </a:xfrm>
          <a:custGeom>
            <a:avLst/>
            <a:gdLst/>
            <a:ahLst/>
            <a:cxnLst/>
            <a:rect l="0" t="0" r="0" b="0"/>
            <a:pathLst>
              <a:path w="1714500" h="2748914">
                <a:moveTo>
                  <a:pt x="0" y="1320164"/>
                </a:moveTo>
                <a:lnTo>
                  <a:pt x="42863" y="761047"/>
                </a:lnTo>
                <a:lnTo>
                  <a:pt x="85725" y="561232"/>
                </a:lnTo>
                <a:lnTo>
                  <a:pt x="128588" y="423800"/>
                </a:lnTo>
                <a:lnTo>
                  <a:pt x="171450" y="320039"/>
                </a:lnTo>
                <a:lnTo>
                  <a:pt x="214313" y="238719"/>
                </a:lnTo>
                <a:lnTo>
                  <a:pt x="257175" y="174035"/>
                </a:lnTo>
                <a:lnTo>
                  <a:pt x="300038" y="122521"/>
                </a:lnTo>
                <a:lnTo>
                  <a:pt x="342900" y="81914"/>
                </a:lnTo>
                <a:lnTo>
                  <a:pt x="385763" y="50645"/>
                </a:lnTo>
                <a:lnTo>
                  <a:pt x="428625" y="27574"/>
                </a:lnTo>
                <a:lnTo>
                  <a:pt x="471488" y="11851"/>
                </a:lnTo>
                <a:lnTo>
                  <a:pt x="514350" y="2828"/>
                </a:lnTo>
                <a:lnTo>
                  <a:pt x="557213" y="0"/>
                </a:lnTo>
                <a:lnTo>
                  <a:pt x="600075" y="2973"/>
                </a:lnTo>
                <a:lnTo>
                  <a:pt x="642938" y="11437"/>
                </a:lnTo>
                <a:lnTo>
                  <a:pt x="685800" y="25153"/>
                </a:lnTo>
                <a:lnTo>
                  <a:pt x="728663" y="43936"/>
                </a:lnTo>
                <a:lnTo>
                  <a:pt x="771525" y="67651"/>
                </a:lnTo>
                <a:lnTo>
                  <a:pt x="814388" y="96203"/>
                </a:lnTo>
                <a:lnTo>
                  <a:pt x="857250" y="129539"/>
                </a:lnTo>
                <a:lnTo>
                  <a:pt x="900113" y="167641"/>
                </a:lnTo>
                <a:lnTo>
                  <a:pt x="942975" y="210526"/>
                </a:lnTo>
                <a:lnTo>
                  <a:pt x="985838" y="258249"/>
                </a:lnTo>
                <a:lnTo>
                  <a:pt x="1028700" y="310903"/>
                </a:lnTo>
                <a:lnTo>
                  <a:pt x="1071563" y="368625"/>
                </a:lnTo>
                <a:lnTo>
                  <a:pt x="1114425" y="431598"/>
                </a:lnTo>
                <a:lnTo>
                  <a:pt x="1157288" y="500063"/>
                </a:lnTo>
                <a:lnTo>
                  <a:pt x="1200150" y="574328"/>
                </a:lnTo>
                <a:lnTo>
                  <a:pt x="1243013" y="654789"/>
                </a:lnTo>
                <a:lnTo>
                  <a:pt x="1285875" y="741949"/>
                </a:lnTo>
                <a:lnTo>
                  <a:pt x="1328738" y="836457"/>
                </a:lnTo>
                <a:lnTo>
                  <a:pt x="1371600" y="939164"/>
                </a:lnTo>
                <a:lnTo>
                  <a:pt x="1414463" y="1051209"/>
                </a:lnTo>
                <a:lnTo>
                  <a:pt x="1457325" y="1174160"/>
                </a:lnTo>
                <a:lnTo>
                  <a:pt x="1500188" y="1310282"/>
                </a:lnTo>
                <a:lnTo>
                  <a:pt x="1543050" y="1463039"/>
                </a:lnTo>
                <a:lnTo>
                  <a:pt x="1585913" y="1638237"/>
                </a:lnTo>
                <a:lnTo>
                  <a:pt x="1628775" y="1847107"/>
                </a:lnTo>
                <a:lnTo>
                  <a:pt x="1671638" y="2118360"/>
                </a:lnTo>
                <a:lnTo>
                  <a:pt x="1714500" y="2748914"/>
                </a:lnTo>
              </a:path>
            </a:pathLst>
          </a:custGeom>
          <a:noFill/>
          <a:ln w="47625">
            <a:solidFill>
              <a:srgbClr val="B9884E"/>
            </a:solidFill>
          </a:ln>
        </p:spPr>
      </p:sp>
      <p:sp>
        <p:nvSpPr>
          <p:cNvPr id="12" name="フリーフォーム: 図形 11">
            <a:extLst>
              <a:ext uri="{FF2B5EF4-FFF2-40B4-BE49-F238E27FC236}">
                <a16:creationId xmlns:a16="http://schemas.microsoft.com/office/drawing/2014/main" id="{ED8E4E1D-9881-4025-9721-D7295D8E5AA7}"/>
              </a:ext>
            </a:extLst>
          </p:cNvPr>
          <p:cNvSpPr>
            <a:spLocks noGrp="1"/>
          </p:cNvSpPr>
          <p:nvPr/>
        </p:nvSpPr>
        <p:spPr>
          <a:xfrm>
            <a:off x="2772381" y="3016539"/>
            <a:ext cx="7333038" cy="1745961"/>
          </a:xfrm>
          <a:custGeom>
            <a:avLst/>
            <a:gdLst/>
            <a:ahLst/>
            <a:cxnLst/>
            <a:rect l="0" t="0" r="0" b="0"/>
            <a:pathLst>
              <a:path w="7333038" h="1745961">
                <a:moveTo>
                  <a:pt x="0" y="1745961"/>
                </a:moveTo>
                <a:lnTo>
                  <a:pt x="183326" y="1200785"/>
                </a:lnTo>
                <a:lnTo>
                  <a:pt x="366652" y="984914"/>
                </a:lnTo>
                <a:lnTo>
                  <a:pt x="549978" y="826219"/>
                </a:lnTo>
                <a:lnTo>
                  <a:pt x="733304" y="698385"/>
                </a:lnTo>
                <a:lnTo>
                  <a:pt x="916630" y="591116"/>
                </a:lnTo>
                <a:lnTo>
                  <a:pt x="1099956" y="499096"/>
                </a:lnTo>
                <a:lnTo>
                  <a:pt x="1283282" y="419146"/>
                </a:lnTo>
                <a:lnTo>
                  <a:pt x="1466608" y="349192"/>
                </a:lnTo>
                <a:lnTo>
                  <a:pt x="1649933" y="287796"/>
                </a:lnTo>
                <a:lnTo>
                  <a:pt x="1833259" y="233914"/>
                </a:lnTo>
                <a:lnTo>
                  <a:pt x="2016585" y="186768"/>
                </a:lnTo>
                <a:lnTo>
                  <a:pt x="2199911" y="145761"/>
                </a:lnTo>
                <a:lnTo>
                  <a:pt x="2383237" y="110433"/>
                </a:lnTo>
                <a:lnTo>
                  <a:pt x="2566563" y="80420"/>
                </a:lnTo>
                <a:lnTo>
                  <a:pt x="2749889" y="55442"/>
                </a:lnTo>
                <a:lnTo>
                  <a:pt x="2933215" y="35276"/>
                </a:lnTo>
                <a:lnTo>
                  <a:pt x="3116541" y="19754"/>
                </a:lnTo>
                <a:lnTo>
                  <a:pt x="3299867" y="8752"/>
                </a:lnTo>
                <a:lnTo>
                  <a:pt x="3483193" y="2184"/>
                </a:lnTo>
                <a:lnTo>
                  <a:pt x="3666519" y="0"/>
                </a:lnTo>
                <a:lnTo>
                  <a:pt x="3849845" y="2184"/>
                </a:lnTo>
                <a:lnTo>
                  <a:pt x="4033171" y="8752"/>
                </a:lnTo>
                <a:lnTo>
                  <a:pt x="4216497" y="19754"/>
                </a:lnTo>
                <a:lnTo>
                  <a:pt x="4399823" y="35276"/>
                </a:lnTo>
                <a:lnTo>
                  <a:pt x="4583149" y="55442"/>
                </a:lnTo>
                <a:lnTo>
                  <a:pt x="4766474" y="80420"/>
                </a:lnTo>
                <a:lnTo>
                  <a:pt x="4949800" y="110433"/>
                </a:lnTo>
                <a:lnTo>
                  <a:pt x="5133126" y="145761"/>
                </a:lnTo>
                <a:lnTo>
                  <a:pt x="5316452" y="186768"/>
                </a:lnTo>
                <a:lnTo>
                  <a:pt x="5499778" y="233914"/>
                </a:lnTo>
                <a:lnTo>
                  <a:pt x="5683104" y="287796"/>
                </a:lnTo>
                <a:lnTo>
                  <a:pt x="5866430" y="349192"/>
                </a:lnTo>
                <a:lnTo>
                  <a:pt x="6049756" y="419146"/>
                </a:lnTo>
                <a:lnTo>
                  <a:pt x="6233082" y="499096"/>
                </a:lnTo>
                <a:lnTo>
                  <a:pt x="6416408" y="591116"/>
                </a:lnTo>
                <a:lnTo>
                  <a:pt x="6599734" y="698385"/>
                </a:lnTo>
                <a:lnTo>
                  <a:pt x="6783060" y="826219"/>
                </a:lnTo>
                <a:lnTo>
                  <a:pt x="6966386" y="984914"/>
                </a:lnTo>
                <a:lnTo>
                  <a:pt x="7149712" y="1200785"/>
                </a:lnTo>
                <a:lnTo>
                  <a:pt x="7333038" y="1745961"/>
                </a:lnTo>
              </a:path>
            </a:pathLst>
          </a:custGeom>
          <a:noFill/>
          <a:ln w="47625">
            <a:solidFill>
              <a:srgbClr val="B9884E"/>
            </a:solidFill>
          </a:ln>
        </p:spPr>
      </p:sp>
      <p:sp>
        <p:nvSpPr>
          <p:cNvPr id="13" name="フリーフォーム: 図形 12">
            <a:extLst>
              <a:ext uri="{FF2B5EF4-FFF2-40B4-BE49-F238E27FC236}">
                <a16:creationId xmlns:a16="http://schemas.microsoft.com/office/drawing/2014/main" id="{32A767F5-FB3F-4489-A70D-8F53E82BE346}"/>
              </a:ext>
            </a:extLst>
          </p:cNvPr>
          <p:cNvSpPr>
            <a:spLocks noGrp="1"/>
          </p:cNvSpPr>
          <p:nvPr/>
        </p:nvSpPr>
        <p:spPr>
          <a:xfrm>
            <a:off x="6910517" y="2612064"/>
            <a:ext cx="1571365" cy="2519422"/>
          </a:xfrm>
          <a:custGeom>
            <a:avLst/>
            <a:gdLst/>
            <a:ahLst/>
            <a:cxnLst/>
            <a:rect l="0" t="0" r="0" b="0"/>
            <a:pathLst>
              <a:path w="1571365" h="2519422">
                <a:moveTo>
                  <a:pt x="0" y="1209951"/>
                </a:moveTo>
                <a:lnTo>
                  <a:pt x="39284" y="697511"/>
                </a:lnTo>
                <a:lnTo>
                  <a:pt x="78568" y="514377"/>
                </a:lnTo>
                <a:lnTo>
                  <a:pt x="117852" y="388419"/>
                </a:lnTo>
                <a:lnTo>
                  <a:pt x="157137" y="293321"/>
                </a:lnTo>
                <a:lnTo>
                  <a:pt x="196421" y="218790"/>
                </a:lnTo>
                <a:lnTo>
                  <a:pt x="235705" y="159506"/>
                </a:lnTo>
                <a:lnTo>
                  <a:pt x="274989" y="112292"/>
                </a:lnTo>
                <a:lnTo>
                  <a:pt x="314273" y="75076"/>
                </a:lnTo>
                <a:lnTo>
                  <a:pt x="353557" y="46416"/>
                </a:lnTo>
                <a:lnTo>
                  <a:pt x="392841" y="25272"/>
                </a:lnTo>
                <a:lnTo>
                  <a:pt x="432125" y="10862"/>
                </a:lnTo>
                <a:lnTo>
                  <a:pt x="471410" y="2592"/>
                </a:lnTo>
                <a:lnTo>
                  <a:pt x="510694" y="0"/>
                </a:lnTo>
                <a:lnTo>
                  <a:pt x="549978" y="2725"/>
                </a:lnTo>
                <a:lnTo>
                  <a:pt x="589262" y="10483"/>
                </a:lnTo>
                <a:lnTo>
                  <a:pt x="628546" y="23053"/>
                </a:lnTo>
                <a:lnTo>
                  <a:pt x="667830" y="40268"/>
                </a:lnTo>
                <a:lnTo>
                  <a:pt x="707114" y="62003"/>
                </a:lnTo>
                <a:lnTo>
                  <a:pt x="746398" y="88172"/>
                </a:lnTo>
                <a:lnTo>
                  <a:pt x="785683" y="118725"/>
                </a:lnTo>
                <a:lnTo>
                  <a:pt x="824967" y="153645"/>
                </a:lnTo>
                <a:lnTo>
                  <a:pt x="864251" y="192950"/>
                </a:lnTo>
                <a:lnTo>
                  <a:pt x="903535" y="236689"/>
                </a:lnTo>
                <a:lnTo>
                  <a:pt x="942819" y="284948"/>
                </a:lnTo>
                <a:lnTo>
                  <a:pt x="982103" y="337850"/>
                </a:lnTo>
                <a:lnTo>
                  <a:pt x="1021387" y="395566"/>
                </a:lnTo>
                <a:lnTo>
                  <a:pt x="1060672" y="458315"/>
                </a:lnTo>
                <a:lnTo>
                  <a:pt x="1099956" y="526380"/>
                </a:lnTo>
                <a:lnTo>
                  <a:pt x="1139240" y="600124"/>
                </a:lnTo>
                <a:lnTo>
                  <a:pt x="1178524" y="680007"/>
                </a:lnTo>
                <a:lnTo>
                  <a:pt x="1217808" y="766626"/>
                </a:lnTo>
                <a:lnTo>
                  <a:pt x="1257092" y="860758"/>
                </a:lnTo>
                <a:lnTo>
                  <a:pt x="1296376" y="963449"/>
                </a:lnTo>
                <a:lnTo>
                  <a:pt x="1335660" y="1076135"/>
                </a:lnTo>
                <a:lnTo>
                  <a:pt x="1374945" y="1200893"/>
                </a:lnTo>
                <a:lnTo>
                  <a:pt x="1414229" y="1340898"/>
                </a:lnTo>
                <a:lnTo>
                  <a:pt x="1453513" y="1501469"/>
                </a:lnTo>
                <a:lnTo>
                  <a:pt x="1492797" y="1692901"/>
                </a:lnTo>
                <a:lnTo>
                  <a:pt x="1532081" y="1941509"/>
                </a:lnTo>
                <a:lnTo>
                  <a:pt x="1571365" y="2519422"/>
                </a:lnTo>
              </a:path>
            </a:pathLst>
          </a:custGeom>
          <a:noFill/>
          <a:ln w="47625">
            <a:solidFill>
              <a:srgbClr val="B9884E"/>
            </a:solidFill>
          </a:ln>
        </p:spPr>
      </p:sp>
      <p:sp>
        <p:nvSpPr>
          <p:cNvPr id="14" name="フリーフォーム: 図形 13">
            <a:extLst>
              <a:ext uri="{FF2B5EF4-FFF2-40B4-BE49-F238E27FC236}">
                <a16:creationId xmlns:a16="http://schemas.microsoft.com/office/drawing/2014/main" id="{A1847B83-07B5-40A1-828B-33041F9E1B79}"/>
              </a:ext>
            </a:extLst>
          </p:cNvPr>
          <p:cNvSpPr>
            <a:spLocks noGrp="1"/>
          </p:cNvSpPr>
          <p:nvPr/>
        </p:nvSpPr>
        <p:spPr>
          <a:xfrm>
            <a:off x="4381500" y="3905250"/>
            <a:ext cx="4800600" cy="1143000"/>
          </a:xfrm>
          <a:custGeom>
            <a:avLst/>
            <a:gdLst/>
            <a:ahLst/>
            <a:cxnLst/>
            <a:rect l="0" t="0" r="0" b="0"/>
            <a:pathLst>
              <a:path w="4800600" h="1143000">
                <a:moveTo>
                  <a:pt x="0" y="1143000"/>
                </a:moveTo>
                <a:lnTo>
                  <a:pt x="120015" y="786098"/>
                </a:lnTo>
                <a:lnTo>
                  <a:pt x="240030" y="644778"/>
                </a:lnTo>
                <a:lnTo>
                  <a:pt x="360045" y="540887"/>
                </a:lnTo>
                <a:lnTo>
                  <a:pt x="480060" y="457200"/>
                </a:lnTo>
                <a:lnTo>
                  <a:pt x="600075" y="386977"/>
                </a:lnTo>
                <a:lnTo>
                  <a:pt x="720090" y="326735"/>
                </a:lnTo>
                <a:lnTo>
                  <a:pt x="840105" y="274395"/>
                </a:lnTo>
                <a:lnTo>
                  <a:pt x="960120" y="228600"/>
                </a:lnTo>
                <a:lnTo>
                  <a:pt x="1080135" y="188407"/>
                </a:lnTo>
                <a:lnTo>
                  <a:pt x="1200150" y="153133"/>
                </a:lnTo>
                <a:lnTo>
                  <a:pt x="1320165" y="122268"/>
                </a:lnTo>
                <a:lnTo>
                  <a:pt x="1440180" y="95423"/>
                </a:lnTo>
                <a:lnTo>
                  <a:pt x="1560195" y="72295"/>
                </a:lnTo>
                <a:lnTo>
                  <a:pt x="1680210" y="52647"/>
                </a:lnTo>
                <a:lnTo>
                  <a:pt x="1800225" y="36295"/>
                </a:lnTo>
                <a:lnTo>
                  <a:pt x="1920240" y="23093"/>
                </a:lnTo>
                <a:lnTo>
                  <a:pt x="2040255" y="12932"/>
                </a:lnTo>
                <a:lnTo>
                  <a:pt x="2160270" y="5729"/>
                </a:lnTo>
                <a:lnTo>
                  <a:pt x="2280285" y="1430"/>
                </a:lnTo>
                <a:lnTo>
                  <a:pt x="2400300" y="0"/>
                </a:lnTo>
                <a:lnTo>
                  <a:pt x="2520315" y="1430"/>
                </a:lnTo>
                <a:lnTo>
                  <a:pt x="2640330" y="5729"/>
                </a:lnTo>
                <a:lnTo>
                  <a:pt x="2760345" y="12932"/>
                </a:lnTo>
                <a:lnTo>
                  <a:pt x="2880360" y="23093"/>
                </a:lnTo>
                <a:lnTo>
                  <a:pt x="3000375" y="36295"/>
                </a:lnTo>
                <a:lnTo>
                  <a:pt x="3120390" y="52647"/>
                </a:lnTo>
                <a:lnTo>
                  <a:pt x="3240405" y="72295"/>
                </a:lnTo>
                <a:lnTo>
                  <a:pt x="3360420" y="95423"/>
                </a:lnTo>
                <a:lnTo>
                  <a:pt x="3480435" y="122268"/>
                </a:lnTo>
                <a:lnTo>
                  <a:pt x="3600450" y="153133"/>
                </a:lnTo>
                <a:lnTo>
                  <a:pt x="3720465" y="188407"/>
                </a:lnTo>
                <a:lnTo>
                  <a:pt x="3840480" y="228600"/>
                </a:lnTo>
                <a:lnTo>
                  <a:pt x="3960495" y="274395"/>
                </a:lnTo>
                <a:lnTo>
                  <a:pt x="4080510" y="326735"/>
                </a:lnTo>
                <a:lnTo>
                  <a:pt x="4200525" y="386977"/>
                </a:lnTo>
                <a:lnTo>
                  <a:pt x="4320540" y="457200"/>
                </a:lnTo>
                <a:lnTo>
                  <a:pt x="4440555" y="540887"/>
                </a:lnTo>
                <a:lnTo>
                  <a:pt x="4560570" y="644778"/>
                </a:lnTo>
                <a:lnTo>
                  <a:pt x="4680585" y="786098"/>
                </a:lnTo>
                <a:lnTo>
                  <a:pt x="4800600" y="1143000"/>
                </a:lnTo>
              </a:path>
            </a:pathLst>
          </a:custGeom>
          <a:noFill/>
          <a:ln w="47625">
            <a:solidFill>
              <a:srgbClr val="B9884E"/>
            </a:solidFill>
          </a:ln>
        </p:spPr>
      </p:sp>
      <p:sp>
        <p:nvSpPr>
          <p:cNvPr id="15" name="フリーフォーム: 図形 14">
            <a:extLst>
              <a:ext uri="{FF2B5EF4-FFF2-40B4-BE49-F238E27FC236}">
                <a16:creationId xmlns:a16="http://schemas.microsoft.com/office/drawing/2014/main" id="{E6906DE0-CD3B-44A5-9CCE-83C81BE63DD4}"/>
              </a:ext>
            </a:extLst>
          </p:cNvPr>
          <p:cNvSpPr>
            <a:spLocks noGrp="1"/>
          </p:cNvSpPr>
          <p:nvPr/>
        </p:nvSpPr>
        <p:spPr>
          <a:xfrm>
            <a:off x="8782050" y="3256026"/>
            <a:ext cx="1028700" cy="1649349"/>
          </a:xfrm>
          <a:custGeom>
            <a:avLst/>
            <a:gdLst/>
            <a:ahLst/>
            <a:cxnLst/>
            <a:rect l="0" t="0" r="0" b="0"/>
            <a:pathLst>
              <a:path w="1028700" h="1649349">
                <a:moveTo>
                  <a:pt x="0" y="792099"/>
                </a:moveTo>
                <a:lnTo>
                  <a:pt x="25718" y="456628"/>
                </a:lnTo>
                <a:lnTo>
                  <a:pt x="51435" y="336739"/>
                </a:lnTo>
                <a:lnTo>
                  <a:pt x="77153" y="254280"/>
                </a:lnTo>
                <a:lnTo>
                  <a:pt x="102870" y="192024"/>
                </a:lnTo>
                <a:lnTo>
                  <a:pt x="128588" y="143231"/>
                </a:lnTo>
                <a:lnTo>
                  <a:pt x="154305" y="104421"/>
                </a:lnTo>
                <a:lnTo>
                  <a:pt x="180022" y="73513"/>
                </a:lnTo>
                <a:lnTo>
                  <a:pt x="205740" y="49149"/>
                </a:lnTo>
                <a:lnTo>
                  <a:pt x="231457" y="30387"/>
                </a:lnTo>
                <a:lnTo>
                  <a:pt x="257175" y="16544"/>
                </a:lnTo>
                <a:lnTo>
                  <a:pt x="282893" y="7111"/>
                </a:lnTo>
                <a:lnTo>
                  <a:pt x="308610" y="1697"/>
                </a:lnTo>
                <a:lnTo>
                  <a:pt x="334328" y="0"/>
                </a:lnTo>
                <a:lnTo>
                  <a:pt x="360045" y="1784"/>
                </a:lnTo>
                <a:lnTo>
                  <a:pt x="385763" y="6862"/>
                </a:lnTo>
                <a:lnTo>
                  <a:pt x="411480" y="15092"/>
                </a:lnTo>
                <a:lnTo>
                  <a:pt x="437197" y="26362"/>
                </a:lnTo>
                <a:lnTo>
                  <a:pt x="462915" y="40591"/>
                </a:lnTo>
                <a:lnTo>
                  <a:pt x="488632" y="57722"/>
                </a:lnTo>
                <a:lnTo>
                  <a:pt x="514350" y="77724"/>
                </a:lnTo>
                <a:lnTo>
                  <a:pt x="540068" y="100585"/>
                </a:lnTo>
                <a:lnTo>
                  <a:pt x="565785" y="126316"/>
                </a:lnTo>
                <a:lnTo>
                  <a:pt x="591503" y="154949"/>
                </a:lnTo>
                <a:lnTo>
                  <a:pt x="617220" y="186542"/>
                </a:lnTo>
                <a:lnTo>
                  <a:pt x="642938" y="221175"/>
                </a:lnTo>
                <a:lnTo>
                  <a:pt x="668655" y="258959"/>
                </a:lnTo>
                <a:lnTo>
                  <a:pt x="694372" y="300038"/>
                </a:lnTo>
                <a:lnTo>
                  <a:pt x="720090" y="344597"/>
                </a:lnTo>
                <a:lnTo>
                  <a:pt x="745807" y="392873"/>
                </a:lnTo>
                <a:lnTo>
                  <a:pt x="771525" y="445169"/>
                </a:lnTo>
                <a:lnTo>
                  <a:pt x="797242" y="501874"/>
                </a:lnTo>
                <a:lnTo>
                  <a:pt x="822960" y="563499"/>
                </a:lnTo>
                <a:lnTo>
                  <a:pt x="848678" y="630725"/>
                </a:lnTo>
                <a:lnTo>
                  <a:pt x="874395" y="704496"/>
                </a:lnTo>
                <a:lnTo>
                  <a:pt x="900113" y="786169"/>
                </a:lnTo>
                <a:lnTo>
                  <a:pt x="925830" y="877824"/>
                </a:lnTo>
                <a:lnTo>
                  <a:pt x="951547" y="982942"/>
                </a:lnTo>
                <a:lnTo>
                  <a:pt x="977265" y="1108264"/>
                </a:lnTo>
                <a:lnTo>
                  <a:pt x="1002982" y="1271016"/>
                </a:lnTo>
                <a:lnTo>
                  <a:pt x="1028700" y="1649349"/>
                </a:lnTo>
              </a:path>
            </a:pathLst>
          </a:custGeom>
          <a:noFill/>
          <a:ln w="47625">
            <a:solidFill>
              <a:srgbClr val="B9884E"/>
            </a:solidFill>
          </a:ln>
        </p:spPr>
      </p:sp>
      <p:sp>
        <p:nvSpPr>
          <p:cNvPr id="16" name="フリーフォーム: 図形 15">
            <a:extLst>
              <a:ext uri="{FF2B5EF4-FFF2-40B4-BE49-F238E27FC236}">
                <a16:creationId xmlns:a16="http://schemas.microsoft.com/office/drawing/2014/main" id="{A54BD4AB-F0A1-497B-B478-07807ACB3789}"/>
              </a:ext>
            </a:extLst>
          </p:cNvPr>
          <p:cNvSpPr>
            <a:spLocks noGrp="1"/>
          </p:cNvSpPr>
          <p:nvPr/>
        </p:nvSpPr>
        <p:spPr>
          <a:xfrm>
            <a:off x="2381250" y="2000250"/>
            <a:ext cx="9525" cy="1702777"/>
          </a:xfrm>
          <a:custGeom>
            <a:avLst/>
            <a:gdLst/>
            <a:ahLst/>
            <a:cxnLst/>
            <a:rect l="0" t="0" r="0" b="0"/>
            <a:pathLst>
              <a:path w="9525" h="1702777">
                <a:moveTo>
                  <a:pt x="0" y="0"/>
                </a:moveTo>
                <a:lnTo>
                  <a:pt x="0" y="1702777"/>
                </a:lnTo>
              </a:path>
            </a:pathLst>
          </a:custGeom>
          <a:noFill/>
          <a:ln w="38100">
            <a:solidFill>
              <a:srgbClr val="C4483C"/>
            </a:solidFill>
          </a:ln>
        </p:spPr>
      </p:sp>
      <p:sp>
        <p:nvSpPr>
          <p:cNvPr id="17" name="フリーフォーム: 図形 16">
            <a:extLst>
              <a:ext uri="{FF2B5EF4-FFF2-40B4-BE49-F238E27FC236}">
                <a16:creationId xmlns:a16="http://schemas.microsoft.com/office/drawing/2014/main" id="{D6DF2C04-DDFD-4496-BFDD-4906627C8E3F}"/>
              </a:ext>
            </a:extLst>
          </p:cNvPr>
          <p:cNvSpPr>
            <a:spLocks noGrp="1"/>
          </p:cNvSpPr>
          <p:nvPr/>
        </p:nvSpPr>
        <p:spPr>
          <a:xfrm>
            <a:off x="2306571" y="3581223"/>
            <a:ext cx="74679" cy="121804"/>
          </a:xfrm>
          <a:custGeom>
            <a:avLst/>
            <a:gdLst/>
            <a:ahLst/>
            <a:cxnLst/>
            <a:rect l="0" t="0" r="0" b="0"/>
            <a:pathLst>
              <a:path w="74679" h="121804">
                <a:moveTo>
                  <a:pt x="74679" y="121804"/>
                </a:moveTo>
                <a:lnTo>
                  <a:pt x="0" y="0"/>
                </a:lnTo>
              </a:path>
            </a:pathLst>
          </a:custGeom>
          <a:noFill/>
          <a:ln w="38100">
            <a:solidFill>
              <a:srgbClr val="C4483C"/>
            </a:solidFill>
          </a:ln>
        </p:spPr>
      </p:sp>
      <p:sp>
        <p:nvSpPr>
          <p:cNvPr id="18" name="フリーフォーム: 図形 17">
            <a:extLst>
              <a:ext uri="{FF2B5EF4-FFF2-40B4-BE49-F238E27FC236}">
                <a16:creationId xmlns:a16="http://schemas.microsoft.com/office/drawing/2014/main" id="{399ECEC7-94C4-4DA2-8261-735D3D828892}"/>
              </a:ext>
            </a:extLst>
          </p:cNvPr>
          <p:cNvSpPr>
            <a:spLocks noGrp="1"/>
          </p:cNvSpPr>
          <p:nvPr/>
        </p:nvSpPr>
        <p:spPr>
          <a:xfrm>
            <a:off x="2381250" y="3581223"/>
            <a:ext cx="74679" cy="121804"/>
          </a:xfrm>
          <a:custGeom>
            <a:avLst/>
            <a:gdLst/>
            <a:ahLst/>
            <a:cxnLst/>
            <a:rect l="0" t="0" r="0" b="0"/>
            <a:pathLst>
              <a:path w="74679" h="121804">
                <a:moveTo>
                  <a:pt x="0" y="121804"/>
                </a:moveTo>
                <a:lnTo>
                  <a:pt x="74679" y="0"/>
                </a:lnTo>
              </a:path>
            </a:pathLst>
          </a:custGeom>
          <a:noFill/>
          <a:ln w="38100">
            <a:solidFill>
              <a:srgbClr val="C4483C"/>
            </a:solidFill>
          </a:ln>
        </p:spPr>
      </p:sp>
      <p:sp>
        <p:nvSpPr>
          <p:cNvPr id="19" name="フリーフォーム: 図形 18">
            <a:extLst>
              <a:ext uri="{FF2B5EF4-FFF2-40B4-BE49-F238E27FC236}">
                <a16:creationId xmlns:a16="http://schemas.microsoft.com/office/drawing/2014/main" id="{FA047A6E-4A6D-48FC-A937-7D18FEA2B7B8}"/>
              </a:ext>
            </a:extLst>
          </p:cNvPr>
          <p:cNvSpPr>
            <a:spLocks noGrp="1"/>
          </p:cNvSpPr>
          <p:nvPr/>
        </p:nvSpPr>
        <p:spPr>
          <a:xfrm>
            <a:off x="3867150" y="2000250"/>
            <a:ext cx="9525" cy="827881"/>
          </a:xfrm>
          <a:custGeom>
            <a:avLst/>
            <a:gdLst/>
            <a:ahLst/>
            <a:cxnLst/>
            <a:rect l="0" t="0" r="0" b="0"/>
            <a:pathLst>
              <a:path w="9525" h="827881">
                <a:moveTo>
                  <a:pt x="0" y="0"/>
                </a:moveTo>
                <a:lnTo>
                  <a:pt x="0" y="827881"/>
                </a:lnTo>
              </a:path>
            </a:pathLst>
          </a:custGeom>
          <a:noFill/>
          <a:ln w="38100">
            <a:solidFill>
              <a:srgbClr val="C4483C"/>
            </a:solidFill>
          </a:ln>
        </p:spPr>
      </p:sp>
      <p:sp>
        <p:nvSpPr>
          <p:cNvPr id="20" name="フリーフォーム: 図形 19">
            <a:extLst>
              <a:ext uri="{FF2B5EF4-FFF2-40B4-BE49-F238E27FC236}">
                <a16:creationId xmlns:a16="http://schemas.microsoft.com/office/drawing/2014/main" id="{6E89B4D3-D748-45D8-A408-52A97CE64AC3}"/>
              </a:ext>
            </a:extLst>
          </p:cNvPr>
          <p:cNvSpPr>
            <a:spLocks noGrp="1"/>
          </p:cNvSpPr>
          <p:nvPr/>
        </p:nvSpPr>
        <p:spPr>
          <a:xfrm>
            <a:off x="3792471" y="2706327"/>
            <a:ext cx="74679" cy="121804"/>
          </a:xfrm>
          <a:custGeom>
            <a:avLst/>
            <a:gdLst/>
            <a:ahLst/>
            <a:cxnLst/>
            <a:rect l="0" t="0" r="0" b="0"/>
            <a:pathLst>
              <a:path w="74679" h="121804">
                <a:moveTo>
                  <a:pt x="74679" y="121804"/>
                </a:moveTo>
                <a:lnTo>
                  <a:pt x="0" y="0"/>
                </a:lnTo>
              </a:path>
            </a:pathLst>
          </a:custGeom>
          <a:noFill/>
          <a:ln w="38100">
            <a:solidFill>
              <a:srgbClr val="C4483C"/>
            </a:solidFill>
          </a:ln>
        </p:spPr>
      </p:sp>
      <p:sp>
        <p:nvSpPr>
          <p:cNvPr id="21" name="フリーフォーム: 図形 20">
            <a:extLst>
              <a:ext uri="{FF2B5EF4-FFF2-40B4-BE49-F238E27FC236}">
                <a16:creationId xmlns:a16="http://schemas.microsoft.com/office/drawing/2014/main" id="{E4E6EA9B-8C69-466C-BAA2-6872A9BBB76F}"/>
              </a:ext>
            </a:extLst>
          </p:cNvPr>
          <p:cNvSpPr>
            <a:spLocks noGrp="1"/>
          </p:cNvSpPr>
          <p:nvPr/>
        </p:nvSpPr>
        <p:spPr>
          <a:xfrm>
            <a:off x="3867150" y="2706327"/>
            <a:ext cx="74679" cy="121804"/>
          </a:xfrm>
          <a:custGeom>
            <a:avLst/>
            <a:gdLst/>
            <a:ahLst/>
            <a:cxnLst/>
            <a:rect l="0" t="0" r="0" b="0"/>
            <a:pathLst>
              <a:path w="74679" h="121804">
                <a:moveTo>
                  <a:pt x="0" y="121804"/>
                </a:moveTo>
                <a:lnTo>
                  <a:pt x="74679" y="0"/>
                </a:lnTo>
              </a:path>
            </a:pathLst>
          </a:custGeom>
          <a:noFill/>
          <a:ln w="38100">
            <a:solidFill>
              <a:srgbClr val="C4483C"/>
            </a:solidFill>
          </a:ln>
        </p:spPr>
      </p:sp>
      <p:sp>
        <p:nvSpPr>
          <p:cNvPr id="22" name="フリーフォーム: 図形 21">
            <a:extLst>
              <a:ext uri="{FF2B5EF4-FFF2-40B4-BE49-F238E27FC236}">
                <a16:creationId xmlns:a16="http://schemas.microsoft.com/office/drawing/2014/main" id="{5DE7042D-E273-49EE-AD9A-2347061717B1}"/>
              </a:ext>
            </a:extLst>
          </p:cNvPr>
          <p:cNvSpPr>
            <a:spLocks noGrp="1"/>
          </p:cNvSpPr>
          <p:nvPr/>
        </p:nvSpPr>
        <p:spPr>
          <a:xfrm>
            <a:off x="5353050" y="2000250"/>
            <a:ext cx="9525" cy="537965"/>
          </a:xfrm>
          <a:custGeom>
            <a:avLst/>
            <a:gdLst/>
            <a:ahLst/>
            <a:cxnLst/>
            <a:rect l="0" t="0" r="0" b="0"/>
            <a:pathLst>
              <a:path w="9525" h="537965">
                <a:moveTo>
                  <a:pt x="0" y="0"/>
                </a:moveTo>
                <a:lnTo>
                  <a:pt x="0" y="537965"/>
                </a:lnTo>
              </a:path>
            </a:pathLst>
          </a:custGeom>
          <a:noFill/>
          <a:ln w="38100">
            <a:solidFill>
              <a:srgbClr val="C4483C"/>
            </a:solidFill>
          </a:ln>
        </p:spPr>
      </p:sp>
      <p:sp>
        <p:nvSpPr>
          <p:cNvPr id="23" name="フリーフォーム: 図形 22">
            <a:extLst>
              <a:ext uri="{FF2B5EF4-FFF2-40B4-BE49-F238E27FC236}">
                <a16:creationId xmlns:a16="http://schemas.microsoft.com/office/drawing/2014/main" id="{7286AC04-F0ED-4999-8992-BA667DE7D64D}"/>
              </a:ext>
            </a:extLst>
          </p:cNvPr>
          <p:cNvSpPr>
            <a:spLocks noGrp="1"/>
          </p:cNvSpPr>
          <p:nvPr/>
        </p:nvSpPr>
        <p:spPr>
          <a:xfrm>
            <a:off x="5278371" y="2416410"/>
            <a:ext cx="74679" cy="121804"/>
          </a:xfrm>
          <a:custGeom>
            <a:avLst/>
            <a:gdLst/>
            <a:ahLst/>
            <a:cxnLst/>
            <a:rect l="0" t="0" r="0" b="0"/>
            <a:pathLst>
              <a:path w="74679" h="121804">
                <a:moveTo>
                  <a:pt x="74679" y="121804"/>
                </a:moveTo>
                <a:lnTo>
                  <a:pt x="0" y="0"/>
                </a:lnTo>
              </a:path>
            </a:pathLst>
          </a:custGeom>
          <a:noFill/>
          <a:ln w="38100">
            <a:solidFill>
              <a:srgbClr val="C4483C"/>
            </a:solidFill>
          </a:ln>
        </p:spPr>
      </p:sp>
      <p:sp>
        <p:nvSpPr>
          <p:cNvPr id="24" name="フリーフォーム: 図形 23">
            <a:extLst>
              <a:ext uri="{FF2B5EF4-FFF2-40B4-BE49-F238E27FC236}">
                <a16:creationId xmlns:a16="http://schemas.microsoft.com/office/drawing/2014/main" id="{7507C9D2-DFE0-46CF-8DC7-6EE84A544A3F}"/>
              </a:ext>
            </a:extLst>
          </p:cNvPr>
          <p:cNvSpPr>
            <a:spLocks noGrp="1"/>
          </p:cNvSpPr>
          <p:nvPr/>
        </p:nvSpPr>
        <p:spPr>
          <a:xfrm>
            <a:off x="5353050" y="2416410"/>
            <a:ext cx="74679" cy="121804"/>
          </a:xfrm>
          <a:custGeom>
            <a:avLst/>
            <a:gdLst/>
            <a:ahLst/>
            <a:cxnLst/>
            <a:rect l="0" t="0" r="0" b="0"/>
            <a:pathLst>
              <a:path w="74679" h="121804">
                <a:moveTo>
                  <a:pt x="0" y="121804"/>
                </a:moveTo>
                <a:lnTo>
                  <a:pt x="74679" y="0"/>
                </a:lnTo>
              </a:path>
            </a:pathLst>
          </a:custGeom>
          <a:noFill/>
          <a:ln w="38100">
            <a:solidFill>
              <a:srgbClr val="C4483C"/>
            </a:solidFill>
          </a:ln>
        </p:spPr>
      </p:sp>
      <p:sp>
        <p:nvSpPr>
          <p:cNvPr id="25" name="フリーフォーム: 図形 24">
            <a:extLst>
              <a:ext uri="{FF2B5EF4-FFF2-40B4-BE49-F238E27FC236}">
                <a16:creationId xmlns:a16="http://schemas.microsoft.com/office/drawing/2014/main" id="{45BEFFF1-2F3E-4EEA-8B1A-E73C239601C2}"/>
              </a:ext>
            </a:extLst>
          </p:cNvPr>
          <p:cNvSpPr>
            <a:spLocks noGrp="1"/>
          </p:cNvSpPr>
          <p:nvPr/>
        </p:nvSpPr>
        <p:spPr>
          <a:xfrm>
            <a:off x="6838950" y="2000250"/>
            <a:ext cx="9525" cy="537965"/>
          </a:xfrm>
          <a:custGeom>
            <a:avLst/>
            <a:gdLst/>
            <a:ahLst/>
            <a:cxnLst/>
            <a:rect l="0" t="0" r="0" b="0"/>
            <a:pathLst>
              <a:path w="9525" h="537965">
                <a:moveTo>
                  <a:pt x="0" y="0"/>
                </a:moveTo>
                <a:lnTo>
                  <a:pt x="0" y="537965"/>
                </a:lnTo>
              </a:path>
            </a:pathLst>
          </a:custGeom>
          <a:noFill/>
          <a:ln w="38100">
            <a:solidFill>
              <a:srgbClr val="C4483C"/>
            </a:solidFill>
          </a:ln>
        </p:spPr>
      </p:sp>
      <p:sp>
        <p:nvSpPr>
          <p:cNvPr id="26" name="フリーフォーム: 図形 25">
            <a:extLst>
              <a:ext uri="{FF2B5EF4-FFF2-40B4-BE49-F238E27FC236}">
                <a16:creationId xmlns:a16="http://schemas.microsoft.com/office/drawing/2014/main" id="{D1E267BD-A821-426E-9F42-A8E9581DC5BE}"/>
              </a:ext>
            </a:extLst>
          </p:cNvPr>
          <p:cNvSpPr>
            <a:spLocks noGrp="1"/>
          </p:cNvSpPr>
          <p:nvPr/>
        </p:nvSpPr>
        <p:spPr>
          <a:xfrm>
            <a:off x="6764271" y="2416410"/>
            <a:ext cx="74679" cy="121804"/>
          </a:xfrm>
          <a:custGeom>
            <a:avLst/>
            <a:gdLst/>
            <a:ahLst/>
            <a:cxnLst/>
            <a:rect l="0" t="0" r="0" b="0"/>
            <a:pathLst>
              <a:path w="74679" h="121804">
                <a:moveTo>
                  <a:pt x="74679" y="121804"/>
                </a:moveTo>
                <a:lnTo>
                  <a:pt x="0" y="0"/>
                </a:lnTo>
              </a:path>
            </a:pathLst>
          </a:custGeom>
          <a:noFill/>
          <a:ln w="38100">
            <a:solidFill>
              <a:srgbClr val="C4483C"/>
            </a:solidFill>
          </a:ln>
        </p:spPr>
      </p:sp>
      <p:sp>
        <p:nvSpPr>
          <p:cNvPr id="27" name="フリーフォーム: 図形 26">
            <a:extLst>
              <a:ext uri="{FF2B5EF4-FFF2-40B4-BE49-F238E27FC236}">
                <a16:creationId xmlns:a16="http://schemas.microsoft.com/office/drawing/2014/main" id="{23D5EB71-F8C2-424C-A98C-20EB97D5F27B}"/>
              </a:ext>
            </a:extLst>
          </p:cNvPr>
          <p:cNvSpPr>
            <a:spLocks noGrp="1"/>
          </p:cNvSpPr>
          <p:nvPr/>
        </p:nvSpPr>
        <p:spPr>
          <a:xfrm>
            <a:off x="6838950" y="2416410"/>
            <a:ext cx="74679" cy="121804"/>
          </a:xfrm>
          <a:custGeom>
            <a:avLst/>
            <a:gdLst/>
            <a:ahLst/>
            <a:cxnLst/>
            <a:rect l="0" t="0" r="0" b="0"/>
            <a:pathLst>
              <a:path w="74679" h="121804">
                <a:moveTo>
                  <a:pt x="0" y="121804"/>
                </a:moveTo>
                <a:lnTo>
                  <a:pt x="74679" y="0"/>
                </a:lnTo>
              </a:path>
            </a:pathLst>
          </a:custGeom>
          <a:noFill/>
          <a:ln w="38100">
            <a:solidFill>
              <a:srgbClr val="C4483C"/>
            </a:solidFill>
          </a:ln>
        </p:spPr>
      </p:sp>
      <p:sp>
        <p:nvSpPr>
          <p:cNvPr id="28" name="フリーフォーム: 図形 27">
            <a:extLst>
              <a:ext uri="{FF2B5EF4-FFF2-40B4-BE49-F238E27FC236}">
                <a16:creationId xmlns:a16="http://schemas.microsoft.com/office/drawing/2014/main" id="{CAAE0134-BB65-422F-81EA-B75B2D8318FD}"/>
              </a:ext>
            </a:extLst>
          </p:cNvPr>
          <p:cNvSpPr>
            <a:spLocks noGrp="1"/>
          </p:cNvSpPr>
          <p:nvPr/>
        </p:nvSpPr>
        <p:spPr>
          <a:xfrm>
            <a:off x="8324850" y="2000250"/>
            <a:ext cx="9525" cy="827881"/>
          </a:xfrm>
          <a:custGeom>
            <a:avLst/>
            <a:gdLst/>
            <a:ahLst/>
            <a:cxnLst/>
            <a:rect l="0" t="0" r="0" b="0"/>
            <a:pathLst>
              <a:path w="9525" h="827881">
                <a:moveTo>
                  <a:pt x="0" y="0"/>
                </a:moveTo>
                <a:lnTo>
                  <a:pt x="0" y="827881"/>
                </a:lnTo>
              </a:path>
            </a:pathLst>
          </a:custGeom>
          <a:noFill/>
          <a:ln w="38100">
            <a:solidFill>
              <a:srgbClr val="C4483C"/>
            </a:solidFill>
          </a:ln>
        </p:spPr>
      </p:sp>
      <p:sp>
        <p:nvSpPr>
          <p:cNvPr id="29" name="フリーフォーム: 図形 28">
            <a:extLst>
              <a:ext uri="{FF2B5EF4-FFF2-40B4-BE49-F238E27FC236}">
                <a16:creationId xmlns:a16="http://schemas.microsoft.com/office/drawing/2014/main" id="{3176C5C0-107F-4D0E-9C92-40384D54D4F4}"/>
              </a:ext>
            </a:extLst>
          </p:cNvPr>
          <p:cNvSpPr>
            <a:spLocks noGrp="1"/>
          </p:cNvSpPr>
          <p:nvPr/>
        </p:nvSpPr>
        <p:spPr>
          <a:xfrm>
            <a:off x="8250171" y="2706327"/>
            <a:ext cx="74679" cy="121804"/>
          </a:xfrm>
          <a:custGeom>
            <a:avLst/>
            <a:gdLst/>
            <a:ahLst/>
            <a:cxnLst/>
            <a:rect l="0" t="0" r="0" b="0"/>
            <a:pathLst>
              <a:path w="74679" h="121804">
                <a:moveTo>
                  <a:pt x="74679" y="121804"/>
                </a:moveTo>
                <a:lnTo>
                  <a:pt x="0" y="0"/>
                </a:lnTo>
              </a:path>
            </a:pathLst>
          </a:custGeom>
          <a:noFill/>
          <a:ln w="38100">
            <a:solidFill>
              <a:srgbClr val="C4483C"/>
            </a:solidFill>
          </a:ln>
        </p:spPr>
      </p:sp>
      <p:sp>
        <p:nvSpPr>
          <p:cNvPr id="30" name="フリーフォーム: 図形 29">
            <a:extLst>
              <a:ext uri="{FF2B5EF4-FFF2-40B4-BE49-F238E27FC236}">
                <a16:creationId xmlns:a16="http://schemas.microsoft.com/office/drawing/2014/main" id="{DE385494-3BFB-4455-B773-B6EFB5CF3454}"/>
              </a:ext>
            </a:extLst>
          </p:cNvPr>
          <p:cNvSpPr>
            <a:spLocks noGrp="1"/>
          </p:cNvSpPr>
          <p:nvPr/>
        </p:nvSpPr>
        <p:spPr>
          <a:xfrm>
            <a:off x="8324850" y="2706327"/>
            <a:ext cx="74679" cy="121804"/>
          </a:xfrm>
          <a:custGeom>
            <a:avLst/>
            <a:gdLst/>
            <a:ahLst/>
            <a:cxnLst/>
            <a:rect l="0" t="0" r="0" b="0"/>
            <a:pathLst>
              <a:path w="74679" h="121804">
                <a:moveTo>
                  <a:pt x="0" y="121804"/>
                </a:moveTo>
                <a:lnTo>
                  <a:pt x="74679" y="0"/>
                </a:lnTo>
              </a:path>
            </a:pathLst>
          </a:custGeom>
          <a:noFill/>
          <a:ln w="38100">
            <a:solidFill>
              <a:srgbClr val="C4483C"/>
            </a:solidFill>
          </a:ln>
        </p:spPr>
      </p:sp>
      <p:sp>
        <p:nvSpPr>
          <p:cNvPr id="31" name="フリーフォーム: 図形 30">
            <a:extLst>
              <a:ext uri="{FF2B5EF4-FFF2-40B4-BE49-F238E27FC236}">
                <a16:creationId xmlns:a16="http://schemas.microsoft.com/office/drawing/2014/main" id="{33AF0657-EFFC-40E9-A9D4-38BC94993C6B}"/>
              </a:ext>
            </a:extLst>
          </p:cNvPr>
          <p:cNvSpPr>
            <a:spLocks noGrp="1"/>
          </p:cNvSpPr>
          <p:nvPr/>
        </p:nvSpPr>
        <p:spPr>
          <a:xfrm>
            <a:off x="9810750" y="2000250"/>
            <a:ext cx="9525" cy="1702777"/>
          </a:xfrm>
          <a:custGeom>
            <a:avLst/>
            <a:gdLst/>
            <a:ahLst/>
            <a:cxnLst/>
            <a:rect l="0" t="0" r="0" b="0"/>
            <a:pathLst>
              <a:path w="9525" h="1702777">
                <a:moveTo>
                  <a:pt x="0" y="0"/>
                </a:moveTo>
                <a:lnTo>
                  <a:pt x="0" y="1702777"/>
                </a:lnTo>
              </a:path>
            </a:pathLst>
          </a:custGeom>
          <a:noFill/>
          <a:ln w="38100">
            <a:solidFill>
              <a:srgbClr val="C4483C"/>
            </a:solidFill>
          </a:ln>
        </p:spPr>
      </p:sp>
      <p:sp>
        <p:nvSpPr>
          <p:cNvPr id="32" name="フリーフォーム: 図形 31">
            <a:extLst>
              <a:ext uri="{FF2B5EF4-FFF2-40B4-BE49-F238E27FC236}">
                <a16:creationId xmlns:a16="http://schemas.microsoft.com/office/drawing/2014/main" id="{3C2436D9-5052-4067-AB89-FB3DA0A1A30A}"/>
              </a:ext>
            </a:extLst>
          </p:cNvPr>
          <p:cNvSpPr>
            <a:spLocks noGrp="1"/>
          </p:cNvSpPr>
          <p:nvPr/>
        </p:nvSpPr>
        <p:spPr>
          <a:xfrm>
            <a:off x="9736071" y="3581223"/>
            <a:ext cx="74679" cy="121804"/>
          </a:xfrm>
          <a:custGeom>
            <a:avLst/>
            <a:gdLst/>
            <a:ahLst/>
            <a:cxnLst/>
            <a:rect l="0" t="0" r="0" b="0"/>
            <a:pathLst>
              <a:path w="74679" h="121804">
                <a:moveTo>
                  <a:pt x="74679" y="121804"/>
                </a:moveTo>
                <a:lnTo>
                  <a:pt x="0" y="0"/>
                </a:lnTo>
              </a:path>
            </a:pathLst>
          </a:custGeom>
          <a:noFill/>
          <a:ln w="38100">
            <a:solidFill>
              <a:srgbClr val="C4483C"/>
            </a:solidFill>
          </a:ln>
        </p:spPr>
      </p:sp>
      <p:sp>
        <p:nvSpPr>
          <p:cNvPr id="33" name="フリーフォーム: 図形 32">
            <a:extLst>
              <a:ext uri="{FF2B5EF4-FFF2-40B4-BE49-F238E27FC236}">
                <a16:creationId xmlns:a16="http://schemas.microsoft.com/office/drawing/2014/main" id="{69360F01-7068-45EC-9996-A8B2C6699772}"/>
              </a:ext>
            </a:extLst>
          </p:cNvPr>
          <p:cNvSpPr>
            <a:spLocks noGrp="1"/>
          </p:cNvSpPr>
          <p:nvPr/>
        </p:nvSpPr>
        <p:spPr>
          <a:xfrm>
            <a:off x="9810750" y="3581223"/>
            <a:ext cx="74679" cy="121804"/>
          </a:xfrm>
          <a:custGeom>
            <a:avLst/>
            <a:gdLst/>
            <a:ahLst/>
            <a:cxnLst/>
            <a:rect l="0" t="0" r="0" b="0"/>
            <a:pathLst>
              <a:path w="74679" h="121804">
                <a:moveTo>
                  <a:pt x="0" y="121804"/>
                </a:moveTo>
                <a:lnTo>
                  <a:pt x="74679" y="0"/>
                </a:lnTo>
              </a:path>
            </a:pathLst>
          </a:custGeom>
          <a:noFill/>
          <a:ln w="38100">
            <a:solidFill>
              <a:srgbClr val="C4483C"/>
            </a:solidFill>
          </a:ln>
        </p:spPr>
      </p:sp>
      <p:sp>
        <p:nvSpPr>
          <p:cNvPr id="34" name="正方形/長方形 33">
            <a:extLst>
              <a:ext uri="{FF2B5EF4-FFF2-40B4-BE49-F238E27FC236}">
                <a16:creationId xmlns:a16="http://schemas.microsoft.com/office/drawing/2014/main" id="{73C9547C-A587-40B0-9824-6165082BACA3}"/>
              </a:ext>
            </a:extLst>
          </p:cNvPr>
          <p:cNvSpPr>
            <a:spLocks noGrp="1"/>
          </p:cNvSpPr>
          <p:nvPr/>
        </p:nvSpPr>
        <p:spPr>
          <a:xfrm>
            <a:off x="1666875" y="5048250"/>
            <a:ext cx="857250" cy="238125"/>
          </a:xfrm>
          <a:prstGeom prst="rect">
            <a:avLst/>
          </a:prstGeom>
          <a:solidFill>
            <a:srgbClr val="B5BFC7"/>
          </a:solidFill>
          <a:ln w="0">
            <a:noFill/>
          </a:ln>
        </p:spPr>
      </p:sp>
      <p:sp>
        <p:nvSpPr>
          <p:cNvPr id="35" name="フリーフォーム: 図形 34">
            <a:extLst>
              <a:ext uri="{FF2B5EF4-FFF2-40B4-BE49-F238E27FC236}">
                <a16:creationId xmlns:a16="http://schemas.microsoft.com/office/drawing/2014/main" id="{EC0888A6-7FC6-44A3-A747-7A9DA3F42FE1}"/>
              </a:ext>
            </a:extLst>
          </p:cNvPr>
          <p:cNvSpPr>
            <a:spLocks noGrp="1"/>
          </p:cNvSpPr>
          <p:nvPr/>
        </p:nvSpPr>
        <p:spPr>
          <a:xfrm>
            <a:off x="2095500" y="4476750"/>
            <a:ext cx="9525" cy="504825"/>
          </a:xfrm>
          <a:custGeom>
            <a:avLst/>
            <a:gdLst/>
            <a:ahLst/>
            <a:cxnLst/>
            <a:rect l="0" t="0" r="0" b="0"/>
            <a:pathLst>
              <a:path w="9525" h="504825">
                <a:moveTo>
                  <a:pt x="0" y="0"/>
                </a:moveTo>
                <a:lnTo>
                  <a:pt x="0" y="504825"/>
                </a:lnTo>
              </a:path>
            </a:pathLst>
          </a:custGeom>
          <a:noFill/>
          <a:ln w="38100">
            <a:solidFill>
              <a:srgbClr val="C4483C"/>
            </a:solidFill>
          </a:ln>
        </p:spPr>
      </p:sp>
      <p:sp>
        <p:nvSpPr>
          <p:cNvPr id="36" name="フリーフォーム: 図形 35">
            <a:extLst>
              <a:ext uri="{FF2B5EF4-FFF2-40B4-BE49-F238E27FC236}">
                <a16:creationId xmlns:a16="http://schemas.microsoft.com/office/drawing/2014/main" id="{8C6742A5-6499-4358-988E-50D489D1CC18}"/>
              </a:ext>
            </a:extLst>
          </p:cNvPr>
          <p:cNvSpPr>
            <a:spLocks noGrp="1"/>
          </p:cNvSpPr>
          <p:nvPr/>
        </p:nvSpPr>
        <p:spPr>
          <a:xfrm>
            <a:off x="2020821" y="4859771"/>
            <a:ext cx="74679" cy="121804"/>
          </a:xfrm>
          <a:custGeom>
            <a:avLst/>
            <a:gdLst/>
            <a:ahLst/>
            <a:cxnLst/>
            <a:rect l="0" t="0" r="0" b="0"/>
            <a:pathLst>
              <a:path w="74679" h="121804">
                <a:moveTo>
                  <a:pt x="74679" y="121804"/>
                </a:moveTo>
                <a:lnTo>
                  <a:pt x="0" y="0"/>
                </a:lnTo>
              </a:path>
            </a:pathLst>
          </a:custGeom>
          <a:noFill/>
          <a:ln w="38100">
            <a:solidFill>
              <a:srgbClr val="C4483C"/>
            </a:solidFill>
          </a:ln>
        </p:spPr>
      </p:sp>
      <p:sp>
        <p:nvSpPr>
          <p:cNvPr id="37" name="フリーフォーム: 図形 36">
            <a:extLst>
              <a:ext uri="{FF2B5EF4-FFF2-40B4-BE49-F238E27FC236}">
                <a16:creationId xmlns:a16="http://schemas.microsoft.com/office/drawing/2014/main" id="{5A8B28B0-D635-4FC7-A6E6-3C41F59EC058}"/>
              </a:ext>
            </a:extLst>
          </p:cNvPr>
          <p:cNvSpPr>
            <a:spLocks noGrp="1"/>
          </p:cNvSpPr>
          <p:nvPr/>
        </p:nvSpPr>
        <p:spPr>
          <a:xfrm>
            <a:off x="2095500" y="4859771"/>
            <a:ext cx="74679" cy="121804"/>
          </a:xfrm>
          <a:custGeom>
            <a:avLst/>
            <a:gdLst/>
            <a:ahLst/>
            <a:cxnLst/>
            <a:rect l="0" t="0" r="0" b="0"/>
            <a:pathLst>
              <a:path w="74679" h="121804">
                <a:moveTo>
                  <a:pt x="0" y="121804"/>
                </a:moveTo>
                <a:lnTo>
                  <a:pt x="74679" y="0"/>
                </a:lnTo>
              </a:path>
            </a:pathLst>
          </a:custGeom>
          <a:noFill/>
          <a:ln w="38100">
            <a:solidFill>
              <a:srgbClr val="C4483C"/>
            </a:solidFill>
          </a:ln>
        </p:spPr>
      </p:sp>
      <p:sp>
        <p:nvSpPr>
          <p:cNvPr id="38" name="正方形/長方形 37">
            <a:extLst>
              <a:ext uri="{FF2B5EF4-FFF2-40B4-BE49-F238E27FC236}">
                <a16:creationId xmlns:a16="http://schemas.microsoft.com/office/drawing/2014/main" id="{A9FF33AA-2601-4E78-AA72-350D8CA9FD2A}"/>
              </a:ext>
            </a:extLst>
          </p:cNvPr>
          <p:cNvSpPr>
            <a:spLocks noGrp="1"/>
          </p:cNvSpPr>
          <p:nvPr/>
        </p:nvSpPr>
        <p:spPr>
          <a:xfrm>
            <a:off x="9667875" y="5048250"/>
            <a:ext cx="857250" cy="238125"/>
          </a:xfrm>
          <a:prstGeom prst="rect">
            <a:avLst/>
          </a:prstGeom>
          <a:solidFill>
            <a:srgbClr val="B5BFC7"/>
          </a:solidFill>
          <a:ln w="0">
            <a:noFill/>
          </a:ln>
        </p:spPr>
      </p:sp>
      <p:sp>
        <p:nvSpPr>
          <p:cNvPr id="39" name="フリーフォーム: 図形 38">
            <a:extLst>
              <a:ext uri="{FF2B5EF4-FFF2-40B4-BE49-F238E27FC236}">
                <a16:creationId xmlns:a16="http://schemas.microsoft.com/office/drawing/2014/main" id="{C8F6DEB2-1524-407A-853A-B791FBE52210}"/>
              </a:ext>
            </a:extLst>
          </p:cNvPr>
          <p:cNvSpPr>
            <a:spLocks noGrp="1"/>
          </p:cNvSpPr>
          <p:nvPr/>
        </p:nvSpPr>
        <p:spPr>
          <a:xfrm>
            <a:off x="10096500" y="4476750"/>
            <a:ext cx="9525" cy="504825"/>
          </a:xfrm>
          <a:custGeom>
            <a:avLst/>
            <a:gdLst/>
            <a:ahLst/>
            <a:cxnLst/>
            <a:rect l="0" t="0" r="0" b="0"/>
            <a:pathLst>
              <a:path w="9525" h="504825">
                <a:moveTo>
                  <a:pt x="0" y="0"/>
                </a:moveTo>
                <a:lnTo>
                  <a:pt x="0" y="504825"/>
                </a:lnTo>
              </a:path>
            </a:pathLst>
          </a:custGeom>
          <a:noFill/>
          <a:ln w="38100">
            <a:solidFill>
              <a:srgbClr val="C4483C"/>
            </a:solidFill>
          </a:ln>
        </p:spPr>
      </p:sp>
      <p:sp>
        <p:nvSpPr>
          <p:cNvPr id="40" name="フリーフォーム: 図形 39">
            <a:extLst>
              <a:ext uri="{FF2B5EF4-FFF2-40B4-BE49-F238E27FC236}">
                <a16:creationId xmlns:a16="http://schemas.microsoft.com/office/drawing/2014/main" id="{93AE8C46-3A14-4E0A-80D0-DAEAEFAB8FD2}"/>
              </a:ext>
            </a:extLst>
          </p:cNvPr>
          <p:cNvSpPr>
            <a:spLocks noGrp="1"/>
          </p:cNvSpPr>
          <p:nvPr/>
        </p:nvSpPr>
        <p:spPr>
          <a:xfrm>
            <a:off x="10021821" y="4859771"/>
            <a:ext cx="74679" cy="121804"/>
          </a:xfrm>
          <a:custGeom>
            <a:avLst/>
            <a:gdLst/>
            <a:ahLst/>
            <a:cxnLst/>
            <a:rect l="0" t="0" r="0" b="0"/>
            <a:pathLst>
              <a:path w="74679" h="121804">
                <a:moveTo>
                  <a:pt x="74679" y="121804"/>
                </a:moveTo>
                <a:lnTo>
                  <a:pt x="0" y="0"/>
                </a:lnTo>
              </a:path>
            </a:pathLst>
          </a:custGeom>
          <a:noFill/>
          <a:ln w="38100">
            <a:solidFill>
              <a:srgbClr val="C4483C"/>
            </a:solidFill>
          </a:ln>
        </p:spPr>
      </p:sp>
      <p:sp>
        <p:nvSpPr>
          <p:cNvPr id="41" name="フリーフォーム: 図形 40">
            <a:extLst>
              <a:ext uri="{FF2B5EF4-FFF2-40B4-BE49-F238E27FC236}">
                <a16:creationId xmlns:a16="http://schemas.microsoft.com/office/drawing/2014/main" id="{89DB64AF-C118-4812-A6FC-E3BC071EF94B}"/>
              </a:ext>
            </a:extLst>
          </p:cNvPr>
          <p:cNvSpPr>
            <a:spLocks noGrp="1"/>
          </p:cNvSpPr>
          <p:nvPr/>
        </p:nvSpPr>
        <p:spPr>
          <a:xfrm>
            <a:off x="10096500" y="4859771"/>
            <a:ext cx="74679" cy="121804"/>
          </a:xfrm>
          <a:custGeom>
            <a:avLst/>
            <a:gdLst/>
            <a:ahLst/>
            <a:cxnLst/>
            <a:rect l="0" t="0" r="0" b="0"/>
            <a:pathLst>
              <a:path w="74679" h="121804">
                <a:moveTo>
                  <a:pt x="0" y="121804"/>
                </a:moveTo>
                <a:lnTo>
                  <a:pt x="74679" y="0"/>
                </a:lnTo>
              </a:path>
            </a:pathLst>
          </a:custGeom>
          <a:noFill/>
          <a:ln w="38100">
            <a:solidFill>
              <a:srgbClr val="C4483C"/>
            </a:solidFill>
          </a:ln>
        </p:spPr>
      </p:sp>
      <p:sp>
        <p:nvSpPr>
          <p:cNvPr id="42" name="フリーフォーム: 図形 41">
            <a:extLst>
              <a:ext uri="{FF2B5EF4-FFF2-40B4-BE49-F238E27FC236}">
                <a16:creationId xmlns:a16="http://schemas.microsoft.com/office/drawing/2014/main" id="{80B6E336-665E-4AF9-B95C-D333394F1522}"/>
              </a:ext>
            </a:extLst>
          </p:cNvPr>
          <p:cNvSpPr>
            <a:spLocks noGrp="1"/>
          </p:cNvSpPr>
          <p:nvPr/>
        </p:nvSpPr>
        <p:spPr>
          <a:xfrm>
            <a:off x="1019175" y="5286375"/>
            <a:ext cx="9582150" cy="9525"/>
          </a:xfrm>
          <a:custGeom>
            <a:avLst/>
            <a:gdLst/>
            <a:ahLst/>
            <a:cxnLst/>
            <a:rect l="0" t="0" r="0" b="0"/>
            <a:pathLst>
              <a:path w="9582150" h="9525">
                <a:moveTo>
                  <a:pt x="0" y="0"/>
                </a:moveTo>
                <a:lnTo>
                  <a:pt x="9582150" y="0"/>
                </a:lnTo>
              </a:path>
            </a:pathLst>
          </a:custGeom>
          <a:noFill/>
          <a:ln w="38100">
            <a:solidFill>
              <a:srgbClr val="18364F"/>
            </a:solidFill>
          </a:ln>
        </p:spPr>
      </p:sp>
      <p:sp>
        <p:nvSpPr>
          <p:cNvPr id="43" name="正方形/長方形 42">
            <a:extLst>
              <a:ext uri="{FF2B5EF4-FFF2-40B4-BE49-F238E27FC236}">
                <a16:creationId xmlns:a16="http://schemas.microsoft.com/office/drawing/2014/main" id="{757D1D55-C385-4F56-BC2D-6BAD74403B22}"/>
              </a:ext>
            </a:extLst>
          </p:cNvPr>
          <p:cNvSpPr>
            <a:spLocks noGrp="1"/>
          </p:cNvSpPr>
          <p:nvPr/>
        </p:nvSpPr>
        <p:spPr>
          <a:xfrm>
            <a:off x="838200" y="5362575"/>
            <a:ext cx="10477500" cy="409575"/>
          </a:xfrm>
          <a:prstGeom prst="rect">
            <a:avLst/>
          </a:prstGeom>
          <a:noFill/>
          <a:ln w="0">
            <a:noFill/>
          </a:ln>
        </p:spPr>
        <p:txBody>
          <a:bodyPr lIns="0" tIns="0" rIns="0" bIns="0" anchor="ctr">
            <a:noAutofit/>
          </a:bodyPr>
          <a:lstStyle>
            <a:defPPr>
              <a:defRPr sz="2025" b="1">
                <a:solidFill>
                  <a:srgbClr val="253C4D"/>
                </a:solidFill>
                <a:latin typeface="Yu Gothic"/>
                <a:ea typeface="Yu Gothic"/>
                <a:cs typeface="Yu Gothic"/>
              </a:defRPr>
            </a:defPPr>
            <a:lvl1pPr>
              <a:buNone/>
              <a:defRPr sz="2025" b="1">
                <a:solidFill>
                  <a:srgbClr val="253C4D"/>
                </a:solidFill>
                <a:latin typeface="Yu Gothic"/>
                <a:ea typeface="Yu Gothic"/>
                <a:cs typeface="Yu Gothic"/>
              </a:defRPr>
            </a:lvl1pPr>
            <a:lvl2pPr>
              <a:buNone/>
              <a:defRPr sz="2025" b="1">
                <a:solidFill>
                  <a:srgbClr val="253C4D"/>
                </a:solidFill>
                <a:latin typeface="Yu Gothic"/>
                <a:ea typeface="Yu Gothic"/>
                <a:cs typeface="Yu Gothic"/>
              </a:defRPr>
            </a:lvl2pPr>
            <a:lvl3pPr>
              <a:buNone/>
              <a:defRPr sz="2025" b="1">
                <a:solidFill>
                  <a:srgbClr val="253C4D"/>
                </a:solidFill>
                <a:latin typeface="Yu Gothic"/>
                <a:ea typeface="Yu Gothic"/>
                <a:cs typeface="Yu Gothic"/>
              </a:defRPr>
            </a:lvl3pPr>
            <a:lvl4pPr>
              <a:buNone/>
              <a:defRPr sz="2025" b="1">
                <a:solidFill>
                  <a:srgbClr val="253C4D"/>
                </a:solidFill>
                <a:latin typeface="Yu Gothic"/>
                <a:ea typeface="Yu Gothic"/>
                <a:cs typeface="Yu Gothic"/>
              </a:defRPr>
            </a:lvl4pPr>
            <a:lvl5pPr>
              <a:buNone/>
              <a:defRPr sz="2025" b="1">
                <a:solidFill>
                  <a:srgbClr val="253C4D"/>
                </a:solidFill>
                <a:latin typeface="Yu Gothic"/>
                <a:ea typeface="Yu Gothic"/>
                <a:cs typeface="Yu Gothic"/>
              </a:defRPr>
            </a:lvl5pPr>
            <a:lvl6pPr>
              <a:buNone/>
              <a:defRPr sz="2025" b="1">
                <a:solidFill>
                  <a:srgbClr val="253C4D"/>
                </a:solidFill>
                <a:latin typeface="Yu Gothic"/>
                <a:ea typeface="Yu Gothic"/>
                <a:cs typeface="Yu Gothic"/>
              </a:defRPr>
            </a:lvl6pPr>
            <a:lvl7pPr>
              <a:buNone/>
              <a:defRPr sz="2025" b="1">
                <a:solidFill>
                  <a:srgbClr val="253C4D"/>
                </a:solidFill>
                <a:latin typeface="Yu Gothic"/>
                <a:ea typeface="Yu Gothic"/>
                <a:cs typeface="Yu Gothic"/>
              </a:defRPr>
            </a:lvl7pPr>
            <a:lvl8pPr>
              <a:buNone/>
              <a:defRPr sz="2025" b="1">
                <a:solidFill>
                  <a:srgbClr val="253C4D"/>
                </a:solidFill>
                <a:latin typeface="Yu Gothic"/>
                <a:ea typeface="Yu Gothic"/>
                <a:cs typeface="Yu Gothic"/>
              </a:defRPr>
            </a:lvl8pPr>
            <a:lvl9pPr>
              <a:buNone/>
              <a:defRPr sz="2025" b="1">
                <a:solidFill>
                  <a:srgbClr val="253C4D"/>
                </a:solidFill>
                <a:latin typeface="Yu Gothic"/>
                <a:ea typeface="Yu Gothic"/>
                <a:cs typeface="Yu Gothic"/>
              </a:defRPr>
            </a:lvl9pPr>
          </a:lstStyle>
          <a:p>
            <a:pPr>
              <a:buNone/>
              <a:defRPr sz="2025" b="1">
                <a:solidFill>
                  <a:srgbClr val="253C4D"/>
                </a:solidFill>
                <a:latin typeface="Yu Gothic"/>
                <a:ea typeface="Yu Gothic"/>
                <a:cs typeface="Yu Gothic"/>
              </a:defRPr>
            </a:pPr>
            <a:r>
              <a:rPr sz="2025" b="1">
                <a:solidFill>
                  <a:srgbClr val="253C4D"/>
                </a:solidFill>
                <a:latin typeface="Yu Gothic"/>
                <a:ea typeface="Yu Gothic"/>
                <a:cs typeface="Yu Gothic"/>
              </a:rPr>
              <a:t>複数の部材と接合で、曲面・格子を構成する</a:t>
            </a:r>
          </a:p>
        </p:txBody>
      </p:sp>
      <p:sp>
        <p:nvSpPr>
          <p:cNvPr id="44" name="正方形/長方形 43">
            <a:extLst>
              <a:ext uri="{FF2B5EF4-FFF2-40B4-BE49-F238E27FC236}">
                <a16:creationId xmlns:a16="http://schemas.microsoft.com/office/drawing/2014/main" id="{8A4F4323-47CC-4B61-B6A7-9F444A9AF20F}"/>
              </a:ext>
            </a:extLst>
          </p:cNvPr>
          <p:cNvSpPr>
            <a:spLocks noGrp="1"/>
          </p:cNvSpPr>
          <p:nvPr/>
        </p:nvSpPr>
        <p:spPr>
          <a:xfrm>
            <a:off x="838200" y="5867400"/>
            <a:ext cx="10477500" cy="400050"/>
          </a:xfrm>
          <a:prstGeom prst="rect">
            <a:avLst/>
          </a:prstGeom>
          <a:noFill/>
          <a:ln w="0">
            <a:noFill/>
          </a:ln>
        </p:spPr>
        <p:txBody>
          <a:bodyPr lIns="0" tIns="0" rIns="0" bIns="0" anchor="ctr">
            <a:noAutofit/>
          </a:bodyPr>
          <a:lstStyle>
            <a:defPPr>
              <a:defRPr sz="1425" b="1">
                <a:solidFill>
                  <a:srgbClr val="087E8B"/>
                </a:solidFill>
                <a:latin typeface="Yu Gothic"/>
                <a:ea typeface="Yu Gothic"/>
                <a:cs typeface="Yu Gothic"/>
              </a:defRPr>
            </a:defPPr>
            <a:lvl1pPr>
              <a:buNone/>
              <a:defRPr sz="1425" b="1">
                <a:solidFill>
                  <a:srgbClr val="087E8B"/>
                </a:solidFill>
                <a:latin typeface="Yu Gothic"/>
                <a:ea typeface="Yu Gothic"/>
                <a:cs typeface="Yu Gothic"/>
              </a:defRPr>
            </a:lvl1pPr>
            <a:lvl2pPr>
              <a:buNone/>
              <a:defRPr sz="1425" b="1">
                <a:solidFill>
                  <a:srgbClr val="087E8B"/>
                </a:solidFill>
                <a:latin typeface="Yu Gothic"/>
                <a:ea typeface="Yu Gothic"/>
                <a:cs typeface="Yu Gothic"/>
              </a:defRPr>
            </a:lvl2pPr>
            <a:lvl3pPr>
              <a:buNone/>
              <a:defRPr sz="1425" b="1">
                <a:solidFill>
                  <a:srgbClr val="087E8B"/>
                </a:solidFill>
                <a:latin typeface="Yu Gothic"/>
                <a:ea typeface="Yu Gothic"/>
                <a:cs typeface="Yu Gothic"/>
              </a:defRPr>
            </a:lvl3pPr>
            <a:lvl4pPr>
              <a:buNone/>
              <a:defRPr sz="1425" b="1">
                <a:solidFill>
                  <a:srgbClr val="087E8B"/>
                </a:solidFill>
                <a:latin typeface="Yu Gothic"/>
                <a:ea typeface="Yu Gothic"/>
                <a:cs typeface="Yu Gothic"/>
              </a:defRPr>
            </a:lvl4pPr>
            <a:lvl5pPr>
              <a:buNone/>
              <a:defRPr sz="1425" b="1">
                <a:solidFill>
                  <a:srgbClr val="087E8B"/>
                </a:solidFill>
                <a:latin typeface="Yu Gothic"/>
                <a:ea typeface="Yu Gothic"/>
                <a:cs typeface="Yu Gothic"/>
              </a:defRPr>
            </a:lvl5pPr>
            <a:lvl6pPr>
              <a:buNone/>
              <a:defRPr sz="1425" b="1">
                <a:solidFill>
                  <a:srgbClr val="087E8B"/>
                </a:solidFill>
                <a:latin typeface="Yu Gothic"/>
                <a:ea typeface="Yu Gothic"/>
                <a:cs typeface="Yu Gothic"/>
              </a:defRPr>
            </a:lvl6pPr>
            <a:lvl7pPr>
              <a:buNone/>
              <a:defRPr sz="1425" b="1">
                <a:solidFill>
                  <a:srgbClr val="087E8B"/>
                </a:solidFill>
                <a:latin typeface="Yu Gothic"/>
                <a:ea typeface="Yu Gothic"/>
                <a:cs typeface="Yu Gothic"/>
              </a:defRPr>
            </a:lvl7pPr>
            <a:lvl8pPr>
              <a:buNone/>
              <a:defRPr sz="1425" b="1">
                <a:solidFill>
                  <a:srgbClr val="087E8B"/>
                </a:solidFill>
                <a:latin typeface="Yu Gothic"/>
                <a:ea typeface="Yu Gothic"/>
                <a:cs typeface="Yu Gothic"/>
              </a:defRPr>
            </a:lvl8pPr>
            <a:lvl9pPr>
              <a:buNone/>
              <a:defRPr sz="1425" b="1">
                <a:solidFill>
                  <a:srgbClr val="087E8B"/>
                </a:solidFill>
                <a:latin typeface="Yu Gothic"/>
                <a:ea typeface="Yu Gothic"/>
                <a:cs typeface="Yu Gothic"/>
              </a:defRPr>
            </a:lvl9pPr>
          </a:lstStyle>
          <a:p>
            <a:pPr>
              <a:buNone/>
              <a:defRPr sz="1425" b="1">
                <a:solidFill>
                  <a:srgbClr val="087E8B"/>
                </a:solidFill>
                <a:latin typeface="Yu Gothic"/>
                <a:ea typeface="Yu Gothic"/>
                <a:cs typeface="Yu Gothic"/>
              </a:defRPr>
            </a:pPr>
            <a:r>
              <a:rPr sz="1425" b="1">
                <a:solidFill>
                  <a:srgbClr val="087E8B"/>
                </a:solidFill>
                <a:latin typeface="Yu Gothic"/>
                <a:ea typeface="Yu Gothic"/>
                <a:cs typeface="Yu Gothic"/>
              </a:rPr>
              <a:t>格子屋根と支持の概念図。実建物の構造図・応力図ではない。</a:t>
            </a:r>
          </a:p>
        </p:txBody>
      </p:sp>
    </p:spTree>
    <p:extLst>
      <p:ext uri="{BB962C8B-B14F-4D97-AF65-F5344CB8AC3E}">
        <p14:creationId xmlns:p14="http://schemas.microsoft.com/office/powerpoint/2010/main" val="326608737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正方形/長方形 8">
            <a:extLst>
              <a:ext uri="{FF2B5EF4-FFF2-40B4-BE49-F238E27FC236}">
                <a16:creationId xmlns:a16="http://schemas.microsoft.com/office/drawing/2014/main" id="{590C6597-8432-4406-A25B-31D085656967}"/>
              </a:ext>
            </a:extLst>
          </p:cNvPr>
          <p:cNvSpPr>
            <a:spLocks noGrp="1"/>
          </p:cNvSpPr>
          <p:nvPr/>
        </p:nvSpPr>
        <p:spPr>
          <a:xfrm>
            <a:off x="685800" y="342900"/>
            <a:ext cx="10820400" cy="666750"/>
          </a:xfrm>
          <a:prstGeom prst="rect">
            <a:avLst/>
          </a:prstGeom>
          <a:noFill/>
          <a:ln w="0">
            <a:noFill/>
          </a:ln>
        </p:spPr>
        <p:txBody>
          <a:bodyPr lIns="0" tIns="0" rIns="0" bIns="0" anchor="ctr">
            <a:noAutofit/>
          </a:bodyPr>
          <a:lstStyle>
            <a:defPPr>
              <a:defRPr sz="3000" b="1">
                <a:solidFill>
                  <a:srgbClr val="18364F"/>
                </a:solidFill>
                <a:latin typeface="Yu Gothic"/>
                <a:ea typeface="Yu Gothic"/>
                <a:cs typeface="Yu Gothic"/>
              </a:defRPr>
            </a:defPPr>
            <a:lvl1pPr>
              <a:buNone/>
              <a:defRPr sz="3000" b="1">
                <a:solidFill>
                  <a:srgbClr val="18364F"/>
                </a:solidFill>
                <a:latin typeface="Yu Gothic"/>
                <a:ea typeface="Yu Gothic"/>
                <a:cs typeface="Yu Gothic"/>
              </a:defRPr>
            </a:lvl1pPr>
            <a:lvl2pPr>
              <a:buNone/>
              <a:defRPr sz="3000" b="1">
                <a:solidFill>
                  <a:srgbClr val="18364F"/>
                </a:solidFill>
                <a:latin typeface="Yu Gothic"/>
                <a:ea typeface="Yu Gothic"/>
                <a:cs typeface="Yu Gothic"/>
              </a:defRPr>
            </a:lvl2pPr>
            <a:lvl3pPr>
              <a:buNone/>
              <a:defRPr sz="3000" b="1">
                <a:solidFill>
                  <a:srgbClr val="18364F"/>
                </a:solidFill>
                <a:latin typeface="Yu Gothic"/>
                <a:ea typeface="Yu Gothic"/>
                <a:cs typeface="Yu Gothic"/>
              </a:defRPr>
            </a:lvl3pPr>
            <a:lvl4pPr>
              <a:buNone/>
              <a:defRPr sz="3000" b="1">
                <a:solidFill>
                  <a:srgbClr val="18364F"/>
                </a:solidFill>
                <a:latin typeface="Yu Gothic"/>
                <a:ea typeface="Yu Gothic"/>
                <a:cs typeface="Yu Gothic"/>
              </a:defRPr>
            </a:lvl4pPr>
            <a:lvl5pPr>
              <a:buNone/>
              <a:defRPr sz="3000" b="1">
                <a:solidFill>
                  <a:srgbClr val="18364F"/>
                </a:solidFill>
                <a:latin typeface="Yu Gothic"/>
                <a:ea typeface="Yu Gothic"/>
                <a:cs typeface="Yu Gothic"/>
              </a:defRPr>
            </a:lvl5pPr>
            <a:lvl6pPr>
              <a:buNone/>
              <a:defRPr sz="3000" b="1">
                <a:solidFill>
                  <a:srgbClr val="18364F"/>
                </a:solidFill>
                <a:latin typeface="Yu Gothic"/>
                <a:ea typeface="Yu Gothic"/>
                <a:cs typeface="Yu Gothic"/>
              </a:defRPr>
            </a:lvl6pPr>
            <a:lvl7pPr>
              <a:buNone/>
              <a:defRPr sz="3000" b="1">
                <a:solidFill>
                  <a:srgbClr val="18364F"/>
                </a:solidFill>
                <a:latin typeface="Yu Gothic"/>
                <a:ea typeface="Yu Gothic"/>
                <a:cs typeface="Yu Gothic"/>
              </a:defRPr>
            </a:lvl7pPr>
            <a:lvl8pPr>
              <a:buNone/>
              <a:defRPr sz="3000" b="1">
                <a:solidFill>
                  <a:srgbClr val="18364F"/>
                </a:solidFill>
                <a:latin typeface="Yu Gothic"/>
                <a:ea typeface="Yu Gothic"/>
                <a:cs typeface="Yu Gothic"/>
              </a:defRPr>
            </a:lvl8pPr>
            <a:lvl9pPr>
              <a:buNone/>
              <a:defRPr sz="3000" b="1">
                <a:solidFill>
                  <a:srgbClr val="18364F"/>
                </a:solidFill>
                <a:latin typeface="Yu Gothic"/>
                <a:ea typeface="Yu Gothic"/>
                <a:cs typeface="Yu Gothic"/>
              </a:defRPr>
            </a:lvl9pPr>
          </a:lstStyle>
          <a:p>
            <a:pPr>
              <a:buNone/>
              <a:defRPr sz="3000" b="1">
                <a:solidFill>
                  <a:srgbClr val="18364F"/>
                </a:solidFill>
                <a:latin typeface="Yu Gothic"/>
                <a:ea typeface="Yu Gothic"/>
                <a:cs typeface="Yu Gothic"/>
              </a:defRPr>
            </a:pPr>
            <a:r>
              <a:rPr sz="3000" b="1">
                <a:solidFill>
                  <a:srgbClr val="18364F"/>
                </a:solidFill>
                <a:latin typeface="Yu Gothic"/>
                <a:ea typeface="Yu Gothic"/>
                <a:cs typeface="Yu Gothic"/>
              </a:rPr>
              <a:t>実例② Brock Commons：18階の複合構造</a:t>
            </a:r>
          </a:p>
        </p:txBody>
      </p:sp>
      <p:sp>
        <p:nvSpPr>
          <p:cNvPr id="2" name="正方形/長方形 1">
            <a:extLst>
              <a:ext uri="{FF2B5EF4-FFF2-40B4-BE49-F238E27FC236}">
                <a16:creationId xmlns:a16="http://schemas.microsoft.com/office/drawing/2014/main" id="{294BD775-ECB4-46E2-866D-3F1C9F98F82D}"/>
              </a:ext>
            </a:extLst>
          </p:cNvPr>
          <p:cNvSpPr>
            <a:spLocks noGrp="1"/>
          </p:cNvSpPr>
          <p:nvPr/>
        </p:nvSpPr>
        <p:spPr>
          <a:xfrm>
            <a:off x="685800" y="1181100"/>
            <a:ext cx="10820400" cy="19050"/>
          </a:xfrm>
          <a:prstGeom prst="rect">
            <a:avLst/>
          </a:prstGeom>
          <a:solidFill>
            <a:srgbClr val="18364F"/>
          </a:solidFill>
          <a:ln w="0">
            <a:noFill/>
          </a:ln>
        </p:spPr>
      </p:sp>
      <p:sp>
        <p:nvSpPr>
          <p:cNvPr id="3" name="正方形/長方形 2">
            <a:extLst>
              <a:ext uri="{FF2B5EF4-FFF2-40B4-BE49-F238E27FC236}">
                <a16:creationId xmlns:a16="http://schemas.microsoft.com/office/drawing/2014/main" id="{6F3C7206-53C2-4459-B379-0C5DCF575224}"/>
              </a:ext>
            </a:extLst>
          </p:cNvPr>
          <p:cNvSpPr>
            <a:spLocks noGrp="1"/>
          </p:cNvSpPr>
          <p:nvPr/>
        </p:nvSpPr>
        <p:spPr>
          <a:xfrm>
            <a:off x="685800" y="6419850"/>
            <a:ext cx="9334500" cy="257175"/>
          </a:xfrm>
          <a:prstGeom prst="rect">
            <a:avLst/>
          </a:prstGeom>
          <a:noFill/>
          <a:ln w="0">
            <a:noFill/>
          </a:ln>
        </p:spPr>
        <p:txBody>
          <a:bodyPr lIns="0" tIns="0" rIns="0" bIns="0" anchor="ctr">
            <a:noAutofit/>
          </a:bodyPr>
          <a:lstStyle>
            <a:defPPr>
              <a:defRPr sz="1425" b="0">
                <a:solidFill>
                  <a:srgbClr val="596875"/>
                </a:solidFill>
                <a:latin typeface="Yu Gothic"/>
                <a:ea typeface="Yu Gothic"/>
                <a:cs typeface="Yu Gothic"/>
              </a:defRPr>
            </a:defPPr>
            <a:lvl1pPr>
              <a:buNone/>
              <a:defRPr sz="1425" b="0">
                <a:solidFill>
                  <a:srgbClr val="596875"/>
                </a:solidFill>
                <a:latin typeface="Yu Gothic"/>
                <a:ea typeface="Yu Gothic"/>
                <a:cs typeface="Yu Gothic"/>
              </a:defRPr>
            </a:lvl1pPr>
            <a:lvl2pPr>
              <a:buNone/>
              <a:defRPr sz="1425" b="0">
                <a:solidFill>
                  <a:srgbClr val="596875"/>
                </a:solidFill>
                <a:latin typeface="Yu Gothic"/>
                <a:ea typeface="Yu Gothic"/>
                <a:cs typeface="Yu Gothic"/>
              </a:defRPr>
            </a:lvl2pPr>
            <a:lvl3pPr>
              <a:buNone/>
              <a:defRPr sz="1425" b="0">
                <a:solidFill>
                  <a:srgbClr val="596875"/>
                </a:solidFill>
                <a:latin typeface="Yu Gothic"/>
                <a:ea typeface="Yu Gothic"/>
                <a:cs typeface="Yu Gothic"/>
              </a:defRPr>
            </a:lvl3pPr>
            <a:lvl4pPr>
              <a:buNone/>
              <a:defRPr sz="1425" b="0">
                <a:solidFill>
                  <a:srgbClr val="596875"/>
                </a:solidFill>
                <a:latin typeface="Yu Gothic"/>
                <a:ea typeface="Yu Gothic"/>
                <a:cs typeface="Yu Gothic"/>
              </a:defRPr>
            </a:lvl4pPr>
            <a:lvl5pPr>
              <a:buNone/>
              <a:defRPr sz="1425" b="0">
                <a:solidFill>
                  <a:srgbClr val="596875"/>
                </a:solidFill>
                <a:latin typeface="Yu Gothic"/>
                <a:ea typeface="Yu Gothic"/>
                <a:cs typeface="Yu Gothic"/>
              </a:defRPr>
            </a:lvl5pPr>
            <a:lvl6pPr>
              <a:buNone/>
              <a:defRPr sz="1425" b="0">
                <a:solidFill>
                  <a:srgbClr val="596875"/>
                </a:solidFill>
                <a:latin typeface="Yu Gothic"/>
                <a:ea typeface="Yu Gothic"/>
                <a:cs typeface="Yu Gothic"/>
              </a:defRPr>
            </a:lvl6pPr>
            <a:lvl7pPr>
              <a:buNone/>
              <a:defRPr sz="1425" b="0">
                <a:solidFill>
                  <a:srgbClr val="596875"/>
                </a:solidFill>
                <a:latin typeface="Yu Gothic"/>
                <a:ea typeface="Yu Gothic"/>
                <a:cs typeface="Yu Gothic"/>
              </a:defRPr>
            </a:lvl7pPr>
            <a:lvl8pPr>
              <a:buNone/>
              <a:defRPr sz="1425" b="0">
                <a:solidFill>
                  <a:srgbClr val="596875"/>
                </a:solidFill>
                <a:latin typeface="Yu Gothic"/>
                <a:ea typeface="Yu Gothic"/>
                <a:cs typeface="Yu Gothic"/>
              </a:defRPr>
            </a:lvl8pPr>
            <a:lvl9pPr>
              <a:buNone/>
              <a:defRPr sz="1425" b="0">
                <a:solidFill>
                  <a:srgbClr val="596875"/>
                </a:solidFill>
                <a:latin typeface="Yu Gothic"/>
                <a:ea typeface="Yu Gothic"/>
                <a:cs typeface="Yu Gothic"/>
              </a:defRPr>
            </a:lvl9pPr>
          </a:lstStyle>
          <a:p>
            <a:pPr>
              <a:buNone/>
              <a:defRPr sz="1425" b="0">
                <a:solidFill>
                  <a:srgbClr val="596875"/>
                </a:solidFill>
                <a:latin typeface="Yu Gothic"/>
                <a:ea typeface="Yu Gothic"/>
                <a:cs typeface="Yu Gothic"/>
              </a:defRPr>
            </a:pPr>
            <a:r>
              <a:rPr lang="ja-JP" altLang="en-US" sz="1425" b="0">
                <a:solidFill>
                  <a:srgbClr val="596875"/>
                </a:solidFill>
                <a:latin typeface="Yu Gothic"/>
                <a:ea typeface="Yu Gothic"/>
                <a:cs typeface="Yu Gothic"/>
              </a:rPr>
              <a:t>木材及び木質材料学　新第</a:t>
            </a:r>
            <a:r>
              <a:rPr lang="en-US" altLang="ja-JP" sz="1425" b="0">
                <a:solidFill>
                  <a:srgbClr val="596875"/>
                </a:solidFill>
                <a:latin typeface="Yu Gothic"/>
                <a:ea typeface="Yu Gothic"/>
                <a:cs typeface="Yu Gothic"/>
              </a:rPr>
              <a:t>14</a:t>
            </a:r>
            <a:r>
              <a:rPr lang="ja-JP" altLang="en-US" sz="1425" b="0">
                <a:solidFill>
                  <a:srgbClr val="596875"/>
                </a:solidFill>
                <a:latin typeface="Yu Gothic"/>
                <a:ea typeface="Yu Gothic"/>
                <a:cs typeface="Yu Gothic"/>
              </a:rPr>
              <a:t>回　構造・燃焼</a:t>
            </a:r>
            <a:endParaRPr sz="1425" b="0">
              <a:solidFill>
                <a:srgbClr val="596875"/>
              </a:solidFill>
              <a:latin typeface="Yu Gothic"/>
              <a:ea typeface="Yu Gothic"/>
              <a:cs typeface="Yu Gothic"/>
            </a:endParaRPr>
          </a:p>
        </p:txBody>
      </p:sp>
      <p:sp>
        <p:nvSpPr>
          <p:cNvPr id="4" name="正方形/長方形 3">
            <a:extLst>
              <a:ext uri="{FF2B5EF4-FFF2-40B4-BE49-F238E27FC236}">
                <a16:creationId xmlns:a16="http://schemas.microsoft.com/office/drawing/2014/main" id="{7FCF6E61-36B3-4BBF-976D-FB0537947362}"/>
              </a:ext>
            </a:extLst>
          </p:cNvPr>
          <p:cNvSpPr>
            <a:spLocks noGrp="1"/>
          </p:cNvSpPr>
          <p:nvPr/>
        </p:nvSpPr>
        <p:spPr>
          <a:xfrm>
            <a:off x="10763250" y="6419850"/>
            <a:ext cx="742950" cy="257175"/>
          </a:xfrm>
          <a:prstGeom prst="rect">
            <a:avLst/>
          </a:prstGeom>
          <a:noFill/>
          <a:ln w="0">
            <a:noFill/>
          </a:ln>
        </p:spPr>
        <p:txBody>
          <a:bodyPr lIns="0" tIns="0" rIns="0" bIns="0" anchor="ctr">
            <a:noAutofit/>
          </a:bodyPr>
          <a:lstStyle>
            <a:defPPr>
              <a:defRPr sz="1425" b="0">
                <a:solidFill>
                  <a:srgbClr val="596875"/>
                </a:solidFill>
                <a:latin typeface="Yu Gothic"/>
                <a:ea typeface="Yu Gothic"/>
                <a:cs typeface="Yu Gothic"/>
              </a:defRPr>
            </a:defPPr>
            <a:lvl1pPr>
              <a:buNone/>
              <a:defRPr sz="1425" b="0">
                <a:solidFill>
                  <a:srgbClr val="596875"/>
                </a:solidFill>
                <a:latin typeface="Yu Gothic"/>
                <a:ea typeface="Yu Gothic"/>
                <a:cs typeface="Yu Gothic"/>
              </a:defRPr>
            </a:lvl1pPr>
            <a:lvl2pPr>
              <a:buNone/>
              <a:defRPr sz="1425" b="0">
                <a:solidFill>
                  <a:srgbClr val="596875"/>
                </a:solidFill>
                <a:latin typeface="Yu Gothic"/>
                <a:ea typeface="Yu Gothic"/>
                <a:cs typeface="Yu Gothic"/>
              </a:defRPr>
            </a:lvl2pPr>
            <a:lvl3pPr>
              <a:buNone/>
              <a:defRPr sz="1425" b="0">
                <a:solidFill>
                  <a:srgbClr val="596875"/>
                </a:solidFill>
                <a:latin typeface="Yu Gothic"/>
                <a:ea typeface="Yu Gothic"/>
                <a:cs typeface="Yu Gothic"/>
              </a:defRPr>
            </a:lvl3pPr>
            <a:lvl4pPr>
              <a:buNone/>
              <a:defRPr sz="1425" b="0">
                <a:solidFill>
                  <a:srgbClr val="596875"/>
                </a:solidFill>
                <a:latin typeface="Yu Gothic"/>
                <a:ea typeface="Yu Gothic"/>
                <a:cs typeface="Yu Gothic"/>
              </a:defRPr>
            </a:lvl4pPr>
            <a:lvl5pPr>
              <a:buNone/>
              <a:defRPr sz="1425" b="0">
                <a:solidFill>
                  <a:srgbClr val="596875"/>
                </a:solidFill>
                <a:latin typeface="Yu Gothic"/>
                <a:ea typeface="Yu Gothic"/>
                <a:cs typeface="Yu Gothic"/>
              </a:defRPr>
            </a:lvl5pPr>
            <a:lvl6pPr>
              <a:buNone/>
              <a:defRPr sz="1425" b="0">
                <a:solidFill>
                  <a:srgbClr val="596875"/>
                </a:solidFill>
                <a:latin typeface="Yu Gothic"/>
                <a:ea typeface="Yu Gothic"/>
                <a:cs typeface="Yu Gothic"/>
              </a:defRPr>
            </a:lvl6pPr>
            <a:lvl7pPr>
              <a:buNone/>
              <a:defRPr sz="1425" b="0">
                <a:solidFill>
                  <a:srgbClr val="596875"/>
                </a:solidFill>
                <a:latin typeface="Yu Gothic"/>
                <a:ea typeface="Yu Gothic"/>
                <a:cs typeface="Yu Gothic"/>
              </a:defRPr>
            </a:lvl7pPr>
            <a:lvl8pPr>
              <a:buNone/>
              <a:defRPr sz="1425" b="0">
                <a:solidFill>
                  <a:srgbClr val="596875"/>
                </a:solidFill>
                <a:latin typeface="Yu Gothic"/>
                <a:ea typeface="Yu Gothic"/>
                <a:cs typeface="Yu Gothic"/>
              </a:defRPr>
            </a:lvl8pPr>
            <a:lvl9pPr>
              <a:buNone/>
              <a:defRPr sz="1425" b="0">
                <a:solidFill>
                  <a:srgbClr val="596875"/>
                </a:solidFill>
                <a:latin typeface="Yu Gothic"/>
                <a:ea typeface="Yu Gothic"/>
                <a:cs typeface="Yu Gothic"/>
              </a:defRPr>
            </a:lvl9pPr>
          </a:lstStyle>
          <a:p>
            <a:pPr>
              <a:buNone/>
              <a:defRPr sz="1425" b="0">
                <a:solidFill>
                  <a:srgbClr val="596875"/>
                </a:solidFill>
                <a:latin typeface="Yu Gothic"/>
                <a:ea typeface="Yu Gothic"/>
                <a:cs typeface="Yu Gothic"/>
              </a:defRPr>
            </a:pPr>
            <a:r>
              <a:rPr lang="en-US" altLang="ja-JP" sz="1425" b="0">
                <a:solidFill>
                  <a:srgbClr val="596875"/>
                </a:solidFill>
                <a:latin typeface="Yu Gothic"/>
                <a:ea typeface="Yu Gothic"/>
                <a:cs typeface="Yu Gothic"/>
              </a:rPr>
              <a:t>18</a:t>
            </a:r>
            <a:endParaRPr sz="1425" b="0">
              <a:solidFill>
                <a:srgbClr val="596875"/>
              </a:solidFill>
              <a:latin typeface="Yu Gothic"/>
              <a:ea typeface="Yu Gothic"/>
              <a:cs typeface="Yu Gothic"/>
            </a:endParaRPr>
          </a:p>
        </p:txBody>
      </p:sp>
      <p:sp>
        <p:nvSpPr>
          <p:cNvPr id="5" name="正方形/長方形 4">
            <a:extLst>
              <a:ext uri="{FF2B5EF4-FFF2-40B4-BE49-F238E27FC236}">
                <a16:creationId xmlns:a16="http://schemas.microsoft.com/office/drawing/2014/main" id="{61C6499C-13B9-4B96-94F8-13D3B0A03164}"/>
              </a:ext>
            </a:extLst>
          </p:cNvPr>
          <p:cNvSpPr>
            <a:spLocks noGrp="1"/>
          </p:cNvSpPr>
          <p:nvPr/>
        </p:nvSpPr>
        <p:spPr>
          <a:xfrm>
            <a:off x="838200" y="1466850"/>
            <a:ext cx="10477500" cy="581025"/>
          </a:xfrm>
          <a:prstGeom prst="rect">
            <a:avLst/>
          </a:prstGeom>
          <a:noFill/>
          <a:ln w="0">
            <a:noFill/>
          </a:ln>
        </p:spPr>
        <p:txBody>
          <a:bodyPr lIns="0" tIns="0" rIns="0" bIns="0" anchor="ctr">
            <a:noAutofit/>
          </a:bodyPr>
          <a:lstStyle>
            <a:defPPr>
              <a:defRPr sz="2550" b="1">
                <a:solidFill>
                  <a:srgbClr val="253C4D"/>
                </a:solidFill>
                <a:latin typeface="Yu Gothic"/>
                <a:ea typeface="Yu Gothic"/>
                <a:cs typeface="Yu Gothic"/>
              </a:defRPr>
            </a:defPPr>
            <a:lvl1pPr>
              <a:buNone/>
              <a:defRPr sz="2550" b="1">
                <a:solidFill>
                  <a:srgbClr val="253C4D"/>
                </a:solidFill>
                <a:latin typeface="Yu Gothic"/>
                <a:ea typeface="Yu Gothic"/>
                <a:cs typeface="Yu Gothic"/>
              </a:defRPr>
            </a:lvl1pPr>
            <a:lvl2pPr>
              <a:buNone/>
              <a:defRPr sz="2550" b="1">
                <a:solidFill>
                  <a:srgbClr val="253C4D"/>
                </a:solidFill>
                <a:latin typeface="Yu Gothic"/>
                <a:ea typeface="Yu Gothic"/>
                <a:cs typeface="Yu Gothic"/>
              </a:defRPr>
            </a:lvl2pPr>
            <a:lvl3pPr>
              <a:buNone/>
              <a:defRPr sz="2550" b="1">
                <a:solidFill>
                  <a:srgbClr val="253C4D"/>
                </a:solidFill>
                <a:latin typeface="Yu Gothic"/>
                <a:ea typeface="Yu Gothic"/>
                <a:cs typeface="Yu Gothic"/>
              </a:defRPr>
            </a:lvl3pPr>
            <a:lvl4pPr>
              <a:buNone/>
              <a:defRPr sz="2550" b="1">
                <a:solidFill>
                  <a:srgbClr val="253C4D"/>
                </a:solidFill>
                <a:latin typeface="Yu Gothic"/>
                <a:ea typeface="Yu Gothic"/>
                <a:cs typeface="Yu Gothic"/>
              </a:defRPr>
            </a:lvl4pPr>
            <a:lvl5pPr>
              <a:buNone/>
              <a:defRPr sz="2550" b="1">
                <a:solidFill>
                  <a:srgbClr val="253C4D"/>
                </a:solidFill>
                <a:latin typeface="Yu Gothic"/>
                <a:ea typeface="Yu Gothic"/>
                <a:cs typeface="Yu Gothic"/>
              </a:defRPr>
            </a:lvl5pPr>
            <a:lvl6pPr>
              <a:buNone/>
              <a:defRPr sz="2550" b="1">
                <a:solidFill>
                  <a:srgbClr val="253C4D"/>
                </a:solidFill>
                <a:latin typeface="Yu Gothic"/>
                <a:ea typeface="Yu Gothic"/>
                <a:cs typeface="Yu Gothic"/>
              </a:defRPr>
            </a:lvl6pPr>
            <a:lvl7pPr>
              <a:buNone/>
              <a:defRPr sz="2550" b="1">
                <a:solidFill>
                  <a:srgbClr val="253C4D"/>
                </a:solidFill>
                <a:latin typeface="Yu Gothic"/>
                <a:ea typeface="Yu Gothic"/>
                <a:cs typeface="Yu Gothic"/>
              </a:defRPr>
            </a:lvl7pPr>
            <a:lvl8pPr>
              <a:buNone/>
              <a:defRPr sz="2550" b="1">
                <a:solidFill>
                  <a:srgbClr val="253C4D"/>
                </a:solidFill>
                <a:latin typeface="Yu Gothic"/>
                <a:ea typeface="Yu Gothic"/>
                <a:cs typeface="Yu Gothic"/>
              </a:defRPr>
            </a:lvl8pPr>
            <a:lvl9pPr>
              <a:buNone/>
              <a:defRPr sz="2550" b="1">
                <a:solidFill>
                  <a:srgbClr val="253C4D"/>
                </a:solidFill>
                <a:latin typeface="Yu Gothic"/>
                <a:ea typeface="Yu Gothic"/>
                <a:cs typeface="Yu Gothic"/>
              </a:defRPr>
            </a:lvl9pPr>
          </a:lstStyle>
          <a:p>
            <a:pPr>
              <a:buNone/>
              <a:defRPr sz="2550" b="1">
                <a:solidFill>
                  <a:srgbClr val="253C4D"/>
                </a:solidFill>
                <a:latin typeface="Yu Gothic"/>
                <a:ea typeface="Yu Gothic"/>
                <a:cs typeface="Yu Gothic"/>
              </a:defRPr>
            </a:pPr>
            <a:r>
              <a:rPr sz="2550" b="1">
                <a:solidFill>
                  <a:srgbClr val="253C4D"/>
                </a:solidFill>
                <a:latin typeface="Yu Gothic"/>
                <a:ea typeface="Yu Gothic"/>
                <a:cs typeface="Yu Gothic"/>
              </a:rPr>
              <a:t>UBC（カナダ）／18階の学生寮</a:t>
            </a:r>
          </a:p>
        </p:txBody>
      </p:sp>
      <p:sp>
        <p:nvSpPr>
          <p:cNvPr id="6" name="正方形/長方形 5">
            <a:extLst>
              <a:ext uri="{FF2B5EF4-FFF2-40B4-BE49-F238E27FC236}">
                <a16:creationId xmlns:a16="http://schemas.microsoft.com/office/drawing/2014/main" id="{643D8D04-5845-4814-9A11-8DFEDE9B9EC6}"/>
              </a:ext>
            </a:extLst>
          </p:cNvPr>
          <p:cNvSpPr>
            <a:spLocks noGrp="1"/>
          </p:cNvSpPr>
          <p:nvPr/>
        </p:nvSpPr>
        <p:spPr>
          <a:xfrm>
            <a:off x="838200" y="2219325"/>
            <a:ext cx="10477500" cy="590550"/>
          </a:xfrm>
          <a:prstGeom prst="rect">
            <a:avLst/>
          </a:prstGeom>
          <a:noFill/>
          <a:ln w="0">
            <a:noFill/>
          </a:ln>
        </p:spPr>
        <p:txBody>
          <a:bodyPr lIns="0" tIns="0" rIns="0" bIns="0" anchor="ctr">
            <a:noAutofit/>
          </a:bodyPr>
          <a:lstStyle>
            <a:defPPr>
              <a:defRPr sz="2325" b="1">
                <a:solidFill>
                  <a:srgbClr val="087E8B"/>
                </a:solidFill>
                <a:latin typeface="Yu Gothic"/>
                <a:ea typeface="Yu Gothic"/>
                <a:cs typeface="Yu Gothic"/>
              </a:defRPr>
            </a:defPPr>
            <a:lvl1pPr>
              <a:buNone/>
              <a:defRPr sz="2325" b="1">
                <a:solidFill>
                  <a:srgbClr val="087E8B"/>
                </a:solidFill>
                <a:latin typeface="Yu Gothic"/>
                <a:ea typeface="Yu Gothic"/>
                <a:cs typeface="Yu Gothic"/>
              </a:defRPr>
            </a:lvl1pPr>
            <a:lvl2pPr>
              <a:buNone/>
              <a:defRPr sz="2325" b="1">
                <a:solidFill>
                  <a:srgbClr val="087E8B"/>
                </a:solidFill>
                <a:latin typeface="Yu Gothic"/>
                <a:ea typeface="Yu Gothic"/>
                <a:cs typeface="Yu Gothic"/>
              </a:defRPr>
            </a:lvl2pPr>
            <a:lvl3pPr>
              <a:buNone/>
              <a:defRPr sz="2325" b="1">
                <a:solidFill>
                  <a:srgbClr val="087E8B"/>
                </a:solidFill>
                <a:latin typeface="Yu Gothic"/>
                <a:ea typeface="Yu Gothic"/>
                <a:cs typeface="Yu Gothic"/>
              </a:defRPr>
            </a:lvl3pPr>
            <a:lvl4pPr>
              <a:buNone/>
              <a:defRPr sz="2325" b="1">
                <a:solidFill>
                  <a:srgbClr val="087E8B"/>
                </a:solidFill>
                <a:latin typeface="Yu Gothic"/>
                <a:ea typeface="Yu Gothic"/>
                <a:cs typeface="Yu Gothic"/>
              </a:defRPr>
            </a:lvl4pPr>
            <a:lvl5pPr>
              <a:buNone/>
              <a:defRPr sz="2325" b="1">
                <a:solidFill>
                  <a:srgbClr val="087E8B"/>
                </a:solidFill>
                <a:latin typeface="Yu Gothic"/>
                <a:ea typeface="Yu Gothic"/>
                <a:cs typeface="Yu Gothic"/>
              </a:defRPr>
            </a:lvl5pPr>
            <a:lvl6pPr>
              <a:buNone/>
              <a:defRPr sz="2325" b="1">
                <a:solidFill>
                  <a:srgbClr val="087E8B"/>
                </a:solidFill>
                <a:latin typeface="Yu Gothic"/>
                <a:ea typeface="Yu Gothic"/>
                <a:cs typeface="Yu Gothic"/>
              </a:defRPr>
            </a:lvl6pPr>
            <a:lvl7pPr>
              <a:buNone/>
              <a:defRPr sz="2325" b="1">
                <a:solidFill>
                  <a:srgbClr val="087E8B"/>
                </a:solidFill>
                <a:latin typeface="Yu Gothic"/>
                <a:ea typeface="Yu Gothic"/>
                <a:cs typeface="Yu Gothic"/>
              </a:defRPr>
            </a:lvl7pPr>
            <a:lvl8pPr>
              <a:buNone/>
              <a:defRPr sz="2325" b="1">
                <a:solidFill>
                  <a:srgbClr val="087E8B"/>
                </a:solidFill>
                <a:latin typeface="Yu Gothic"/>
                <a:ea typeface="Yu Gothic"/>
                <a:cs typeface="Yu Gothic"/>
              </a:defRPr>
            </a:lvl8pPr>
            <a:lvl9pPr>
              <a:buNone/>
              <a:defRPr sz="2325" b="1">
                <a:solidFill>
                  <a:srgbClr val="087E8B"/>
                </a:solidFill>
                <a:latin typeface="Yu Gothic"/>
                <a:ea typeface="Yu Gothic"/>
                <a:cs typeface="Yu Gothic"/>
              </a:defRPr>
            </a:lvl9pPr>
          </a:lstStyle>
          <a:p>
            <a:pPr>
              <a:buNone/>
              <a:defRPr sz="2325" b="1">
                <a:solidFill>
                  <a:srgbClr val="087E8B"/>
                </a:solidFill>
                <a:latin typeface="Yu Gothic"/>
                <a:ea typeface="Yu Gothic"/>
                <a:cs typeface="Yu Gothic"/>
              </a:defRPr>
            </a:pPr>
            <a:r>
              <a:rPr sz="2325" b="1">
                <a:solidFill>
                  <a:srgbClr val="087E8B"/>
                </a:solidFill>
                <a:latin typeface="Yu Gothic"/>
                <a:ea typeface="Yu Gothic"/>
                <a:cs typeface="Yu Gothic"/>
              </a:rPr>
              <a:t>“18-storey mass timber hybrid student residence”</a:t>
            </a:r>
          </a:p>
        </p:txBody>
      </p:sp>
      <p:graphicFrame>
        <p:nvGraphicFramePr>
          <p:cNvPr id="7" name="表 6">
            <a:extLst>
              <a:ext uri="{FF2B5EF4-FFF2-40B4-BE49-F238E27FC236}">
                <a16:creationId xmlns:a16="http://schemas.microsoft.com/office/drawing/2014/main" id="{76AE19E1-E88A-4789-AF1E-63960CCBDD7E}"/>
              </a:ext>
            </a:extLst>
          </p:cNvPr>
          <p:cNvGraphicFramePr/>
          <p:nvPr/>
        </p:nvGraphicFramePr>
        <p:xfrm>
          <a:off x="838200" y="3048000"/>
          <a:ext cx="10477500" cy="2571750"/>
        </p:xfrm>
        <a:graphic>
          <a:graphicData uri="http://schemas.openxmlformats.org/drawingml/2006/table">
            <a:tbl>
              <a:tblPr/>
              <a:tblGrid>
                <a:gridCol w="3714750">
                  <a:extLst>
                    <a:ext uri="{9D8B030D-6E8A-4147-A177-3AD203B41FA5}">
                      <a16:colId xmlns:a16="http://schemas.microsoft.com/office/drawing/2014/main" val="20000"/>
                    </a:ext>
                  </a:extLst>
                </a:gridCol>
                <a:gridCol w="6762750">
                  <a:extLst>
                    <a:ext uri="{9D8B030D-6E8A-4147-A177-3AD203B41FA5}">
                      <a16:colId xmlns:a16="http://schemas.microsoft.com/office/drawing/2014/main" val="20001"/>
                    </a:ext>
                  </a:extLst>
                </a:gridCol>
              </a:tblGrid>
              <a:tr h="514350">
                <a:tc>
                  <a:txBody>
                    <a:bodyPr/>
                    <a:lstStyle/>
                    <a:p>
                      <a:r>
                        <a:rPr sz="1950" b="1">
                          <a:solidFill>
                            <a:srgbClr val="FFFFFF"/>
                          </a:solidFill>
                          <a:latin typeface="Yu Gothic"/>
                          <a:ea typeface="Yu Gothic"/>
                          <a:cs typeface="Yu Gothic"/>
                        </a:rPr>
                        <a:t>部位</a:t>
                      </a:r>
                    </a:p>
                  </a:txBody>
                  <a:tcPr>
                    <a:solidFill>
                      <a:srgbClr val="18364F"/>
                    </a:solidFill>
                  </a:tcPr>
                </a:tc>
                <a:tc>
                  <a:txBody>
                    <a:bodyPr/>
                    <a:lstStyle/>
                    <a:p>
                      <a:r>
                        <a:rPr sz="1950" b="1">
                          <a:solidFill>
                            <a:srgbClr val="FFFFFF"/>
                          </a:solidFill>
                          <a:latin typeface="Yu Gothic"/>
                          <a:ea typeface="Yu Gothic"/>
                          <a:cs typeface="Yu Gothic"/>
                        </a:rPr>
                        <a:t>使われる材料</a:t>
                      </a:r>
                    </a:p>
                  </a:txBody>
                  <a:tcPr>
                    <a:solidFill>
                      <a:srgbClr val="18364F"/>
                    </a:solidFill>
                  </a:tcPr>
                </a:tc>
                <a:extLst>
                  <a:ext uri="{0D108BD9-81ED-4DB2-BD59-A6C34878D82A}">
                    <a16:rowId xmlns:a16="http://schemas.microsoft.com/office/drawing/2014/main" val="10000"/>
                  </a:ext>
                </a:extLst>
              </a:tr>
              <a:tr h="514350">
                <a:tc>
                  <a:txBody>
                    <a:bodyPr/>
                    <a:lstStyle/>
                    <a:p>
                      <a:r>
                        <a:rPr sz="1950" b="0">
                          <a:solidFill>
                            <a:srgbClr val="253C4D"/>
                          </a:solidFill>
                          <a:latin typeface="Yu Gothic"/>
                          <a:ea typeface="Yu Gothic"/>
                          <a:cs typeface="Yu Gothic"/>
                        </a:rPr>
                        <a:t>上部16層の床</a:t>
                      </a:r>
                    </a:p>
                  </a:txBody>
                  <a:tcPr>
                    <a:solidFill>
                      <a:srgbClr val="F1F5F7"/>
                    </a:solidFill>
                  </a:tcPr>
                </a:tc>
                <a:tc>
                  <a:txBody>
                    <a:bodyPr/>
                    <a:lstStyle/>
                    <a:p>
                      <a:r>
                        <a:rPr sz="1950" b="0">
                          <a:solidFill>
                            <a:srgbClr val="253C4D"/>
                          </a:solidFill>
                          <a:latin typeface="Yu Gothic"/>
                          <a:ea typeface="Yu Gothic"/>
                          <a:cs typeface="Yu Gothic"/>
                        </a:rPr>
                        <a:t>CLTパネル</a:t>
                      </a:r>
                    </a:p>
                  </a:txBody>
                  <a:tcPr>
                    <a:solidFill>
                      <a:srgbClr val="F1F5F7"/>
                    </a:solidFill>
                  </a:tcPr>
                </a:tc>
                <a:extLst>
                  <a:ext uri="{0D108BD9-81ED-4DB2-BD59-A6C34878D82A}">
                    <a16:rowId xmlns:a16="http://schemas.microsoft.com/office/drawing/2014/main" val="10001"/>
                  </a:ext>
                </a:extLst>
              </a:tr>
              <a:tr h="514350">
                <a:tc>
                  <a:txBody>
                    <a:bodyPr/>
                    <a:lstStyle/>
                    <a:p>
                      <a:r>
                        <a:rPr sz="1950" b="0">
                          <a:solidFill>
                            <a:srgbClr val="253C4D"/>
                          </a:solidFill>
                          <a:latin typeface="Yu Gothic"/>
                          <a:ea typeface="Yu Gothic"/>
                          <a:cs typeface="Yu Gothic"/>
                        </a:rPr>
                        <a:t>柱</a:t>
                      </a:r>
                    </a:p>
                  </a:txBody>
                  <a:tcPr>
                    <a:solidFill>
                      <a:srgbClr val="FFFFFF"/>
                    </a:solidFill>
                  </a:tcPr>
                </a:tc>
                <a:tc>
                  <a:txBody>
                    <a:bodyPr/>
                    <a:lstStyle/>
                    <a:p>
                      <a:r>
                        <a:rPr sz="1950" b="0">
                          <a:solidFill>
                            <a:srgbClr val="253C4D"/>
                          </a:solidFill>
                          <a:latin typeface="Yu Gothic"/>
                          <a:ea typeface="Yu Gothic"/>
                          <a:cs typeface="Yu Gothic"/>
                        </a:rPr>
                        <a:t>集成材（GLT）・PSL</a:t>
                      </a:r>
                    </a:p>
                  </a:txBody>
                  <a:tcPr>
                    <a:solidFill>
                      <a:srgbClr val="FFFFFF"/>
                    </a:solidFill>
                  </a:tcPr>
                </a:tc>
                <a:extLst>
                  <a:ext uri="{0D108BD9-81ED-4DB2-BD59-A6C34878D82A}">
                    <a16:rowId xmlns:a16="http://schemas.microsoft.com/office/drawing/2014/main" val="10002"/>
                  </a:ext>
                </a:extLst>
              </a:tr>
              <a:tr h="514350">
                <a:tc>
                  <a:txBody>
                    <a:bodyPr/>
                    <a:lstStyle/>
                    <a:p>
                      <a:r>
                        <a:rPr sz="1950" b="0">
                          <a:solidFill>
                            <a:srgbClr val="253C4D"/>
                          </a:solidFill>
                          <a:latin typeface="Yu Gothic"/>
                          <a:ea typeface="Yu Gothic"/>
                          <a:cs typeface="Yu Gothic"/>
                        </a:rPr>
                        <a:t>コア・下部・基礎</a:t>
                      </a:r>
                    </a:p>
                  </a:txBody>
                  <a:tcPr>
                    <a:solidFill>
                      <a:srgbClr val="F1F5F7"/>
                    </a:solidFill>
                  </a:tcPr>
                </a:tc>
                <a:tc>
                  <a:txBody>
                    <a:bodyPr/>
                    <a:lstStyle/>
                    <a:p>
                      <a:r>
                        <a:rPr sz="1950" b="0">
                          <a:solidFill>
                            <a:srgbClr val="253C4D"/>
                          </a:solidFill>
                          <a:latin typeface="Yu Gothic"/>
                          <a:ea typeface="Yu Gothic"/>
                          <a:cs typeface="Yu Gothic"/>
                        </a:rPr>
                        <a:t>鉄筋コンクリート（RC）</a:t>
                      </a:r>
                    </a:p>
                  </a:txBody>
                  <a:tcPr>
                    <a:solidFill>
                      <a:srgbClr val="F1F5F7"/>
                    </a:solidFill>
                  </a:tcPr>
                </a:tc>
                <a:extLst>
                  <a:ext uri="{0D108BD9-81ED-4DB2-BD59-A6C34878D82A}">
                    <a16:rowId xmlns:a16="http://schemas.microsoft.com/office/drawing/2014/main" val="10003"/>
                  </a:ext>
                </a:extLst>
              </a:tr>
              <a:tr h="514350">
                <a:tc>
                  <a:txBody>
                    <a:bodyPr/>
                    <a:lstStyle/>
                    <a:p>
                      <a:r>
                        <a:rPr sz="1950" b="0">
                          <a:solidFill>
                            <a:srgbClr val="253C4D"/>
                          </a:solidFill>
                          <a:latin typeface="Yu Gothic"/>
                          <a:ea typeface="Yu Gothic"/>
                          <a:cs typeface="Yu Gothic"/>
                        </a:rPr>
                        <a:t>接合・屋根構造</a:t>
                      </a:r>
                    </a:p>
                  </a:txBody>
                  <a:tcPr>
                    <a:solidFill>
                      <a:srgbClr val="FFFFFF"/>
                    </a:solidFill>
                  </a:tcPr>
                </a:tc>
                <a:tc>
                  <a:txBody>
                    <a:bodyPr/>
                    <a:lstStyle/>
                    <a:p>
                      <a:r>
                        <a:rPr sz="1950" b="0">
                          <a:solidFill>
                            <a:srgbClr val="253C4D"/>
                          </a:solidFill>
                          <a:latin typeface="Yu Gothic"/>
                          <a:ea typeface="Yu Gothic"/>
                          <a:cs typeface="Yu Gothic"/>
                        </a:rPr>
                        <a:t>鋼材</a:t>
                      </a:r>
                    </a:p>
                  </a:txBody>
                  <a:tcPr>
                    <a:solidFill>
                      <a:srgbClr val="FFFFFF"/>
                    </a:solidFill>
                  </a:tcPr>
                </a:tc>
                <a:extLst>
                  <a:ext uri="{0D108BD9-81ED-4DB2-BD59-A6C34878D82A}">
                    <a16:rowId xmlns:a16="http://schemas.microsoft.com/office/drawing/2014/main" val="10004"/>
                  </a:ext>
                </a:extLst>
              </a:tr>
            </a:tbl>
          </a:graphicData>
        </a:graphic>
      </p:graphicFrame>
      <p:sp>
        <p:nvSpPr>
          <p:cNvPr id="8" name="正方形/長方形 7">
            <a:extLst>
              <a:ext uri="{FF2B5EF4-FFF2-40B4-BE49-F238E27FC236}">
                <a16:creationId xmlns:a16="http://schemas.microsoft.com/office/drawing/2014/main" id="{9D1B14B7-03C4-44A2-8DFE-D5A656294095}"/>
              </a:ext>
            </a:extLst>
          </p:cNvPr>
          <p:cNvSpPr>
            <a:spLocks noGrp="1"/>
          </p:cNvSpPr>
          <p:nvPr/>
        </p:nvSpPr>
        <p:spPr>
          <a:xfrm>
            <a:off x="838200" y="5895975"/>
            <a:ext cx="10477500" cy="333375"/>
          </a:xfrm>
          <a:prstGeom prst="rect">
            <a:avLst/>
          </a:prstGeom>
          <a:noFill/>
          <a:ln w="0">
            <a:noFill/>
          </a:ln>
        </p:spPr>
        <p:txBody>
          <a:bodyPr lIns="0" tIns="0" rIns="0" bIns="0" anchor="ctr">
            <a:noAutofit/>
          </a:bodyPr>
          <a:lstStyle>
            <a:defPPr>
              <a:defRPr sz="1500" b="0">
                <a:solidFill>
                  <a:srgbClr val="2876A8"/>
                </a:solidFill>
                <a:latin typeface="Yu Gothic"/>
                <a:ea typeface="Yu Gothic"/>
                <a:cs typeface="Yu Gothic"/>
              </a:defRPr>
            </a:defPPr>
            <a:lvl1pPr>
              <a:buNone/>
              <a:defRPr sz="1500" b="0">
                <a:solidFill>
                  <a:srgbClr val="2876A8"/>
                </a:solidFill>
                <a:latin typeface="Yu Gothic"/>
                <a:ea typeface="Yu Gothic"/>
                <a:cs typeface="Yu Gothic"/>
              </a:defRPr>
            </a:lvl1pPr>
            <a:lvl2pPr>
              <a:buNone/>
              <a:defRPr sz="1500" b="0">
                <a:solidFill>
                  <a:srgbClr val="2876A8"/>
                </a:solidFill>
                <a:latin typeface="Yu Gothic"/>
                <a:ea typeface="Yu Gothic"/>
                <a:cs typeface="Yu Gothic"/>
              </a:defRPr>
            </a:lvl2pPr>
            <a:lvl3pPr>
              <a:buNone/>
              <a:defRPr sz="1500" b="0">
                <a:solidFill>
                  <a:srgbClr val="2876A8"/>
                </a:solidFill>
                <a:latin typeface="Yu Gothic"/>
                <a:ea typeface="Yu Gothic"/>
                <a:cs typeface="Yu Gothic"/>
              </a:defRPr>
            </a:lvl3pPr>
            <a:lvl4pPr>
              <a:buNone/>
              <a:defRPr sz="1500" b="0">
                <a:solidFill>
                  <a:srgbClr val="2876A8"/>
                </a:solidFill>
                <a:latin typeface="Yu Gothic"/>
                <a:ea typeface="Yu Gothic"/>
                <a:cs typeface="Yu Gothic"/>
              </a:defRPr>
            </a:lvl4pPr>
            <a:lvl5pPr>
              <a:buNone/>
              <a:defRPr sz="1500" b="0">
                <a:solidFill>
                  <a:srgbClr val="2876A8"/>
                </a:solidFill>
                <a:latin typeface="Yu Gothic"/>
                <a:ea typeface="Yu Gothic"/>
                <a:cs typeface="Yu Gothic"/>
              </a:defRPr>
            </a:lvl5pPr>
            <a:lvl6pPr>
              <a:buNone/>
              <a:defRPr sz="1500" b="0">
                <a:solidFill>
                  <a:srgbClr val="2876A8"/>
                </a:solidFill>
                <a:latin typeface="Yu Gothic"/>
                <a:ea typeface="Yu Gothic"/>
                <a:cs typeface="Yu Gothic"/>
              </a:defRPr>
            </a:lvl6pPr>
            <a:lvl7pPr>
              <a:buNone/>
              <a:defRPr sz="1500" b="0">
                <a:solidFill>
                  <a:srgbClr val="2876A8"/>
                </a:solidFill>
                <a:latin typeface="Yu Gothic"/>
                <a:ea typeface="Yu Gothic"/>
                <a:cs typeface="Yu Gothic"/>
              </a:defRPr>
            </a:lvl7pPr>
            <a:lvl8pPr>
              <a:buNone/>
              <a:defRPr sz="1500" b="0">
                <a:solidFill>
                  <a:srgbClr val="2876A8"/>
                </a:solidFill>
                <a:latin typeface="Yu Gothic"/>
                <a:ea typeface="Yu Gothic"/>
                <a:cs typeface="Yu Gothic"/>
              </a:defRPr>
            </a:lvl8pPr>
            <a:lvl9pPr>
              <a:buNone/>
              <a:defRPr sz="1500" b="0">
                <a:solidFill>
                  <a:srgbClr val="2876A8"/>
                </a:solidFill>
                <a:latin typeface="Yu Gothic"/>
                <a:ea typeface="Yu Gothic"/>
                <a:cs typeface="Yu Gothic"/>
              </a:defRPr>
            </a:lvl9pPr>
          </a:lstStyle>
          <a:p>
            <a:pPr>
              <a:buNone/>
              <a:defRPr sz="1500" b="0">
                <a:solidFill>
                  <a:srgbClr val="2876A8"/>
                </a:solidFill>
                <a:latin typeface="Yu Gothic"/>
                <a:ea typeface="Yu Gothic"/>
                <a:cs typeface="Yu Gothic"/>
              </a:defRPr>
            </a:pPr>
            <a:r>
              <a:rPr sz="1500" b="0">
                <a:solidFill>
                  <a:srgbClr val="2876A8"/>
                </a:solidFill>
                <a:latin typeface="Yu Gothic"/>
                <a:ea typeface="Yu Gothic"/>
                <a:cs typeface="Yu Gothic"/>
                <a:hlinkClick r:id="rId3"/>
              </a:rPr>
              <a:t>原文と構成の出典：UBC Campus as a Living Lab</a:t>
            </a:r>
          </a:p>
        </p:txBody>
      </p:sp>
    </p:spTree>
    <p:extLst>
      <p:ext uri="{BB962C8B-B14F-4D97-AF65-F5344CB8AC3E}">
        <p14:creationId xmlns:p14="http://schemas.microsoft.com/office/powerpoint/2010/main" val="18630216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 name="正方形/長方形 80">
            <a:extLst>
              <a:ext uri="{FF2B5EF4-FFF2-40B4-BE49-F238E27FC236}">
                <a16:creationId xmlns:a16="http://schemas.microsoft.com/office/drawing/2014/main" id="{1429E2C5-9FA6-46D4-9E60-BCF12C629D84}"/>
              </a:ext>
            </a:extLst>
          </p:cNvPr>
          <p:cNvSpPr>
            <a:spLocks noGrp="1"/>
          </p:cNvSpPr>
          <p:nvPr/>
        </p:nvSpPr>
        <p:spPr>
          <a:xfrm>
            <a:off x="685800" y="342900"/>
            <a:ext cx="10820400" cy="666750"/>
          </a:xfrm>
          <a:prstGeom prst="rect">
            <a:avLst/>
          </a:prstGeom>
          <a:noFill/>
          <a:ln w="0">
            <a:noFill/>
          </a:ln>
        </p:spPr>
        <p:txBody>
          <a:bodyPr lIns="0" tIns="0" rIns="0" bIns="0" anchor="ctr">
            <a:noAutofit/>
          </a:bodyPr>
          <a:lstStyle>
            <a:defPPr>
              <a:defRPr sz="3000" b="1">
                <a:solidFill>
                  <a:srgbClr val="18364F"/>
                </a:solidFill>
                <a:latin typeface="Yu Gothic"/>
                <a:ea typeface="Yu Gothic"/>
                <a:cs typeface="Yu Gothic"/>
              </a:defRPr>
            </a:defPPr>
            <a:lvl1pPr>
              <a:buNone/>
              <a:defRPr sz="3000" b="1">
                <a:solidFill>
                  <a:srgbClr val="18364F"/>
                </a:solidFill>
                <a:latin typeface="Yu Gothic"/>
                <a:ea typeface="Yu Gothic"/>
                <a:cs typeface="Yu Gothic"/>
              </a:defRPr>
            </a:lvl1pPr>
            <a:lvl2pPr>
              <a:buNone/>
              <a:defRPr sz="3000" b="1">
                <a:solidFill>
                  <a:srgbClr val="18364F"/>
                </a:solidFill>
                <a:latin typeface="Yu Gothic"/>
                <a:ea typeface="Yu Gothic"/>
                <a:cs typeface="Yu Gothic"/>
              </a:defRPr>
            </a:lvl2pPr>
            <a:lvl3pPr>
              <a:buNone/>
              <a:defRPr sz="3000" b="1">
                <a:solidFill>
                  <a:srgbClr val="18364F"/>
                </a:solidFill>
                <a:latin typeface="Yu Gothic"/>
                <a:ea typeface="Yu Gothic"/>
                <a:cs typeface="Yu Gothic"/>
              </a:defRPr>
            </a:lvl3pPr>
            <a:lvl4pPr>
              <a:buNone/>
              <a:defRPr sz="3000" b="1">
                <a:solidFill>
                  <a:srgbClr val="18364F"/>
                </a:solidFill>
                <a:latin typeface="Yu Gothic"/>
                <a:ea typeface="Yu Gothic"/>
                <a:cs typeface="Yu Gothic"/>
              </a:defRPr>
            </a:lvl4pPr>
            <a:lvl5pPr>
              <a:buNone/>
              <a:defRPr sz="3000" b="1">
                <a:solidFill>
                  <a:srgbClr val="18364F"/>
                </a:solidFill>
                <a:latin typeface="Yu Gothic"/>
                <a:ea typeface="Yu Gothic"/>
                <a:cs typeface="Yu Gothic"/>
              </a:defRPr>
            </a:lvl5pPr>
            <a:lvl6pPr>
              <a:buNone/>
              <a:defRPr sz="3000" b="1">
                <a:solidFill>
                  <a:srgbClr val="18364F"/>
                </a:solidFill>
                <a:latin typeface="Yu Gothic"/>
                <a:ea typeface="Yu Gothic"/>
                <a:cs typeface="Yu Gothic"/>
              </a:defRPr>
            </a:lvl6pPr>
            <a:lvl7pPr>
              <a:buNone/>
              <a:defRPr sz="3000" b="1">
                <a:solidFill>
                  <a:srgbClr val="18364F"/>
                </a:solidFill>
                <a:latin typeface="Yu Gothic"/>
                <a:ea typeface="Yu Gothic"/>
                <a:cs typeface="Yu Gothic"/>
              </a:defRPr>
            </a:lvl7pPr>
            <a:lvl8pPr>
              <a:buNone/>
              <a:defRPr sz="3000" b="1">
                <a:solidFill>
                  <a:srgbClr val="18364F"/>
                </a:solidFill>
                <a:latin typeface="Yu Gothic"/>
                <a:ea typeface="Yu Gothic"/>
                <a:cs typeface="Yu Gothic"/>
              </a:defRPr>
            </a:lvl8pPr>
            <a:lvl9pPr>
              <a:buNone/>
              <a:defRPr sz="3000" b="1">
                <a:solidFill>
                  <a:srgbClr val="18364F"/>
                </a:solidFill>
                <a:latin typeface="Yu Gothic"/>
                <a:ea typeface="Yu Gothic"/>
                <a:cs typeface="Yu Gothic"/>
              </a:defRPr>
            </a:lvl9pPr>
          </a:lstStyle>
          <a:p>
            <a:pPr>
              <a:buNone/>
              <a:defRPr sz="3000" b="1">
                <a:solidFill>
                  <a:srgbClr val="18364F"/>
                </a:solidFill>
                <a:latin typeface="Yu Gothic"/>
                <a:ea typeface="Yu Gothic"/>
                <a:cs typeface="Yu Gothic"/>
              </a:defRPr>
            </a:pPr>
            <a:r>
              <a:rPr sz="3000" b="1">
                <a:solidFill>
                  <a:srgbClr val="18364F"/>
                </a:solidFill>
                <a:latin typeface="Yu Gothic"/>
                <a:ea typeface="Yu Gothic"/>
                <a:cs typeface="Yu Gothic"/>
              </a:rPr>
              <a:t>Brock Commons：鉛直荷重の経路</a:t>
            </a:r>
          </a:p>
        </p:txBody>
      </p:sp>
      <p:sp>
        <p:nvSpPr>
          <p:cNvPr id="2" name="正方形/長方形 1">
            <a:extLst>
              <a:ext uri="{FF2B5EF4-FFF2-40B4-BE49-F238E27FC236}">
                <a16:creationId xmlns:a16="http://schemas.microsoft.com/office/drawing/2014/main" id="{EC000225-A0C7-4694-8DB2-2879CC93F25E}"/>
              </a:ext>
            </a:extLst>
          </p:cNvPr>
          <p:cNvSpPr>
            <a:spLocks noGrp="1"/>
          </p:cNvSpPr>
          <p:nvPr/>
        </p:nvSpPr>
        <p:spPr>
          <a:xfrm>
            <a:off x="685800" y="1181100"/>
            <a:ext cx="10820400" cy="19050"/>
          </a:xfrm>
          <a:prstGeom prst="rect">
            <a:avLst/>
          </a:prstGeom>
          <a:solidFill>
            <a:srgbClr val="18364F"/>
          </a:solidFill>
          <a:ln w="0">
            <a:noFill/>
          </a:ln>
        </p:spPr>
      </p:sp>
      <p:sp>
        <p:nvSpPr>
          <p:cNvPr id="3" name="正方形/長方形 2">
            <a:extLst>
              <a:ext uri="{FF2B5EF4-FFF2-40B4-BE49-F238E27FC236}">
                <a16:creationId xmlns:a16="http://schemas.microsoft.com/office/drawing/2014/main" id="{5FE50715-A167-4A74-AE02-994449C51B29}"/>
              </a:ext>
            </a:extLst>
          </p:cNvPr>
          <p:cNvSpPr>
            <a:spLocks noGrp="1"/>
          </p:cNvSpPr>
          <p:nvPr/>
        </p:nvSpPr>
        <p:spPr>
          <a:xfrm>
            <a:off x="685800" y="6419850"/>
            <a:ext cx="9334500" cy="257175"/>
          </a:xfrm>
          <a:prstGeom prst="rect">
            <a:avLst/>
          </a:prstGeom>
          <a:noFill/>
          <a:ln w="0">
            <a:noFill/>
          </a:ln>
        </p:spPr>
        <p:txBody>
          <a:bodyPr lIns="0" tIns="0" rIns="0" bIns="0" anchor="ctr">
            <a:noAutofit/>
          </a:bodyPr>
          <a:lstStyle>
            <a:defPPr>
              <a:defRPr sz="1425" b="0">
                <a:solidFill>
                  <a:srgbClr val="596875"/>
                </a:solidFill>
                <a:latin typeface="Yu Gothic"/>
                <a:ea typeface="Yu Gothic"/>
                <a:cs typeface="Yu Gothic"/>
              </a:defRPr>
            </a:defPPr>
            <a:lvl1pPr>
              <a:buNone/>
              <a:defRPr sz="1425" b="0">
                <a:solidFill>
                  <a:srgbClr val="596875"/>
                </a:solidFill>
                <a:latin typeface="Yu Gothic"/>
                <a:ea typeface="Yu Gothic"/>
                <a:cs typeface="Yu Gothic"/>
              </a:defRPr>
            </a:lvl1pPr>
            <a:lvl2pPr>
              <a:buNone/>
              <a:defRPr sz="1425" b="0">
                <a:solidFill>
                  <a:srgbClr val="596875"/>
                </a:solidFill>
                <a:latin typeface="Yu Gothic"/>
                <a:ea typeface="Yu Gothic"/>
                <a:cs typeface="Yu Gothic"/>
              </a:defRPr>
            </a:lvl2pPr>
            <a:lvl3pPr>
              <a:buNone/>
              <a:defRPr sz="1425" b="0">
                <a:solidFill>
                  <a:srgbClr val="596875"/>
                </a:solidFill>
                <a:latin typeface="Yu Gothic"/>
                <a:ea typeface="Yu Gothic"/>
                <a:cs typeface="Yu Gothic"/>
              </a:defRPr>
            </a:lvl3pPr>
            <a:lvl4pPr>
              <a:buNone/>
              <a:defRPr sz="1425" b="0">
                <a:solidFill>
                  <a:srgbClr val="596875"/>
                </a:solidFill>
                <a:latin typeface="Yu Gothic"/>
                <a:ea typeface="Yu Gothic"/>
                <a:cs typeface="Yu Gothic"/>
              </a:defRPr>
            </a:lvl4pPr>
            <a:lvl5pPr>
              <a:buNone/>
              <a:defRPr sz="1425" b="0">
                <a:solidFill>
                  <a:srgbClr val="596875"/>
                </a:solidFill>
                <a:latin typeface="Yu Gothic"/>
                <a:ea typeface="Yu Gothic"/>
                <a:cs typeface="Yu Gothic"/>
              </a:defRPr>
            </a:lvl5pPr>
            <a:lvl6pPr>
              <a:buNone/>
              <a:defRPr sz="1425" b="0">
                <a:solidFill>
                  <a:srgbClr val="596875"/>
                </a:solidFill>
                <a:latin typeface="Yu Gothic"/>
                <a:ea typeface="Yu Gothic"/>
                <a:cs typeface="Yu Gothic"/>
              </a:defRPr>
            </a:lvl6pPr>
            <a:lvl7pPr>
              <a:buNone/>
              <a:defRPr sz="1425" b="0">
                <a:solidFill>
                  <a:srgbClr val="596875"/>
                </a:solidFill>
                <a:latin typeface="Yu Gothic"/>
                <a:ea typeface="Yu Gothic"/>
                <a:cs typeface="Yu Gothic"/>
              </a:defRPr>
            </a:lvl7pPr>
            <a:lvl8pPr>
              <a:buNone/>
              <a:defRPr sz="1425" b="0">
                <a:solidFill>
                  <a:srgbClr val="596875"/>
                </a:solidFill>
                <a:latin typeface="Yu Gothic"/>
                <a:ea typeface="Yu Gothic"/>
                <a:cs typeface="Yu Gothic"/>
              </a:defRPr>
            </a:lvl8pPr>
            <a:lvl9pPr>
              <a:buNone/>
              <a:defRPr sz="1425" b="0">
                <a:solidFill>
                  <a:srgbClr val="596875"/>
                </a:solidFill>
                <a:latin typeface="Yu Gothic"/>
                <a:ea typeface="Yu Gothic"/>
                <a:cs typeface="Yu Gothic"/>
              </a:defRPr>
            </a:lvl9pPr>
          </a:lstStyle>
          <a:p>
            <a:pPr>
              <a:buNone/>
              <a:defRPr sz="1425" b="0">
                <a:solidFill>
                  <a:srgbClr val="596875"/>
                </a:solidFill>
                <a:latin typeface="Yu Gothic"/>
                <a:ea typeface="Yu Gothic"/>
                <a:cs typeface="Yu Gothic"/>
              </a:defRPr>
            </a:pPr>
            <a:r>
              <a:rPr lang="ja-JP" altLang="en-US" sz="1425" b="0">
                <a:solidFill>
                  <a:srgbClr val="596875"/>
                </a:solidFill>
                <a:latin typeface="Yu Gothic"/>
                <a:ea typeface="Yu Gothic"/>
                <a:cs typeface="Yu Gothic"/>
              </a:rPr>
              <a:t>木材及び木質材料学　新第</a:t>
            </a:r>
            <a:r>
              <a:rPr lang="en-US" altLang="ja-JP" sz="1425" b="0">
                <a:solidFill>
                  <a:srgbClr val="596875"/>
                </a:solidFill>
                <a:latin typeface="Yu Gothic"/>
                <a:ea typeface="Yu Gothic"/>
                <a:cs typeface="Yu Gothic"/>
              </a:rPr>
              <a:t>14</a:t>
            </a:r>
            <a:r>
              <a:rPr lang="ja-JP" altLang="en-US" sz="1425" b="0">
                <a:solidFill>
                  <a:srgbClr val="596875"/>
                </a:solidFill>
                <a:latin typeface="Yu Gothic"/>
                <a:ea typeface="Yu Gothic"/>
                <a:cs typeface="Yu Gothic"/>
              </a:rPr>
              <a:t>回　構造・燃焼</a:t>
            </a:r>
            <a:endParaRPr sz="1425" b="0">
              <a:solidFill>
                <a:srgbClr val="596875"/>
              </a:solidFill>
              <a:latin typeface="Yu Gothic"/>
              <a:ea typeface="Yu Gothic"/>
              <a:cs typeface="Yu Gothic"/>
            </a:endParaRPr>
          </a:p>
        </p:txBody>
      </p:sp>
      <p:sp>
        <p:nvSpPr>
          <p:cNvPr id="4" name="正方形/長方形 3">
            <a:extLst>
              <a:ext uri="{FF2B5EF4-FFF2-40B4-BE49-F238E27FC236}">
                <a16:creationId xmlns:a16="http://schemas.microsoft.com/office/drawing/2014/main" id="{8FAAC104-F07C-4C8C-8F8E-177EA9AC6D5E}"/>
              </a:ext>
            </a:extLst>
          </p:cNvPr>
          <p:cNvSpPr>
            <a:spLocks noGrp="1"/>
          </p:cNvSpPr>
          <p:nvPr/>
        </p:nvSpPr>
        <p:spPr>
          <a:xfrm>
            <a:off x="10763250" y="6419850"/>
            <a:ext cx="742950" cy="257175"/>
          </a:xfrm>
          <a:prstGeom prst="rect">
            <a:avLst/>
          </a:prstGeom>
          <a:noFill/>
          <a:ln w="0">
            <a:noFill/>
          </a:ln>
        </p:spPr>
        <p:txBody>
          <a:bodyPr lIns="0" tIns="0" rIns="0" bIns="0" anchor="ctr">
            <a:noAutofit/>
          </a:bodyPr>
          <a:lstStyle>
            <a:defPPr>
              <a:defRPr sz="1425" b="0">
                <a:solidFill>
                  <a:srgbClr val="596875"/>
                </a:solidFill>
                <a:latin typeface="Yu Gothic"/>
                <a:ea typeface="Yu Gothic"/>
                <a:cs typeface="Yu Gothic"/>
              </a:defRPr>
            </a:defPPr>
            <a:lvl1pPr>
              <a:buNone/>
              <a:defRPr sz="1425" b="0">
                <a:solidFill>
                  <a:srgbClr val="596875"/>
                </a:solidFill>
                <a:latin typeface="Yu Gothic"/>
                <a:ea typeface="Yu Gothic"/>
                <a:cs typeface="Yu Gothic"/>
              </a:defRPr>
            </a:lvl1pPr>
            <a:lvl2pPr>
              <a:buNone/>
              <a:defRPr sz="1425" b="0">
                <a:solidFill>
                  <a:srgbClr val="596875"/>
                </a:solidFill>
                <a:latin typeface="Yu Gothic"/>
                <a:ea typeface="Yu Gothic"/>
                <a:cs typeface="Yu Gothic"/>
              </a:defRPr>
            </a:lvl2pPr>
            <a:lvl3pPr>
              <a:buNone/>
              <a:defRPr sz="1425" b="0">
                <a:solidFill>
                  <a:srgbClr val="596875"/>
                </a:solidFill>
                <a:latin typeface="Yu Gothic"/>
                <a:ea typeface="Yu Gothic"/>
                <a:cs typeface="Yu Gothic"/>
              </a:defRPr>
            </a:lvl3pPr>
            <a:lvl4pPr>
              <a:buNone/>
              <a:defRPr sz="1425" b="0">
                <a:solidFill>
                  <a:srgbClr val="596875"/>
                </a:solidFill>
                <a:latin typeface="Yu Gothic"/>
                <a:ea typeface="Yu Gothic"/>
                <a:cs typeface="Yu Gothic"/>
              </a:defRPr>
            </a:lvl4pPr>
            <a:lvl5pPr>
              <a:buNone/>
              <a:defRPr sz="1425" b="0">
                <a:solidFill>
                  <a:srgbClr val="596875"/>
                </a:solidFill>
                <a:latin typeface="Yu Gothic"/>
                <a:ea typeface="Yu Gothic"/>
                <a:cs typeface="Yu Gothic"/>
              </a:defRPr>
            </a:lvl5pPr>
            <a:lvl6pPr>
              <a:buNone/>
              <a:defRPr sz="1425" b="0">
                <a:solidFill>
                  <a:srgbClr val="596875"/>
                </a:solidFill>
                <a:latin typeface="Yu Gothic"/>
                <a:ea typeface="Yu Gothic"/>
                <a:cs typeface="Yu Gothic"/>
              </a:defRPr>
            </a:lvl6pPr>
            <a:lvl7pPr>
              <a:buNone/>
              <a:defRPr sz="1425" b="0">
                <a:solidFill>
                  <a:srgbClr val="596875"/>
                </a:solidFill>
                <a:latin typeface="Yu Gothic"/>
                <a:ea typeface="Yu Gothic"/>
                <a:cs typeface="Yu Gothic"/>
              </a:defRPr>
            </a:lvl7pPr>
            <a:lvl8pPr>
              <a:buNone/>
              <a:defRPr sz="1425" b="0">
                <a:solidFill>
                  <a:srgbClr val="596875"/>
                </a:solidFill>
                <a:latin typeface="Yu Gothic"/>
                <a:ea typeface="Yu Gothic"/>
                <a:cs typeface="Yu Gothic"/>
              </a:defRPr>
            </a:lvl8pPr>
            <a:lvl9pPr>
              <a:buNone/>
              <a:defRPr sz="1425" b="0">
                <a:solidFill>
                  <a:srgbClr val="596875"/>
                </a:solidFill>
                <a:latin typeface="Yu Gothic"/>
                <a:ea typeface="Yu Gothic"/>
                <a:cs typeface="Yu Gothic"/>
              </a:defRPr>
            </a:lvl9pPr>
          </a:lstStyle>
          <a:p>
            <a:pPr>
              <a:buNone/>
              <a:defRPr sz="1425" b="0">
                <a:solidFill>
                  <a:srgbClr val="596875"/>
                </a:solidFill>
                <a:latin typeface="Yu Gothic"/>
                <a:ea typeface="Yu Gothic"/>
                <a:cs typeface="Yu Gothic"/>
              </a:defRPr>
            </a:pPr>
            <a:r>
              <a:rPr lang="en-US" altLang="ja-JP" sz="1425" b="0">
                <a:solidFill>
                  <a:srgbClr val="596875"/>
                </a:solidFill>
                <a:latin typeface="Yu Gothic"/>
                <a:ea typeface="Yu Gothic"/>
                <a:cs typeface="Yu Gothic"/>
              </a:rPr>
              <a:t>19</a:t>
            </a:r>
            <a:endParaRPr sz="1425" b="0">
              <a:solidFill>
                <a:srgbClr val="596875"/>
              </a:solidFill>
              <a:latin typeface="Yu Gothic"/>
              <a:ea typeface="Yu Gothic"/>
              <a:cs typeface="Yu Gothic"/>
            </a:endParaRPr>
          </a:p>
        </p:txBody>
      </p:sp>
      <p:sp>
        <p:nvSpPr>
          <p:cNvPr id="5" name="正方形/長方形 4">
            <a:extLst>
              <a:ext uri="{FF2B5EF4-FFF2-40B4-BE49-F238E27FC236}">
                <a16:creationId xmlns:a16="http://schemas.microsoft.com/office/drawing/2014/main" id="{6FDB162D-5374-4E6D-AA40-C5ECF0606D2E}"/>
              </a:ext>
            </a:extLst>
          </p:cNvPr>
          <p:cNvSpPr>
            <a:spLocks noGrp="1"/>
          </p:cNvSpPr>
          <p:nvPr/>
        </p:nvSpPr>
        <p:spPr>
          <a:xfrm>
            <a:off x="1047750" y="4933950"/>
            <a:ext cx="4857750" cy="457200"/>
          </a:xfrm>
          <a:prstGeom prst="rect">
            <a:avLst/>
          </a:prstGeom>
          <a:solidFill>
            <a:srgbClr val="B5BFC7"/>
          </a:solidFill>
          <a:ln w="19050">
            <a:solidFill>
              <a:srgbClr val="18364F"/>
            </a:solidFill>
          </a:ln>
        </p:spPr>
      </p:sp>
      <p:sp>
        <p:nvSpPr>
          <p:cNvPr id="6" name="正方形/長方形 5">
            <a:extLst>
              <a:ext uri="{FF2B5EF4-FFF2-40B4-BE49-F238E27FC236}">
                <a16:creationId xmlns:a16="http://schemas.microsoft.com/office/drawing/2014/main" id="{CCB8469A-0792-4680-AC39-7C68B0065470}"/>
              </a:ext>
            </a:extLst>
          </p:cNvPr>
          <p:cNvSpPr>
            <a:spLocks noGrp="1"/>
          </p:cNvSpPr>
          <p:nvPr/>
        </p:nvSpPr>
        <p:spPr>
          <a:xfrm>
            <a:off x="1362075" y="1866900"/>
            <a:ext cx="590550" cy="3067050"/>
          </a:xfrm>
          <a:prstGeom prst="rect">
            <a:avLst/>
          </a:prstGeom>
          <a:solidFill>
            <a:srgbClr val="AEC2CF"/>
          </a:solidFill>
          <a:ln w="19050">
            <a:solidFill>
              <a:srgbClr val="18364F"/>
            </a:solidFill>
          </a:ln>
        </p:spPr>
      </p:sp>
      <p:sp>
        <p:nvSpPr>
          <p:cNvPr id="7" name="正方形/長方形 6">
            <a:extLst>
              <a:ext uri="{FF2B5EF4-FFF2-40B4-BE49-F238E27FC236}">
                <a16:creationId xmlns:a16="http://schemas.microsoft.com/office/drawing/2014/main" id="{37CAFC17-73C3-4E12-A44A-1135AE97BE85}"/>
              </a:ext>
            </a:extLst>
          </p:cNvPr>
          <p:cNvSpPr>
            <a:spLocks noGrp="1"/>
          </p:cNvSpPr>
          <p:nvPr/>
        </p:nvSpPr>
        <p:spPr>
          <a:xfrm>
            <a:off x="5000625" y="1866900"/>
            <a:ext cx="590550" cy="3067050"/>
          </a:xfrm>
          <a:prstGeom prst="rect">
            <a:avLst/>
          </a:prstGeom>
          <a:solidFill>
            <a:srgbClr val="AEC2CF"/>
          </a:solidFill>
          <a:ln w="19050">
            <a:solidFill>
              <a:srgbClr val="18364F"/>
            </a:solidFill>
          </a:ln>
        </p:spPr>
      </p:sp>
      <p:sp>
        <p:nvSpPr>
          <p:cNvPr id="8" name="正方形/長方形 7">
            <a:extLst>
              <a:ext uri="{FF2B5EF4-FFF2-40B4-BE49-F238E27FC236}">
                <a16:creationId xmlns:a16="http://schemas.microsoft.com/office/drawing/2014/main" id="{9548AF35-5A10-4F67-9441-E4F07B9A75FE}"/>
              </a:ext>
            </a:extLst>
          </p:cNvPr>
          <p:cNvSpPr>
            <a:spLocks noGrp="1"/>
          </p:cNvSpPr>
          <p:nvPr/>
        </p:nvSpPr>
        <p:spPr>
          <a:xfrm>
            <a:off x="2000250" y="1981200"/>
            <a:ext cx="2952750" cy="104775"/>
          </a:xfrm>
          <a:prstGeom prst="rect">
            <a:avLst/>
          </a:prstGeom>
          <a:solidFill>
            <a:srgbClr val="C8904C"/>
          </a:solidFill>
          <a:ln w="0">
            <a:noFill/>
          </a:ln>
        </p:spPr>
      </p:sp>
      <p:sp>
        <p:nvSpPr>
          <p:cNvPr id="9" name="正方形/長方形 8">
            <a:extLst>
              <a:ext uri="{FF2B5EF4-FFF2-40B4-BE49-F238E27FC236}">
                <a16:creationId xmlns:a16="http://schemas.microsoft.com/office/drawing/2014/main" id="{0AE5F1B5-DFA2-4F9C-B3AF-92C91D4A9CA2}"/>
              </a:ext>
            </a:extLst>
          </p:cNvPr>
          <p:cNvSpPr>
            <a:spLocks noGrp="1"/>
          </p:cNvSpPr>
          <p:nvPr/>
        </p:nvSpPr>
        <p:spPr>
          <a:xfrm>
            <a:off x="2333625" y="2085975"/>
            <a:ext cx="123825" cy="304800"/>
          </a:xfrm>
          <a:prstGeom prst="rect">
            <a:avLst/>
          </a:prstGeom>
          <a:solidFill>
            <a:srgbClr val="D7B78C"/>
          </a:solidFill>
          <a:ln w="0">
            <a:noFill/>
          </a:ln>
        </p:spPr>
      </p:sp>
      <p:sp>
        <p:nvSpPr>
          <p:cNvPr id="10" name="正方形/長方形 9">
            <a:extLst>
              <a:ext uri="{FF2B5EF4-FFF2-40B4-BE49-F238E27FC236}">
                <a16:creationId xmlns:a16="http://schemas.microsoft.com/office/drawing/2014/main" id="{2E36CFB9-B77B-434F-86F2-3998B833D063}"/>
              </a:ext>
            </a:extLst>
          </p:cNvPr>
          <p:cNvSpPr>
            <a:spLocks noGrp="1"/>
          </p:cNvSpPr>
          <p:nvPr/>
        </p:nvSpPr>
        <p:spPr>
          <a:xfrm>
            <a:off x="2305050" y="2028825"/>
            <a:ext cx="180975" cy="76200"/>
          </a:xfrm>
          <a:prstGeom prst="rect">
            <a:avLst/>
          </a:prstGeom>
          <a:solidFill>
            <a:srgbClr val="596875"/>
          </a:solidFill>
          <a:ln w="0">
            <a:noFill/>
          </a:ln>
        </p:spPr>
      </p:sp>
      <p:sp>
        <p:nvSpPr>
          <p:cNvPr id="11" name="正方形/長方形 10">
            <a:extLst>
              <a:ext uri="{FF2B5EF4-FFF2-40B4-BE49-F238E27FC236}">
                <a16:creationId xmlns:a16="http://schemas.microsoft.com/office/drawing/2014/main" id="{2519B5B9-395D-48A6-BA0C-5ADD83DE8374}"/>
              </a:ext>
            </a:extLst>
          </p:cNvPr>
          <p:cNvSpPr>
            <a:spLocks noGrp="1"/>
          </p:cNvSpPr>
          <p:nvPr/>
        </p:nvSpPr>
        <p:spPr>
          <a:xfrm>
            <a:off x="3476625" y="2085975"/>
            <a:ext cx="123825" cy="304800"/>
          </a:xfrm>
          <a:prstGeom prst="rect">
            <a:avLst/>
          </a:prstGeom>
          <a:solidFill>
            <a:srgbClr val="D7B78C"/>
          </a:solidFill>
          <a:ln w="0">
            <a:noFill/>
          </a:ln>
        </p:spPr>
      </p:sp>
      <p:sp>
        <p:nvSpPr>
          <p:cNvPr id="12" name="正方形/長方形 11">
            <a:extLst>
              <a:ext uri="{FF2B5EF4-FFF2-40B4-BE49-F238E27FC236}">
                <a16:creationId xmlns:a16="http://schemas.microsoft.com/office/drawing/2014/main" id="{05284EFB-2ABB-49C2-8530-DF2439C48F75}"/>
              </a:ext>
            </a:extLst>
          </p:cNvPr>
          <p:cNvSpPr>
            <a:spLocks noGrp="1"/>
          </p:cNvSpPr>
          <p:nvPr/>
        </p:nvSpPr>
        <p:spPr>
          <a:xfrm>
            <a:off x="3448050" y="2028825"/>
            <a:ext cx="180975" cy="76200"/>
          </a:xfrm>
          <a:prstGeom prst="rect">
            <a:avLst/>
          </a:prstGeom>
          <a:solidFill>
            <a:srgbClr val="596875"/>
          </a:solidFill>
          <a:ln w="0">
            <a:noFill/>
          </a:ln>
        </p:spPr>
      </p:sp>
      <p:sp>
        <p:nvSpPr>
          <p:cNvPr id="13" name="正方形/長方形 12">
            <a:extLst>
              <a:ext uri="{FF2B5EF4-FFF2-40B4-BE49-F238E27FC236}">
                <a16:creationId xmlns:a16="http://schemas.microsoft.com/office/drawing/2014/main" id="{EBEABEA2-CA39-4871-B1B0-28F6C1756F76}"/>
              </a:ext>
            </a:extLst>
          </p:cNvPr>
          <p:cNvSpPr>
            <a:spLocks noGrp="1"/>
          </p:cNvSpPr>
          <p:nvPr/>
        </p:nvSpPr>
        <p:spPr>
          <a:xfrm>
            <a:off x="4619625" y="2085975"/>
            <a:ext cx="123825" cy="304800"/>
          </a:xfrm>
          <a:prstGeom prst="rect">
            <a:avLst/>
          </a:prstGeom>
          <a:solidFill>
            <a:srgbClr val="D7B78C"/>
          </a:solidFill>
          <a:ln w="0">
            <a:noFill/>
          </a:ln>
        </p:spPr>
      </p:sp>
      <p:sp>
        <p:nvSpPr>
          <p:cNvPr id="14" name="正方形/長方形 13">
            <a:extLst>
              <a:ext uri="{FF2B5EF4-FFF2-40B4-BE49-F238E27FC236}">
                <a16:creationId xmlns:a16="http://schemas.microsoft.com/office/drawing/2014/main" id="{2DC2C92B-61E0-4891-8773-577DA4FD22A9}"/>
              </a:ext>
            </a:extLst>
          </p:cNvPr>
          <p:cNvSpPr>
            <a:spLocks noGrp="1"/>
          </p:cNvSpPr>
          <p:nvPr/>
        </p:nvSpPr>
        <p:spPr>
          <a:xfrm>
            <a:off x="4591050" y="2028825"/>
            <a:ext cx="180975" cy="76200"/>
          </a:xfrm>
          <a:prstGeom prst="rect">
            <a:avLst/>
          </a:prstGeom>
          <a:solidFill>
            <a:srgbClr val="596875"/>
          </a:solidFill>
          <a:ln w="0">
            <a:noFill/>
          </a:ln>
        </p:spPr>
      </p:sp>
      <p:sp>
        <p:nvSpPr>
          <p:cNvPr id="15" name="正方形/長方形 14">
            <a:extLst>
              <a:ext uri="{FF2B5EF4-FFF2-40B4-BE49-F238E27FC236}">
                <a16:creationId xmlns:a16="http://schemas.microsoft.com/office/drawing/2014/main" id="{AC61951B-9F6C-4BB6-8DE3-CD90CDC10A1F}"/>
              </a:ext>
            </a:extLst>
          </p:cNvPr>
          <p:cNvSpPr>
            <a:spLocks noGrp="1"/>
          </p:cNvSpPr>
          <p:nvPr/>
        </p:nvSpPr>
        <p:spPr>
          <a:xfrm>
            <a:off x="2000250" y="2390775"/>
            <a:ext cx="2952750" cy="104775"/>
          </a:xfrm>
          <a:prstGeom prst="rect">
            <a:avLst/>
          </a:prstGeom>
          <a:solidFill>
            <a:srgbClr val="C8904C"/>
          </a:solidFill>
          <a:ln w="0">
            <a:noFill/>
          </a:ln>
        </p:spPr>
      </p:sp>
      <p:sp>
        <p:nvSpPr>
          <p:cNvPr id="16" name="正方形/長方形 15">
            <a:extLst>
              <a:ext uri="{FF2B5EF4-FFF2-40B4-BE49-F238E27FC236}">
                <a16:creationId xmlns:a16="http://schemas.microsoft.com/office/drawing/2014/main" id="{24CEE07A-1E49-4988-808F-1D50FB2FE985}"/>
              </a:ext>
            </a:extLst>
          </p:cNvPr>
          <p:cNvSpPr>
            <a:spLocks noGrp="1"/>
          </p:cNvSpPr>
          <p:nvPr/>
        </p:nvSpPr>
        <p:spPr>
          <a:xfrm>
            <a:off x="2333625" y="2495550"/>
            <a:ext cx="123825" cy="304800"/>
          </a:xfrm>
          <a:prstGeom prst="rect">
            <a:avLst/>
          </a:prstGeom>
          <a:solidFill>
            <a:srgbClr val="D7B78C"/>
          </a:solidFill>
          <a:ln w="0">
            <a:noFill/>
          </a:ln>
        </p:spPr>
      </p:sp>
      <p:sp>
        <p:nvSpPr>
          <p:cNvPr id="17" name="正方形/長方形 16">
            <a:extLst>
              <a:ext uri="{FF2B5EF4-FFF2-40B4-BE49-F238E27FC236}">
                <a16:creationId xmlns:a16="http://schemas.microsoft.com/office/drawing/2014/main" id="{14504E8B-FE43-4402-8B09-7F66CCBDDE1F}"/>
              </a:ext>
            </a:extLst>
          </p:cNvPr>
          <p:cNvSpPr>
            <a:spLocks noGrp="1"/>
          </p:cNvSpPr>
          <p:nvPr/>
        </p:nvSpPr>
        <p:spPr>
          <a:xfrm>
            <a:off x="2305050" y="2438400"/>
            <a:ext cx="180975" cy="76200"/>
          </a:xfrm>
          <a:prstGeom prst="rect">
            <a:avLst/>
          </a:prstGeom>
          <a:solidFill>
            <a:srgbClr val="596875"/>
          </a:solidFill>
          <a:ln w="0">
            <a:noFill/>
          </a:ln>
        </p:spPr>
      </p:sp>
      <p:sp>
        <p:nvSpPr>
          <p:cNvPr id="18" name="正方形/長方形 17">
            <a:extLst>
              <a:ext uri="{FF2B5EF4-FFF2-40B4-BE49-F238E27FC236}">
                <a16:creationId xmlns:a16="http://schemas.microsoft.com/office/drawing/2014/main" id="{AE206FF4-E354-4177-A687-8914379A1360}"/>
              </a:ext>
            </a:extLst>
          </p:cNvPr>
          <p:cNvSpPr>
            <a:spLocks noGrp="1"/>
          </p:cNvSpPr>
          <p:nvPr/>
        </p:nvSpPr>
        <p:spPr>
          <a:xfrm>
            <a:off x="3476625" y="2495550"/>
            <a:ext cx="123825" cy="304800"/>
          </a:xfrm>
          <a:prstGeom prst="rect">
            <a:avLst/>
          </a:prstGeom>
          <a:solidFill>
            <a:srgbClr val="D7B78C"/>
          </a:solidFill>
          <a:ln w="0">
            <a:noFill/>
          </a:ln>
        </p:spPr>
      </p:sp>
      <p:sp>
        <p:nvSpPr>
          <p:cNvPr id="19" name="正方形/長方形 18">
            <a:extLst>
              <a:ext uri="{FF2B5EF4-FFF2-40B4-BE49-F238E27FC236}">
                <a16:creationId xmlns:a16="http://schemas.microsoft.com/office/drawing/2014/main" id="{3167929C-732C-4702-804D-399B4449C082}"/>
              </a:ext>
            </a:extLst>
          </p:cNvPr>
          <p:cNvSpPr>
            <a:spLocks noGrp="1"/>
          </p:cNvSpPr>
          <p:nvPr/>
        </p:nvSpPr>
        <p:spPr>
          <a:xfrm>
            <a:off x="3448050" y="2438400"/>
            <a:ext cx="180975" cy="76200"/>
          </a:xfrm>
          <a:prstGeom prst="rect">
            <a:avLst/>
          </a:prstGeom>
          <a:solidFill>
            <a:srgbClr val="596875"/>
          </a:solidFill>
          <a:ln w="0">
            <a:noFill/>
          </a:ln>
        </p:spPr>
      </p:sp>
      <p:sp>
        <p:nvSpPr>
          <p:cNvPr id="20" name="正方形/長方形 19">
            <a:extLst>
              <a:ext uri="{FF2B5EF4-FFF2-40B4-BE49-F238E27FC236}">
                <a16:creationId xmlns:a16="http://schemas.microsoft.com/office/drawing/2014/main" id="{387A4EFD-98AD-496E-B7B5-57ECBB707CBE}"/>
              </a:ext>
            </a:extLst>
          </p:cNvPr>
          <p:cNvSpPr>
            <a:spLocks noGrp="1"/>
          </p:cNvSpPr>
          <p:nvPr/>
        </p:nvSpPr>
        <p:spPr>
          <a:xfrm>
            <a:off x="4619625" y="2495550"/>
            <a:ext cx="123825" cy="304800"/>
          </a:xfrm>
          <a:prstGeom prst="rect">
            <a:avLst/>
          </a:prstGeom>
          <a:solidFill>
            <a:srgbClr val="D7B78C"/>
          </a:solidFill>
          <a:ln w="0">
            <a:noFill/>
          </a:ln>
        </p:spPr>
      </p:sp>
      <p:sp>
        <p:nvSpPr>
          <p:cNvPr id="21" name="正方形/長方形 20">
            <a:extLst>
              <a:ext uri="{FF2B5EF4-FFF2-40B4-BE49-F238E27FC236}">
                <a16:creationId xmlns:a16="http://schemas.microsoft.com/office/drawing/2014/main" id="{BAF34D5F-8A57-40EC-958A-8E142E4E799A}"/>
              </a:ext>
            </a:extLst>
          </p:cNvPr>
          <p:cNvSpPr>
            <a:spLocks noGrp="1"/>
          </p:cNvSpPr>
          <p:nvPr/>
        </p:nvSpPr>
        <p:spPr>
          <a:xfrm>
            <a:off x="4591050" y="2438400"/>
            <a:ext cx="180975" cy="76200"/>
          </a:xfrm>
          <a:prstGeom prst="rect">
            <a:avLst/>
          </a:prstGeom>
          <a:solidFill>
            <a:srgbClr val="596875"/>
          </a:solidFill>
          <a:ln w="0">
            <a:noFill/>
          </a:ln>
        </p:spPr>
      </p:sp>
      <p:sp>
        <p:nvSpPr>
          <p:cNvPr id="22" name="正方形/長方形 21">
            <a:extLst>
              <a:ext uri="{FF2B5EF4-FFF2-40B4-BE49-F238E27FC236}">
                <a16:creationId xmlns:a16="http://schemas.microsoft.com/office/drawing/2014/main" id="{CA5D3948-D400-4901-AEAF-213C92F78C79}"/>
              </a:ext>
            </a:extLst>
          </p:cNvPr>
          <p:cNvSpPr>
            <a:spLocks noGrp="1"/>
          </p:cNvSpPr>
          <p:nvPr/>
        </p:nvSpPr>
        <p:spPr>
          <a:xfrm>
            <a:off x="2000250" y="2800350"/>
            <a:ext cx="2952750" cy="104775"/>
          </a:xfrm>
          <a:prstGeom prst="rect">
            <a:avLst/>
          </a:prstGeom>
          <a:solidFill>
            <a:srgbClr val="C8904C"/>
          </a:solidFill>
          <a:ln w="0">
            <a:noFill/>
          </a:ln>
        </p:spPr>
      </p:sp>
      <p:sp>
        <p:nvSpPr>
          <p:cNvPr id="23" name="正方形/長方形 22">
            <a:extLst>
              <a:ext uri="{FF2B5EF4-FFF2-40B4-BE49-F238E27FC236}">
                <a16:creationId xmlns:a16="http://schemas.microsoft.com/office/drawing/2014/main" id="{FD086FD5-9F20-4DB0-8660-EFA960E3397F}"/>
              </a:ext>
            </a:extLst>
          </p:cNvPr>
          <p:cNvSpPr>
            <a:spLocks noGrp="1"/>
          </p:cNvSpPr>
          <p:nvPr/>
        </p:nvSpPr>
        <p:spPr>
          <a:xfrm>
            <a:off x="2333625" y="2905125"/>
            <a:ext cx="123825" cy="304800"/>
          </a:xfrm>
          <a:prstGeom prst="rect">
            <a:avLst/>
          </a:prstGeom>
          <a:solidFill>
            <a:srgbClr val="D7B78C"/>
          </a:solidFill>
          <a:ln w="0">
            <a:noFill/>
          </a:ln>
        </p:spPr>
      </p:sp>
      <p:sp>
        <p:nvSpPr>
          <p:cNvPr id="24" name="正方形/長方形 23">
            <a:extLst>
              <a:ext uri="{FF2B5EF4-FFF2-40B4-BE49-F238E27FC236}">
                <a16:creationId xmlns:a16="http://schemas.microsoft.com/office/drawing/2014/main" id="{08CA5DA0-7883-4B95-8A98-DE91CB9BF871}"/>
              </a:ext>
            </a:extLst>
          </p:cNvPr>
          <p:cNvSpPr>
            <a:spLocks noGrp="1"/>
          </p:cNvSpPr>
          <p:nvPr/>
        </p:nvSpPr>
        <p:spPr>
          <a:xfrm>
            <a:off x="2305050" y="2847975"/>
            <a:ext cx="180975" cy="76200"/>
          </a:xfrm>
          <a:prstGeom prst="rect">
            <a:avLst/>
          </a:prstGeom>
          <a:solidFill>
            <a:srgbClr val="596875"/>
          </a:solidFill>
          <a:ln w="0">
            <a:noFill/>
          </a:ln>
        </p:spPr>
      </p:sp>
      <p:sp>
        <p:nvSpPr>
          <p:cNvPr id="25" name="正方形/長方形 24">
            <a:extLst>
              <a:ext uri="{FF2B5EF4-FFF2-40B4-BE49-F238E27FC236}">
                <a16:creationId xmlns:a16="http://schemas.microsoft.com/office/drawing/2014/main" id="{0C4E13AC-CA02-453D-BC43-6E12158442E2}"/>
              </a:ext>
            </a:extLst>
          </p:cNvPr>
          <p:cNvSpPr>
            <a:spLocks noGrp="1"/>
          </p:cNvSpPr>
          <p:nvPr/>
        </p:nvSpPr>
        <p:spPr>
          <a:xfrm>
            <a:off x="3476625" y="2905125"/>
            <a:ext cx="123825" cy="304800"/>
          </a:xfrm>
          <a:prstGeom prst="rect">
            <a:avLst/>
          </a:prstGeom>
          <a:solidFill>
            <a:srgbClr val="D7B78C"/>
          </a:solidFill>
          <a:ln w="0">
            <a:noFill/>
          </a:ln>
        </p:spPr>
      </p:sp>
      <p:sp>
        <p:nvSpPr>
          <p:cNvPr id="26" name="正方形/長方形 25">
            <a:extLst>
              <a:ext uri="{FF2B5EF4-FFF2-40B4-BE49-F238E27FC236}">
                <a16:creationId xmlns:a16="http://schemas.microsoft.com/office/drawing/2014/main" id="{9E449C24-C2EE-47B5-A472-9808A89225A1}"/>
              </a:ext>
            </a:extLst>
          </p:cNvPr>
          <p:cNvSpPr>
            <a:spLocks noGrp="1"/>
          </p:cNvSpPr>
          <p:nvPr/>
        </p:nvSpPr>
        <p:spPr>
          <a:xfrm>
            <a:off x="3448050" y="2847975"/>
            <a:ext cx="180975" cy="76200"/>
          </a:xfrm>
          <a:prstGeom prst="rect">
            <a:avLst/>
          </a:prstGeom>
          <a:solidFill>
            <a:srgbClr val="596875"/>
          </a:solidFill>
          <a:ln w="0">
            <a:noFill/>
          </a:ln>
        </p:spPr>
      </p:sp>
      <p:sp>
        <p:nvSpPr>
          <p:cNvPr id="27" name="正方形/長方形 26">
            <a:extLst>
              <a:ext uri="{FF2B5EF4-FFF2-40B4-BE49-F238E27FC236}">
                <a16:creationId xmlns:a16="http://schemas.microsoft.com/office/drawing/2014/main" id="{F5A8FA62-A132-44FC-8BF9-ECB6A98EDD3B}"/>
              </a:ext>
            </a:extLst>
          </p:cNvPr>
          <p:cNvSpPr>
            <a:spLocks noGrp="1"/>
          </p:cNvSpPr>
          <p:nvPr/>
        </p:nvSpPr>
        <p:spPr>
          <a:xfrm>
            <a:off x="4619625" y="2905125"/>
            <a:ext cx="123825" cy="304800"/>
          </a:xfrm>
          <a:prstGeom prst="rect">
            <a:avLst/>
          </a:prstGeom>
          <a:solidFill>
            <a:srgbClr val="D7B78C"/>
          </a:solidFill>
          <a:ln w="0">
            <a:noFill/>
          </a:ln>
        </p:spPr>
      </p:sp>
      <p:sp>
        <p:nvSpPr>
          <p:cNvPr id="28" name="正方形/長方形 27">
            <a:extLst>
              <a:ext uri="{FF2B5EF4-FFF2-40B4-BE49-F238E27FC236}">
                <a16:creationId xmlns:a16="http://schemas.microsoft.com/office/drawing/2014/main" id="{C245274C-1C65-41F0-8AAC-E0BA1F7C3840}"/>
              </a:ext>
            </a:extLst>
          </p:cNvPr>
          <p:cNvSpPr>
            <a:spLocks noGrp="1"/>
          </p:cNvSpPr>
          <p:nvPr/>
        </p:nvSpPr>
        <p:spPr>
          <a:xfrm>
            <a:off x="4591050" y="2847975"/>
            <a:ext cx="180975" cy="76200"/>
          </a:xfrm>
          <a:prstGeom prst="rect">
            <a:avLst/>
          </a:prstGeom>
          <a:solidFill>
            <a:srgbClr val="596875"/>
          </a:solidFill>
          <a:ln w="0">
            <a:noFill/>
          </a:ln>
        </p:spPr>
      </p:sp>
      <p:sp>
        <p:nvSpPr>
          <p:cNvPr id="29" name="正方形/長方形 28">
            <a:extLst>
              <a:ext uri="{FF2B5EF4-FFF2-40B4-BE49-F238E27FC236}">
                <a16:creationId xmlns:a16="http://schemas.microsoft.com/office/drawing/2014/main" id="{E1694B0B-CA4A-49D4-A49E-422D8F1FC064}"/>
              </a:ext>
            </a:extLst>
          </p:cNvPr>
          <p:cNvSpPr>
            <a:spLocks noGrp="1"/>
          </p:cNvSpPr>
          <p:nvPr/>
        </p:nvSpPr>
        <p:spPr>
          <a:xfrm>
            <a:off x="2000250" y="3209925"/>
            <a:ext cx="2952750" cy="104775"/>
          </a:xfrm>
          <a:prstGeom prst="rect">
            <a:avLst/>
          </a:prstGeom>
          <a:solidFill>
            <a:srgbClr val="C8904C"/>
          </a:solidFill>
          <a:ln w="0">
            <a:noFill/>
          </a:ln>
        </p:spPr>
      </p:sp>
      <p:sp>
        <p:nvSpPr>
          <p:cNvPr id="30" name="正方形/長方形 29">
            <a:extLst>
              <a:ext uri="{FF2B5EF4-FFF2-40B4-BE49-F238E27FC236}">
                <a16:creationId xmlns:a16="http://schemas.microsoft.com/office/drawing/2014/main" id="{B98C2738-561F-40ED-B79D-12E9D943E001}"/>
              </a:ext>
            </a:extLst>
          </p:cNvPr>
          <p:cNvSpPr>
            <a:spLocks noGrp="1"/>
          </p:cNvSpPr>
          <p:nvPr/>
        </p:nvSpPr>
        <p:spPr>
          <a:xfrm>
            <a:off x="2333625" y="3314700"/>
            <a:ext cx="123825" cy="304800"/>
          </a:xfrm>
          <a:prstGeom prst="rect">
            <a:avLst/>
          </a:prstGeom>
          <a:solidFill>
            <a:srgbClr val="D7B78C"/>
          </a:solidFill>
          <a:ln w="0">
            <a:noFill/>
          </a:ln>
        </p:spPr>
      </p:sp>
      <p:sp>
        <p:nvSpPr>
          <p:cNvPr id="31" name="正方形/長方形 30">
            <a:extLst>
              <a:ext uri="{FF2B5EF4-FFF2-40B4-BE49-F238E27FC236}">
                <a16:creationId xmlns:a16="http://schemas.microsoft.com/office/drawing/2014/main" id="{3C640321-CE44-43BF-849B-B5ABD1D0342B}"/>
              </a:ext>
            </a:extLst>
          </p:cNvPr>
          <p:cNvSpPr>
            <a:spLocks noGrp="1"/>
          </p:cNvSpPr>
          <p:nvPr/>
        </p:nvSpPr>
        <p:spPr>
          <a:xfrm>
            <a:off x="2305050" y="3257550"/>
            <a:ext cx="180975" cy="76200"/>
          </a:xfrm>
          <a:prstGeom prst="rect">
            <a:avLst/>
          </a:prstGeom>
          <a:solidFill>
            <a:srgbClr val="596875"/>
          </a:solidFill>
          <a:ln w="0">
            <a:noFill/>
          </a:ln>
        </p:spPr>
      </p:sp>
      <p:sp>
        <p:nvSpPr>
          <p:cNvPr id="32" name="正方形/長方形 31">
            <a:extLst>
              <a:ext uri="{FF2B5EF4-FFF2-40B4-BE49-F238E27FC236}">
                <a16:creationId xmlns:a16="http://schemas.microsoft.com/office/drawing/2014/main" id="{BF1866EE-189D-4A22-8F67-7B45D72E9B7D}"/>
              </a:ext>
            </a:extLst>
          </p:cNvPr>
          <p:cNvSpPr>
            <a:spLocks noGrp="1"/>
          </p:cNvSpPr>
          <p:nvPr/>
        </p:nvSpPr>
        <p:spPr>
          <a:xfrm>
            <a:off x="3476625" y="3314700"/>
            <a:ext cx="123825" cy="304800"/>
          </a:xfrm>
          <a:prstGeom prst="rect">
            <a:avLst/>
          </a:prstGeom>
          <a:solidFill>
            <a:srgbClr val="D7B78C"/>
          </a:solidFill>
          <a:ln w="0">
            <a:noFill/>
          </a:ln>
        </p:spPr>
      </p:sp>
      <p:sp>
        <p:nvSpPr>
          <p:cNvPr id="33" name="正方形/長方形 32">
            <a:extLst>
              <a:ext uri="{FF2B5EF4-FFF2-40B4-BE49-F238E27FC236}">
                <a16:creationId xmlns:a16="http://schemas.microsoft.com/office/drawing/2014/main" id="{3FB48BA2-67DC-406D-9D9A-3731E75021E7}"/>
              </a:ext>
            </a:extLst>
          </p:cNvPr>
          <p:cNvSpPr>
            <a:spLocks noGrp="1"/>
          </p:cNvSpPr>
          <p:nvPr/>
        </p:nvSpPr>
        <p:spPr>
          <a:xfrm>
            <a:off x="3448050" y="3257550"/>
            <a:ext cx="180975" cy="76200"/>
          </a:xfrm>
          <a:prstGeom prst="rect">
            <a:avLst/>
          </a:prstGeom>
          <a:solidFill>
            <a:srgbClr val="596875"/>
          </a:solidFill>
          <a:ln w="0">
            <a:noFill/>
          </a:ln>
        </p:spPr>
      </p:sp>
      <p:sp>
        <p:nvSpPr>
          <p:cNvPr id="34" name="正方形/長方形 33">
            <a:extLst>
              <a:ext uri="{FF2B5EF4-FFF2-40B4-BE49-F238E27FC236}">
                <a16:creationId xmlns:a16="http://schemas.microsoft.com/office/drawing/2014/main" id="{C02E82B9-2FA6-4AA5-BECF-661FCDF3F11F}"/>
              </a:ext>
            </a:extLst>
          </p:cNvPr>
          <p:cNvSpPr>
            <a:spLocks noGrp="1"/>
          </p:cNvSpPr>
          <p:nvPr/>
        </p:nvSpPr>
        <p:spPr>
          <a:xfrm>
            <a:off x="4619625" y="3314700"/>
            <a:ext cx="123825" cy="304800"/>
          </a:xfrm>
          <a:prstGeom prst="rect">
            <a:avLst/>
          </a:prstGeom>
          <a:solidFill>
            <a:srgbClr val="D7B78C"/>
          </a:solidFill>
          <a:ln w="0">
            <a:noFill/>
          </a:ln>
        </p:spPr>
      </p:sp>
      <p:sp>
        <p:nvSpPr>
          <p:cNvPr id="35" name="正方形/長方形 34">
            <a:extLst>
              <a:ext uri="{FF2B5EF4-FFF2-40B4-BE49-F238E27FC236}">
                <a16:creationId xmlns:a16="http://schemas.microsoft.com/office/drawing/2014/main" id="{C8BAE8CA-97E5-486D-A57A-EDC2901E1857}"/>
              </a:ext>
            </a:extLst>
          </p:cNvPr>
          <p:cNvSpPr>
            <a:spLocks noGrp="1"/>
          </p:cNvSpPr>
          <p:nvPr/>
        </p:nvSpPr>
        <p:spPr>
          <a:xfrm>
            <a:off x="4591050" y="3257550"/>
            <a:ext cx="180975" cy="76200"/>
          </a:xfrm>
          <a:prstGeom prst="rect">
            <a:avLst/>
          </a:prstGeom>
          <a:solidFill>
            <a:srgbClr val="596875"/>
          </a:solidFill>
          <a:ln w="0">
            <a:noFill/>
          </a:ln>
        </p:spPr>
      </p:sp>
      <p:sp>
        <p:nvSpPr>
          <p:cNvPr id="36" name="正方形/長方形 35">
            <a:extLst>
              <a:ext uri="{FF2B5EF4-FFF2-40B4-BE49-F238E27FC236}">
                <a16:creationId xmlns:a16="http://schemas.microsoft.com/office/drawing/2014/main" id="{8C312EDF-8CB1-4D9A-A4C9-AAB52542D444}"/>
              </a:ext>
            </a:extLst>
          </p:cNvPr>
          <p:cNvSpPr>
            <a:spLocks noGrp="1"/>
          </p:cNvSpPr>
          <p:nvPr/>
        </p:nvSpPr>
        <p:spPr>
          <a:xfrm>
            <a:off x="2000250" y="3619500"/>
            <a:ext cx="2952750" cy="104775"/>
          </a:xfrm>
          <a:prstGeom prst="rect">
            <a:avLst/>
          </a:prstGeom>
          <a:solidFill>
            <a:srgbClr val="C8904C"/>
          </a:solidFill>
          <a:ln w="0">
            <a:noFill/>
          </a:ln>
        </p:spPr>
      </p:sp>
      <p:sp>
        <p:nvSpPr>
          <p:cNvPr id="37" name="正方形/長方形 36">
            <a:extLst>
              <a:ext uri="{FF2B5EF4-FFF2-40B4-BE49-F238E27FC236}">
                <a16:creationId xmlns:a16="http://schemas.microsoft.com/office/drawing/2014/main" id="{0F9FE4EE-B079-46F1-B546-10C2A98A28AD}"/>
              </a:ext>
            </a:extLst>
          </p:cNvPr>
          <p:cNvSpPr>
            <a:spLocks noGrp="1"/>
          </p:cNvSpPr>
          <p:nvPr/>
        </p:nvSpPr>
        <p:spPr>
          <a:xfrm>
            <a:off x="2333625" y="3724275"/>
            <a:ext cx="123825" cy="304800"/>
          </a:xfrm>
          <a:prstGeom prst="rect">
            <a:avLst/>
          </a:prstGeom>
          <a:solidFill>
            <a:srgbClr val="D7B78C"/>
          </a:solidFill>
          <a:ln w="0">
            <a:noFill/>
          </a:ln>
        </p:spPr>
      </p:sp>
      <p:sp>
        <p:nvSpPr>
          <p:cNvPr id="38" name="正方形/長方形 37">
            <a:extLst>
              <a:ext uri="{FF2B5EF4-FFF2-40B4-BE49-F238E27FC236}">
                <a16:creationId xmlns:a16="http://schemas.microsoft.com/office/drawing/2014/main" id="{96D0EFEB-A1EC-4BA6-A6F9-4176249BD935}"/>
              </a:ext>
            </a:extLst>
          </p:cNvPr>
          <p:cNvSpPr>
            <a:spLocks noGrp="1"/>
          </p:cNvSpPr>
          <p:nvPr/>
        </p:nvSpPr>
        <p:spPr>
          <a:xfrm>
            <a:off x="2305050" y="3667125"/>
            <a:ext cx="180975" cy="76200"/>
          </a:xfrm>
          <a:prstGeom prst="rect">
            <a:avLst/>
          </a:prstGeom>
          <a:solidFill>
            <a:srgbClr val="596875"/>
          </a:solidFill>
          <a:ln w="0">
            <a:noFill/>
          </a:ln>
        </p:spPr>
      </p:sp>
      <p:sp>
        <p:nvSpPr>
          <p:cNvPr id="39" name="正方形/長方形 38">
            <a:extLst>
              <a:ext uri="{FF2B5EF4-FFF2-40B4-BE49-F238E27FC236}">
                <a16:creationId xmlns:a16="http://schemas.microsoft.com/office/drawing/2014/main" id="{51A1E205-A240-4463-86BA-AB64FDDED120}"/>
              </a:ext>
            </a:extLst>
          </p:cNvPr>
          <p:cNvSpPr>
            <a:spLocks noGrp="1"/>
          </p:cNvSpPr>
          <p:nvPr/>
        </p:nvSpPr>
        <p:spPr>
          <a:xfrm>
            <a:off x="3476625" y="3724275"/>
            <a:ext cx="123825" cy="304800"/>
          </a:xfrm>
          <a:prstGeom prst="rect">
            <a:avLst/>
          </a:prstGeom>
          <a:solidFill>
            <a:srgbClr val="D7B78C"/>
          </a:solidFill>
          <a:ln w="0">
            <a:noFill/>
          </a:ln>
        </p:spPr>
      </p:sp>
      <p:sp>
        <p:nvSpPr>
          <p:cNvPr id="40" name="正方形/長方形 39">
            <a:extLst>
              <a:ext uri="{FF2B5EF4-FFF2-40B4-BE49-F238E27FC236}">
                <a16:creationId xmlns:a16="http://schemas.microsoft.com/office/drawing/2014/main" id="{A7EE1EB1-E9DC-41B6-B7B7-B375209AF1AB}"/>
              </a:ext>
            </a:extLst>
          </p:cNvPr>
          <p:cNvSpPr>
            <a:spLocks noGrp="1"/>
          </p:cNvSpPr>
          <p:nvPr/>
        </p:nvSpPr>
        <p:spPr>
          <a:xfrm>
            <a:off x="3448050" y="3667125"/>
            <a:ext cx="180975" cy="76200"/>
          </a:xfrm>
          <a:prstGeom prst="rect">
            <a:avLst/>
          </a:prstGeom>
          <a:solidFill>
            <a:srgbClr val="596875"/>
          </a:solidFill>
          <a:ln w="0">
            <a:noFill/>
          </a:ln>
        </p:spPr>
      </p:sp>
      <p:sp>
        <p:nvSpPr>
          <p:cNvPr id="41" name="正方形/長方形 40">
            <a:extLst>
              <a:ext uri="{FF2B5EF4-FFF2-40B4-BE49-F238E27FC236}">
                <a16:creationId xmlns:a16="http://schemas.microsoft.com/office/drawing/2014/main" id="{0FCB0806-7DC4-4A8F-BD6A-7BDF8CE23E0B}"/>
              </a:ext>
            </a:extLst>
          </p:cNvPr>
          <p:cNvSpPr>
            <a:spLocks noGrp="1"/>
          </p:cNvSpPr>
          <p:nvPr/>
        </p:nvSpPr>
        <p:spPr>
          <a:xfrm>
            <a:off x="4619625" y="3724275"/>
            <a:ext cx="123825" cy="304800"/>
          </a:xfrm>
          <a:prstGeom prst="rect">
            <a:avLst/>
          </a:prstGeom>
          <a:solidFill>
            <a:srgbClr val="D7B78C"/>
          </a:solidFill>
          <a:ln w="0">
            <a:noFill/>
          </a:ln>
        </p:spPr>
      </p:sp>
      <p:sp>
        <p:nvSpPr>
          <p:cNvPr id="42" name="正方形/長方形 41">
            <a:extLst>
              <a:ext uri="{FF2B5EF4-FFF2-40B4-BE49-F238E27FC236}">
                <a16:creationId xmlns:a16="http://schemas.microsoft.com/office/drawing/2014/main" id="{9BCE2517-0C21-4987-AD18-AC9F5485F6A0}"/>
              </a:ext>
            </a:extLst>
          </p:cNvPr>
          <p:cNvSpPr>
            <a:spLocks noGrp="1"/>
          </p:cNvSpPr>
          <p:nvPr/>
        </p:nvSpPr>
        <p:spPr>
          <a:xfrm>
            <a:off x="4591050" y="3667125"/>
            <a:ext cx="180975" cy="76200"/>
          </a:xfrm>
          <a:prstGeom prst="rect">
            <a:avLst/>
          </a:prstGeom>
          <a:solidFill>
            <a:srgbClr val="596875"/>
          </a:solidFill>
          <a:ln w="0">
            <a:noFill/>
          </a:ln>
        </p:spPr>
      </p:sp>
      <p:sp>
        <p:nvSpPr>
          <p:cNvPr id="43" name="正方形/長方形 42">
            <a:extLst>
              <a:ext uri="{FF2B5EF4-FFF2-40B4-BE49-F238E27FC236}">
                <a16:creationId xmlns:a16="http://schemas.microsoft.com/office/drawing/2014/main" id="{8A31D9D3-B9CA-457E-9334-1DD0DB642B6F}"/>
              </a:ext>
            </a:extLst>
          </p:cNvPr>
          <p:cNvSpPr>
            <a:spLocks noGrp="1"/>
          </p:cNvSpPr>
          <p:nvPr/>
        </p:nvSpPr>
        <p:spPr>
          <a:xfrm>
            <a:off x="2000250" y="4029075"/>
            <a:ext cx="2952750" cy="104775"/>
          </a:xfrm>
          <a:prstGeom prst="rect">
            <a:avLst/>
          </a:prstGeom>
          <a:solidFill>
            <a:srgbClr val="C8904C"/>
          </a:solidFill>
          <a:ln w="0">
            <a:noFill/>
          </a:ln>
        </p:spPr>
      </p:sp>
      <p:sp>
        <p:nvSpPr>
          <p:cNvPr id="44" name="正方形/長方形 43">
            <a:extLst>
              <a:ext uri="{FF2B5EF4-FFF2-40B4-BE49-F238E27FC236}">
                <a16:creationId xmlns:a16="http://schemas.microsoft.com/office/drawing/2014/main" id="{602CA672-14E5-443B-861D-9AEADA071046}"/>
              </a:ext>
            </a:extLst>
          </p:cNvPr>
          <p:cNvSpPr>
            <a:spLocks noGrp="1"/>
          </p:cNvSpPr>
          <p:nvPr/>
        </p:nvSpPr>
        <p:spPr>
          <a:xfrm>
            <a:off x="2333625" y="4133850"/>
            <a:ext cx="123825" cy="304800"/>
          </a:xfrm>
          <a:prstGeom prst="rect">
            <a:avLst/>
          </a:prstGeom>
          <a:solidFill>
            <a:srgbClr val="D7B78C"/>
          </a:solidFill>
          <a:ln w="0">
            <a:noFill/>
          </a:ln>
        </p:spPr>
      </p:sp>
      <p:sp>
        <p:nvSpPr>
          <p:cNvPr id="45" name="正方形/長方形 44">
            <a:extLst>
              <a:ext uri="{FF2B5EF4-FFF2-40B4-BE49-F238E27FC236}">
                <a16:creationId xmlns:a16="http://schemas.microsoft.com/office/drawing/2014/main" id="{4ABFCF93-1DA6-4916-B57D-761343029841}"/>
              </a:ext>
            </a:extLst>
          </p:cNvPr>
          <p:cNvSpPr>
            <a:spLocks noGrp="1"/>
          </p:cNvSpPr>
          <p:nvPr/>
        </p:nvSpPr>
        <p:spPr>
          <a:xfrm>
            <a:off x="2305050" y="4076700"/>
            <a:ext cx="180975" cy="76200"/>
          </a:xfrm>
          <a:prstGeom prst="rect">
            <a:avLst/>
          </a:prstGeom>
          <a:solidFill>
            <a:srgbClr val="596875"/>
          </a:solidFill>
          <a:ln w="0">
            <a:noFill/>
          </a:ln>
        </p:spPr>
      </p:sp>
      <p:sp>
        <p:nvSpPr>
          <p:cNvPr id="46" name="正方形/長方形 45">
            <a:extLst>
              <a:ext uri="{FF2B5EF4-FFF2-40B4-BE49-F238E27FC236}">
                <a16:creationId xmlns:a16="http://schemas.microsoft.com/office/drawing/2014/main" id="{83A0CA4C-80CB-41AB-85AF-0A6B3A457BA7}"/>
              </a:ext>
            </a:extLst>
          </p:cNvPr>
          <p:cNvSpPr>
            <a:spLocks noGrp="1"/>
          </p:cNvSpPr>
          <p:nvPr/>
        </p:nvSpPr>
        <p:spPr>
          <a:xfrm>
            <a:off x="3476625" y="4133850"/>
            <a:ext cx="123825" cy="304800"/>
          </a:xfrm>
          <a:prstGeom prst="rect">
            <a:avLst/>
          </a:prstGeom>
          <a:solidFill>
            <a:srgbClr val="D7B78C"/>
          </a:solidFill>
          <a:ln w="0">
            <a:noFill/>
          </a:ln>
        </p:spPr>
      </p:sp>
      <p:sp>
        <p:nvSpPr>
          <p:cNvPr id="47" name="正方形/長方形 46">
            <a:extLst>
              <a:ext uri="{FF2B5EF4-FFF2-40B4-BE49-F238E27FC236}">
                <a16:creationId xmlns:a16="http://schemas.microsoft.com/office/drawing/2014/main" id="{A17F5296-BB51-46C3-8DA4-EBB7FBCAD5D4}"/>
              </a:ext>
            </a:extLst>
          </p:cNvPr>
          <p:cNvSpPr>
            <a:spLocks noGrp="1"/>
          </p:cNvSpPr>
          <p:nvPr/>
        </p:nvSpPr>
        <p:spPr>
          <a:xfrm>
            <a:off x="3448050" y="4076700"/>
            <a:ext cx="180975" cy="76200"/>
          </a:xfrm>
          <a:prstGeom prst="rect">
            <a:avLst/>
          </a:prstGeom>
          <a:solidFill>
            <a:srgbClr val="596875"/>
          </a:solidFill>
          <a:ln w="0">
            <a:noFill/>
          </a:ln>
        </p:spPr>
      </p:sp>
      <p:sp>
        <p:nvSpPr>
          <p:cNvPr id="48" name="正方形/長方形 47">
            <a:extLst>
              <a:ext uri="{FF2B5EF4-FFF2-40B4-BE49-F238E27FC236}">
                <a16:creationId xmlns:a16="http://schemas.microsoft.com/office/drawing/2014/main" id="{FD075A4E-4010-4B7E-9625-4EEC928AD653}"/>
              </a:ext>
            </a:extLst>
          </p:cNvPr>
          <p:cNvSpPr>
            <a:spLocks noGrp="1"/>
          </p:cNvSpPr>
          <p:nvPr/>
        </p:nvSpPr>
        <p:spPr>
          <a:xfrm>
            <a:off x="4619625" y="4133850"/>
            <a:ext cx="123825" cy="304800"/>
          </a:xfrm>
          <a:prstGeom prst="rect">
            <a:avLst/>
          </a:prstGeom>
          <a:solidFill>
            <a:srgbClr val="D7B78C"/>
          </a:solidFill>
          <a:ln w="0">
            <a:noFill/>
          </a:ln>
        </p:spPr>
      </p:sp>
      <p:sp>
        <p:nvSpPr>
          <p:cNvPr id="49" name="正方形/長方形 48">
            <a:extLst>
              <a:ext uri="{FF2B5EF4-FFF2-40B4-BE49-F238E27FC236}">
                <a16:creationId xmlns:a16="http://schemas.microsoft.com/office/drawing/2014/main" id="{3E631559-7B27-4BFB-B693-EC7EF77B2E60}"/>
              </a:ext>
            </a:extLst>
          </p:cNvPr>
          <p:cNvSpPr>
            <a:spLocks noGrp="1"/>
          </p:cNvSpPr>
          <p:nvPr/>
        </p:nvSpPr>
        <p:spPr>
          <a:xfrm>
            <a:off x="4591050" y="4076700"/>
            <a:ext cx="180975" cy="76200"/>
          </a:xfrm>
          <a:prstGeom prst="rect">
            <a:avLst/>
          </a:prstGeom>
          <a:solidFill>
            <a:srgbClr val="596875"/>
          </a:solidFill>
          <a:ln w="0">
            <a:noFill/>
          </a:ln>
        </p:spPr>
      </p:sp>
      <p:sp>
        <p:nvSpPr>
          <p:cNvPr id="50" name="正方形/長方形 49">
            <a:extLst>
              <a:ext uri="{FF2B5EF4-FFF2-40B4-BE49-F238E27FC236}">
                <a16:creationId xmlns:a16="http://schemas.microsoft.com/office/drawing/2014/main" id="{D7E62579-677F-46BE-AEBA-4B5AD7B060BF}"/>
              </a:ext>
            </a:extLst>
          </p:cNvPr>
          <p:cNvSpPr>
            <a:spLocks noGrp="1"/>
          </p:cNvSpPr>
          <p:nvPr/>
        </p:nvSpPr>
        <p:spPr>
          <a:xfrm>
            <a:off x="2000250" y="4438650"/>
            <a:ext cx="2952750" cy="104775"/>
          </a:xfrm>
          <a:prstGeom prst="rect">
            <a:avLst/>
          </a:prstGeom>
          <a:solidFill>
            <a:srgbClr val="C8904C"/>
          </a:solidFill>
          <a:ln w="0">
            <a:noFill/>
          </a:ln>
        </p:spPr>
      </p:sp>
      <p:sp>
        <p:nvSpPr>
          <p:cNvPr id="51" name="正方形/長方形 50">
            <a:extLst>
              <a:ext uri="{FF2B5EF4-FFF2-40B4-BE49-F238E27FC236}">
                <a16:creationId xmlns:a16="http://schemas.microsoft.com/office/drawing/2014/main" id="{AC86466D-65BC-4F64-A70F-427B1D81B4D5}"/>
              </a:ext>
            </a:extLst>
          </p:cNvPr>
          <p:cNvSpPr>
            <a:spLocks noGrp="1"/>
          </p:cNvSpPr>
          <p:nvPr/>
        </p:nvSpPr>
        <p:spPr>
          <a:xfrm>
            <a:off x="2333625" y="4543425"/>
            <a:ext cx="123825" cy="304800"/>
          </a:xfrm>
          <a:prstGeom prst="rect">
            <a:avLst/>
          </a:prstGeom>
          <a:solidFill>
            <a:srgbClr val="D7B78C"/>
          </a:solidFill>
          <a:ln w="0">
            <a:noFill/>
          </a:ln>
        </p:spPr>
      </p:sp>
      <p:sp>
        <p:nvSpPr>
          <p:cNvPr id="52" name="正方形/長方形 51">
            <a:extLst>
              <a:ext uri="{FF2B5EF4-FFF2-40B4-BE49-F238E27FC236}">
                <a16:creationId xmlns:a16="http://schemas.microsoft.com/office/drawing/2014/main" id="{869D84D7-385D-44C8-852F-B2E09E1EEC69}"/>
              </a:ext>
            </a:extLst>
          </p:cNvPr>
          <p:cNvSpPr>
            <a:spLocks noGrp="1"/>
          </p:cNvSpPr>
          <p:nvPr/>
        </p:nvSpPr>
        <p:spPr>
          <a:xfrm>
            <a:off x="2305050" y="4486275"/>
            <a:ext cx="180975" cy="76200"/>
          </a:xfrm>
          <a:prstGeom prst="rect">
            <a:avLst/>
          </a:prstGeom>
          <a:solidFill>
            <a:srgbClr val="596875"/>
          </a:solidFill>
          <a:ln w="0">
            <a:noFill/>
          </a:ln>
        </p:spPr>
      </p:sp>
      <p:sp>
        <p:nvSpPr>
          <p:cNvPr id="53" name="正方形/長方形 52">
            <a:extLst>
              <a:ext uri="{FF2B5EF4-FFF2-40B4-BE49-F238E27FC236}">
                <a16:creationId xmlns:a16="http://schemas.microsoft.com/office/drawing/2014/main" id="{D8CF8645-8F16-47C9-B02A-7DA4E70A8D18}"/>
              </a:ext>
            </a:extLst>
          </p:cNvPr>
          <p:cNvSpPr>
            <a:spLocks noGrp="1"/>
          </p:cNvSpPr>
          <p:nvPr/>
        </p:nvSpPr>
        <p:spPr>
          <a:xfrm>
            <a:off x="3476625" y="4543425"/>
            <a:ext cx="123825" cy="304800"/>
          </a:xfrm>
          <a:prstGeom prst="rect">
            <a:avLst/>
          </a:prstGeom>
          <a:solidFill>
            <a:srgbClr val="D7B78C"/>
          </a:solidFill>
          <a:ln w="0">
            <a:noFill/>
          </a:ln>
        </p:spPr>
      </p:sp>
      <p:sp>
        <p:nvSpPr>
          <p:cNvPr id="54" name="正方形/長方形 53">
            <a:extLst>
              <a:ext uri="{FF2B5EF4-FFF2-40B4-BE49-F238E27FC236}">
                <a16:creationId xmlns:a16="http://schemas.microsoft.com/office/drawing/2014/main" id="{7419A068-63C1-4E2A-B7D1-EB28AD45FFF7}"/>
              </a:ext>
            </a:extLst>
          </p:cNvPr>
          <p:cNvSpPr>
            <a:spLocks noGrp="1"/>
          </p:cNvSpPr>
          <p:nvPr/>
        </p:nvSpPr>
        <p:spPr>
          <a:xfrm>
            <a:off x="3448050" y="4486275"/>
            <a:ext cx="180975" cy="76200"/>
          </a:xfrm>
          <a:prstGeom prst="rect">
            <a:avLst/>
          </a:prstGeom>
          <a:solidFill>
            <a:srgbClr val="596875"/>
          </a:solidFill>
          <a:ln w="0">
            <a:noFill/>
          </a:ln>
        </p:spPr>
      </p:sp>
      <p:sp>
        <p:nvSpPr>
          <p:cNvPr id="55" name="正方形/長方形 54">
            <a:extLst>
              <a:ext uri="{FF2B5EF4-FFF2-40B4-BE49-F238E27FC236}">
                <a16:creationId xmlns:a16="http://schemas.microsoft.com/office/drawing/2014/main" id="{93BB28F4-D2C8-44F9-BDD4-F85CF5A2615E}"/>
              </a:ext>
            </a:extLst>
          </p:cNvPr>
          <p:cNvSpPr>
            <a:spLocks noGrp="1"/>
          </p:cNvSpPr>
          <p:nvPr/>
        </p:nvSpPr>
        <p:spPr>
          <a:xfrm>
            <a:off x="4619625" y="4543425"/>
            <a:ext cx="123825" cy="304800"/>
          </a:xfrm>
          <a:prstGeom prst="rect">
            <a:avLst/>
          </a:prstGeom>
          <a:solidFill>
            <a:srgbClr val="D7B78C"/>
          </a:solidFill>
          <a:ln w="0">
            <a:noFill/>
          </a:ln>
        </p:spPr>
      </p:sp>
      <p:sp>
        <p:nvSpPr>
          <p:cNvPr id="56" name="正方形/長方形 55">
            <a:extLst>
              <a:ext uri="{FF2B5EF4-FFF2-40B4-BE49-F238E27FC236}">
                <a16:creationId xmlns:a16="http://schemas.microsoft.com/office/drawing/2014/main" id="{3450BA2C-93DC-42C6-B60F-B26A8A5439AB}"/>
              </a:ext>
            </a:extLst>
          </p:cNvPr>
          <p:cNvSpPr>
            <a:spLocks noGrp="1"/>
          </p:cNvSpPr>
          <p:nvPr/>
        </p:nvSpPr>
        <p:spPr>
          <a:xfrm>
            <a:off x="4591050" y="4486275"/>
            <a:ext cx="180975" cy="76200"/>
          </a:xfrm>
          <a:prstGeom prst="rect">
            <a:avLst/>
          </a:prstGeom>
          <a:solidFill>
            <a:srgbClr val="596875"/>
          </a:solidFill>
          <a:ln w="0">
            <a:noFill/>
          </a:ln>
        </p:spPr>
      </p:sp>
      <p:sp>
        <p:nvSpPr>
          <p:cNvPr id="57" name="フリーフォーム: 図形 56">
            <a:extLst>
              <a:ext uri="{FF2B5EF4-FFF2-40B4-BE49-F238E27FC236}">
                <a16:creationId xmlns:a16="http://schemas.microsoft.com/office/drawing/2014/main" id="{64D4E694-DF43-455F-BE5C-B376D85D4437}"/>
              </a:ext>
            </a:extLst>
          </p:cNvPr>
          <p:cNvSpPr>
            <a:spLocks noGrp="1"/>
          </p:cNvSpPr>
          <p:nvPr/>
        </p:nvSpPr>
        <p:spPr>
          <a:xfrm>
            <a:off x="933450" y="5391150"/>
            <a:ext cx="5086350" cy="9525"/>
          </a:xfrm>
          <a:custGeom>
            <a:avLst/>
            <a:gdLst/>
            <a:ahLst/>
            <a:cxnLst/>
            <a:rect l="0" t="0" r="0" b="0"/>
            <a:pathLst>
              <a:path w="5086350" h="9525">
                <a:moveTo>
                  <a:pt x="0" y="0"/>
                </a:moveTo>
                <a:lnTo>
                  <a:pt x="5086350" y="0"/>
                </a:lnTo>
              </a:path>
            </a:pathLst>
          </a:custGeom>
          <a:noFill/>
          <a:ln w="47625">
            <a:solidFill>
              <a:srgbClr val="18364F"/>
            </a:solidFill>
          </a:ln>
        </p:spPr>
      </p:sp>
      <p:sp>
        <p:nvSpPr>
          <p:cNvPr id="58" name="フリーフォーム: 図形 57">
            <a:extLst>
              <a:ext uri="{FF2B5EF4-FFF2-40B4-BE49-F238E27FC236}">
                <a16:creationId xmlns:a16="http://schemas.microsoft.com/office/drawing/2014/main" id="{DA6EF45F-0FE4-48C6-9AB7-019A7A77FFBB}"/>
              </a:ext>
            </a:extLst>
          </p:cNvPr>
          <p:cNvSpPr>
            <a:spLocks noGrp="1"/>
          </p:cNvSpPr>
          <p:nvPr/>
        </p:nvSpPr>
        <p:spPr>
          <a:xfrm>
            <a:off x="2381250" y="1543050"/>
            <a:ext cx="9525" cy="400050"/>
          </a:xfrm>
          <a:custGeom>
            <a:avLst/>
            <a:gdLst/>
            <a:ahLst/>
            <a:cxnLst/>
            <a:rect l="0" t="0" r="0" b="0"/>
            <a:pathLst>
              <a:path w="9525" h="400050">
                <a:moveTo>
                  <a:pt x="0" y="0"/>
                </a:moveTo>
                <a:lnTo>
                  <a:pt x="0" y="400050"/>
                </a:lnTo>
              </a:path>
            </a:pathLst>
          </a:custGeom>
          <a:noFill/>
          <a:ln w="38100">
            <a:solidFill>
              <a:srgbClr val="C4483C"/>
            </a:solidFill>
          </a:ln>
        </p:spPr>
      </p:sp>
      <p:sp>
        <p:nvSpPr>
          <p:cNvPr id="59" name="フリーフォーム: 図形 58">
            <a:extLst>
              <a:ext uri="{FF2B5EF4-FFF2-40B4-BE49-F238E27FC236}">
                <a16:creationId xmlns:a16="http://schemas.microsoft.com/office/drawing/2014/main" id="{97495C5B-83F5-4F96-B7DE-C3653C6BF316}"/>
              </a:ext>
            </a:extLst>
          </p:cNvPr>
          <p:cNvSpPr>
            <a:spLocks noGrp="1"/>
          </p:cNvSpPr>
          <p:nvPr/>
        </p:nvSpPr>
        <p:spPr>
          <a:xfrm>
            <a:off x="2306571" y="1821296"/>
            <a:ext cx="74679" cy="121804"/>
          </a:xfrm>
          <a:custGeom>
            <a:avLst/>
            <a:gdLst/>
            <a:ahLst/>
            <a:cxnLst/>
            <a:rect l="0" t="0" r="0" b="0"/>
            <a:pathLst>
              <a:path w="74679" h="121804">
                <a:moveTo>
                  <a:pt x="74679" y="121804"/>
                </a:moveTo>
                <a:lnTo>
                  <a:pt x="0" y="0"/>
                </a:lnTo>
              </a:path>
            </a:pathLst>
          </a:custGeom>
          <a:noFill/>
          <a:ln w="38100">
            <a:solidFill>
              <a:srgbClr val="C4483C"/>
            </a:solidFill>
          </a:ln>
        </p:spPr>
      </p:sp>
      <p:sp>
        <p:nvSpPr>
          <p:cNvPr id="60" name="フリーフォーム: 図形 59">
            <a:extLst>
              <a:ext uri="{FF2B5EF4-FFF2-40B4-BE49-F238E27FC236}">
                <a16:creationId xmlns:a16="http://schemas.microsoft.com/office/drawing/2014/main" id="{396F593A-1AF3-4C30-8B5A-914E1C4A22B6}"/>
              </a:ext>
            </a:extLst>
          </p:cNvPr>
          <p:cNvSpPr>
            <a:spLocks noGrp="1"/>
          </p:cNvSpPr>
          <p:nvPr/>
        </p:nvSpPr>
        <p:spPr>
          <a:xfrm>
            <a:off x="2381250" y="1821296"/>
            <a:ext cx="74679" cy="121804"/>
          </a:xfrm>
          <a:custGeom>
            <a:avLst/>
            <a:gdLst/>
            <a:ahLst/>
            <a:cxnLst/>
            <a:rect l="0" t="0" r="0" b="0"/>
            <a:pathLst>
              <a:path w="74679" h="121804">
                <a:moveTo>
                  <a:pt x="0" y="121804"/>
                </a:moveTo>
                <a:lnTo>
                  <a:pt x="74679" y="0"/>
                </a:lnTo>
              </a:path>
            </a:pathLst>
          </a:custGeom>
          <a:noFill/>
          <a:ln w="38100">
            <a:solidFill>
              <a:srgbClr val="C4483C"/>
            </a:solidFill>
          </a:ln>
        </p:spPr>
      </p:sp>
      <p:sp>
        <p:nvSpPr>
          <p:cNvPr id="61" name="フリーフォーム: 図形 60">
            <a:extLst>
              <a:ext uri="{FF2B5EF4-FFF2-40B4-BE49-F238E27FC236}">
                <a16:creationId xmlns:a16="http://schemas.microsoft.com/office/drawing/2014/main" id="{91F56B4B-3900-4B56-B479-F9FF8FD614DA}"/>
              </a:ext>
            </a:extLst>
          </p:cNvPr>
          <p:cNvSpPr>
            <a:spLocks noGrp="1"/>
          </p:cNvSpPr>
          <p:nvPr/>
        </p:nvSpPr>
        <p:spPr>
          <a:xfrm>
            <a:off x="2381250" y="2381250"/>
            <a:ext cx="9525" cy="2714625"/>
          </a:xfrm>
          <a:custGeom>
            <a:avLst/>
            <a:gdLst/>
            <a:ahLst/>
            <a:cxnLst/>
            <a:rect l="0" t="0" r="0" b="0"/>
            <a:pathLst>
              <a:path w="9525" h="2714625">
                <a:moveTo>
                  <a:pt x="0" y="0"/>
                </a:moveTo>
                <a:lnTo>
                  <a:pt x="0" y="2714625"/>
                </a:lnTo>
              </a:path>
            </a:pathLst>
          </a:custGeom>
          <a:noFill/>
          <a:ln w="38100">
            <a:solidFill>
              <a:srgbClr val="C4483C"/>
            </a:solidFill>
          </a:ln>
        </p:spPr>
      </p:sp>
      <p:sp>
        <p:nvSpPr>
          <p:cNvPr id="62" name="フリーフォーム: 図形 61">
            <a:extLst>
              <a:ext uri="{FF2B5EF4-FFF2-40B4-BE49-F238E27FC236}">
                <a16:creationId xmlns:a16="http://schemas.microsoft.com/office/drawing/2014/main" id="{B59D7260-1179-45DF-9FD1-167140F83544}"/>
              </a:ext>
            </a:extLst>
          </p:cNvPr>
          <p:cNvSpPr>
            <a:spLocks noGrp="1"/>
          </p:cNvSpPr>
          <p:nvPr/>
        </p:nvSpPr>
        <p:spPr>
          <a:xfrm>
            <a:off x="2306571" y="4974071"/>
            <a:ext cx="74679" cy="121804"/>
          </a:xfrm>
          <a:custGeom>
            <a:avLst/>
            <a:gdLst/>
            <a:ahLst/>
            <a:cxnLst/>
            <a:rect l="0" t="0" r="0" b="0"/>
            <a:pathLst>
              <a:path w="74679" h="121804">
                <a:moveTo>
                  <a:pt x="74679" y="121804"/>
                </a:moveTo>
                <a:lnTo>
                  <a:pt x="0" y="0"/>
                </a:lnTo>
              </a:path>
            </a:pathLst>
          </a:custGeom>
          <a:noFill/>
          <a:ln w="38100">
            <a:solidFill>
              <a:srgbClr val="C4483C"/>
            </a:solidFill>
          </a:ln>
        </p:spPr>
      </p:sp>
      <p:sp>
        <p:nvSpPr>
          <p:cNvPr id="63" name="フリーフォーム: 図形 62">
            <a:extLst>
              <a:ext uri="{FF2B5EF4-FFF2-40B4-BE49-F238E27FC236}">
                <a16:creationId xmlns:a16="http://schemas.microsoft.com/office/drawing/2014/main" id="{F0BABAC3-9594-43CA-B7A2-8CC3A0E215B7}"/>
              </a:ext>
            </a:extLst>
          </p:cNvPr>
          <p:cNvSpPr>
            <a:spLocks noGrp="1"/>
          </p:cNvSpPr>
          <p:nvPr/>
        </p:nvSpPr>
        <p:spPr>
          <a:xfrm>
            <a:off x="2381250" y="4974071"/>
            <a:ext cx="74679" cy="121804"/>
          </a:xfrm>
          <a:custGeom>
            <a:avLst/>
            <a:gdLst/>
            <a:ahLst/>
            <a:cxnLst/>
            <a:rect l="0" t="0" r="0" b="0"/>
            <a:pathLst>
              <a:path w="74679" h="121804">
                <a:moveTo>
                  <a:pt x="0" y="121804"/>
                </a:moveTo>
                <a:lnTo>
                  <a:pt x="74679" y="0"/>
                </a:lnTo>
              </a:path>
            </a:pathLst>
          </a:custGeom>
          <a:noFill/>
          <a:ln w="38100">
            <a:solidFill>
              <a:srgbClr val="C4483C"/>
            </a:solidFill>
          </a:ln>
        </p:spPr>
      </p:sp>
      <p:sp>
        <p:nvSpPr>
          <p:cNvPr id="64" name="フリーフォーム: 図形 63">
            <a:extLst>
              <a:ext uri="{FF2B5EF4-FFF2-40B4-BE49-F238E27FC236}">
                <a16:creationId xmlns:a16="http://schemas.microsoft.com/office/drawing/2014/main" id="{E6A14E29-DB0D-43CF-8B6D-99C7EA10828C}"/>
              </a:ext>
            </a:extLst>
          </p:cNvPr>
          <p:cNvSpPr>
            <a:spLocks noGrp="1"/>
          </p:cNvSpPr>
          <p:nvPr/>
        </p:nvSpPr>
        <p:spPr>
          <a:xfrm>
            <a:off x="3476625" y="1543050"/>
            <a:ext cx="9525" cy="400050"/>
          </a:xfrm>
          <a:custGeom>
            <a:avLst/>
            <a:gdLst/>
            <a:ahLst/>
            <a:cxnLst/>
            <a:rect l="0" t="0" r="0" b="0"/>
            <a:pathLst>
              <a:path w="9525" h="400050">
                <a:moveTo>
                  <a:pt x="0" y="0"/>
                </a:moveTo>
                <a:lnTo>
                  <a:pt x="0" y="400050"/>
                </a:lnTo>
              </a:path>
            </a:pathLst>
          </a:custGeom>
          <a:noFill/>
          <a:ln w="38100">
            <a:solidFill>
              <a:srgbClr val="C4483C"/>
            </a:solidFill>
          </a:ln>
        </p:spPr>
      </p:sp>
      <p:sp>
        <p:nvSpPr>
          <p:cNvPr id="65" name="フリーフォーム: 図形 64">
            <a:extLst>
              <a:ext uri="{FF2B5EF4-FFF2-40B4-BE49-F238E27FC236}">
                <a16:creationId xmlns:a16="http://schemas.microsoft.com/office/drawing/2014/main" id="{27027D23-A1E5-4400-BD87-BFE3CF069AEB}"/>
              </a:ext>
            </a:extLst>
          </p:cNvPr>
          <p:cNvSpPr>
            <a:spLocks noGrp="1"/>
          </p:cNvSpPr>
          <p:nvPr/>
        </p:nvSpPr>
        <p:spPr>
          <a:xfrm>
            <a:off x="3401946" y="1821296"/>
            <a:ext cx="74679" cy="121804"/>
          </a:xfrm>
          <a:custGeom>
            <a:avLst/>
            <a:gdLst/>
            <a:ahLst/>
            <a:cxnLst/>
            <a:rect l="0" t="0" r="0" b="0"/>
            <a:pathLst>
              <a:path w="74679" h="121804">
                <a:moveTo>
                  <a:pt x="74679" y="121804"/>
                </a:moveTo>
                <a:lnTo>
                  <a:pt x="0" y="0"/>
                </a:lnTo>
              </a:path>
            </a:pathLst>
          </a:custGeom>
          <a:noFill/>
          <a:ln w="38100">
            <a:solidFill>
              <a:srgbClr val="C4483C"/>
            </a:solidFill>
          </a:ln>
        </p:spPr>
      </p:sp>
      <p:sp>
        <p:nvSpPr>
          <p:cNvPr id="66" name="フリーフォーム: 図形 65">
            <a:extLst>
              <a:ext uri="{FF2B5EF4-FFF2-40B4-BE49-F238E27FC236}">
                <a16:creationId xmlns:a16="http://schemas.microsoft.com/office/drawing/2014/main" id="{FACDDC05-C5C5-4515-BC89-6C18DC32549B}"/>
              </a:ext>
            </a:extLst>
          </p:cNvPr>
          <p:cNvSpPr>
            <a:spLocks noGrp="1"/>
          </p:cNvSpPr>
          <p:nvPr/>
        </p:nvSpPr>
        <p:spPr>
          <a:xfrm>
            <a:off x="3476625" y="1821296"/>
            <a:ext cx="74679" cy="121804"/>
          </a:xfrm>
          <a:custGeom>
            <a:avLst/>
            <a:gdLst/>
            <a:ahLst/>
            <a:cxnLst/>
            <a:rect l="0" t="0" r="0" b="0"/>
            <a:pathLst>
              <a:path w="74679" h="121804">
                <a:moveTo>
                  <a:pt x="0" y="121804"/>
                </a:moveTo>
                <a:lnTo>
                  <a:pt x="74679" y="0"/>
                </a:lnTo>
              </a:path>
            </a:pathLst>
          </a:custGeom>
          <a:noFill/>
          <a:ln w="38100">
            <a:solidFill>
              <a:srgbClr val="C4483C"/>
            </a:solidFill>
          </a:ln>
        </p:spPr>
      </p:sp>
      <p:sp>
        <p:nvSpPr>
          <p:cNvPr id="67" name="フリーフォーム: 図形 66">
            <a:extLst>
              <a:ext uri="{FF2B5EF4-FFF2-40B4-BE49-F238E27FC236}">
                <a16:creationId xmlns:a16="http://schemas.microsoft.com/office/drawing/2014/main" id="{8D1324A0-EDF5-4314-AADB-135C83BC5AD3}"/>
              </a:ext>
            </a:extLst>
          </p:cNvPr>
          <p:cNvSpPr>
            <a:spLocks noGrp="1"/>
          </p:cNvSpPr>
          <p:nvPr/>
        </p:nvSpPr>
        <p:spPr>
          <a:xfrm>
            <a:off x="3476625" y="2381250"/>
            <a:ext cx="9525" cy="2714625"/>
          </a:xfrm>
          <a:custGeom>
            <a:avLst/>
            <a:gdLst/>
            <a:ahLst/>
            <a:cxnLst/>
            <a:rect l="0" t="0" r="0" b="0"/>
            <a:pathLst>
              <a:path w="9525" h="2714625">
                <a:moveTo>
                  <a:pt x="0" y="0"/>
                </a:moveTo>
                <a:lnTo>
                  <a:pt x="0" y="2714625"/>
                </a:lnTo>
              </a:path>
            </a:pathLst>
          </a:custGeom>
          <a:noFill/>
          <a:ln w="38100">
            <a:solidFill>
              <a:srgbClr val="C4483C"/>
            </a:solidFill>
          </a:ln>
        </p:spPr>
      </p:sp>
      <p:sp>
        <p:nvSpPr>
          <p:cNvPr id="68" name="フリーフォーム: 図形 67">
            <a:extLst>
              <a:ext uri="{FF2B5EF4-FFF2-40B4-BE49-F238E27FC236}">
                <a16:creationId xmlns:a16="http://schemas.microsoft.com/office/drawing/2014/main" id="{C6201F7F-BA53-461F-A55C-9F65A3218994}"/>
              </a:ext>
            </a:extLst>
          </p:cNvPr>
          <p:cNvSpPr>
            <a:spLocks noGrp="1"/>
          </p:cNvSpPr>
          <p:nvPr/>
        </p:nvSpPr>
        <p:spPr>
          <a:xfrm>
            <a:off x="3401946" y="4974071"/>
            <a:ext cx="74679" cy="121804"/>
          </a:xfrm>
          <a:custGeom>
            <a:avLst/>
            <a:gdLst/>
            <a:ahLst/>
            <a:cxnLst/>
            <a:rect l="0" t="0" r="0" b="0"/>
            <a:pathLst>
              <a:path w="74679" h="121804">
                <a:moveTo>
                  <a:pt x="74679" y="121804"/>
                </a:moveTo>
                <a:lnTo>
                  <a:pt x="0" y="0"/>
                </a:lnTo>
              </a:path>
            </a:pathLst>
          </a:custGeom>
          <a:noFill/>
          <a:ln w="38100">
            <a:solidFill>
              <a:srgbClr val="C4483C"/>
            </a:solidFill>
          </a:ln>
        </p:spPr>
      </p:sp>
      <p:sp>
        <p:nvSpPr>
          <p:cNvPr id="69" name="フリーフォーム: 図形 68">
            <a:extLst>
              <a:ext uri="{FF2B5EF4-FFF2-40B4-BE49-F238E27FC236}">
                <a16:creationId xmlns:a16="http://schemas.microsoft.com/office/drawing/2014/main" id="{1A512325-D50A-43D4-B70F-23C19A319170}"/>
              </a:ext>
            </a:extLst>
          </p:cNvPr>
          <p:cNvSpPr>
            <a:spLocks noGrp="1"/>
          </p:cNvSpPr>
          <p:nvPr/>
        </p:nvSpPr>
        <p:spPr>
          <a:xfrm>
            <a:off x="3476625" y="4974071"/>
            <a:ext cx="74679" cy="121804"/>
          </a:xfrm>
          <a:custGeom>
            <a:avLst/>
            <a:gdLst/>
            <a:ahLst/>
            <a:cxnLst/>
            <a:rect l="0" t="0" r="0" b="0"/>
            <a:pathLst>
              <a:path w="74679" h="121804">
                <a:moveTo>
                  <a:pt x="0" y="121804"/>
                </a:moveTo>
                <a:lnTo>
                  <a:pt x="74679" y="0"/>
                </a:lnTo>
              </a:path>
            </a:pathLst>
          </a:custGeom>
          <a:noFill/>
          <a:ln w="38100">
            <a:solidFill>
              <a:srgbClr val="C4483C"/>
            </a:solidFill>
          </a:ln>
        </p:spPr>
      </p:sp>
      <p:sp>
        <p:nvSpPr>
          <p:cNvPr id="70" name="フリーフォーム: 図形 69">
            <a:extLst>
              <a:ext uri="{FF2B5EF4-FFF2-40B4-BE49-F238E27FC236}">
                <a16:creationId xmlns:a16="http://schemas.microsoft.com/office/drawing/2014/main" id="{044E4781-1322-4E04-89BD-728F0A128009}"/>
              </a:ext>
            </a:extLst>
          </p:cNvPr>
          <p:cNvSpPr>
            <a:spLocks noGrp="1"/>
          </p:cNvSpPr>
          <p:nvPr/>
        </p:nvSpPr>
        <p:spPr>
          <a:xfrm>
            <a:off x="4572000" y="1543050"/>
            <a:ext cx="9525" cy="400050"/>
          </a:xfrm>
          <a:custGeom>
            <a:avLst/>
            <a:gdLst/>
            <a:ahLst/>
            <a:cxnLst/>
            <a:rect l="0" t="0" r="0" b="0"/>
            <a:pathLst>
              <a:path w="9525" h="400050">
                <a:moveTo>
                  <a:pt x="0" y="0"/>
                </a:moveTo>
                <a:lnTo>
                  <a:pt x="0" y="400050"/>
                </a:lnTo>
              </a:path>
            </a:pathLst>
          </a:custGeom>
          <a:noFill/>
          <a:ln w="38100">
            <a:solidFill>
              <a:srgbClr val="C4483C"/>
            </a:solidFill>
          </a:ln>
        </p:spPr>
      </p:sp>
      <p:sp>
        <p:nvSpPr>
          <p:cNvPr id="71" name="フリーフォーム: 図形 70">
            <a:extLst>
              <a:ext uri="{FF2B5EF4-FFF2-40B4-BE49-F238E27FC236}">
                <a16:creationId xmlns:a16="http://schemas.microsoft.com/office/drawing/2014/main" id="{6C5C1CB2-A6FA-40F9-A5CC-DD4D029DAE0E}"/>
              </a:ext>
            </a:extLst>
          </p:cNvPr>
          <p:cNvSpPr>
            <a:spLocks noGrp="1"/>
          </p:cNvSpPr>
          <p:nvPr/>
        </p:nvSpPr>
        <p:spPr>
          <a:xfrm>
            <a:off x="4497321" y="1821296"/>
            <a:ext cx="74679" cy="121804"/>
          </a:xfrm>
          <a:custGeom>
            <a:avLst/>
            <a:gdLst/>
            <a:ahLst/>
            <a:cxnLst/>
            <a:rect l="0" t="0" r="0" b="0"/>
            <a:pathLst>
              <a:path w="74679" h="121804">
                <a:moveTo>
                  <a:pt x="74679" y="121804"/>
                </a:moveTo>
                <a:lnTo>
                  <a:pt x="0" y="0"/>
                </a:lnTo>
              </a:path>
            </a:pathLst>
          </a:custGeom>
          <a:noFill/>
          <a:ln w="38100">
            <a:solidFill>
              <a:srgbClr val="C4483C"/>
            </a:solidFill>
          </a:ln>
        </p:spPr>
      </p:sp>
      <p:sp>
        <p:nvSpPr>
          <p:cNvPr id="72" name="フリーフォーム: 図形 71">
            <a:extLst>
              <a:ext uri="{FF2B5EF4-FFF2-40B4-BE49-F238E27FC236}">
                <a16:creationId xmlns:a16="http://schemas.microsoft.com/office/drawing/2014/main" id="{C69F623F-9FBF-4CE9-A3F0-759B405090C3}"/>
              </a:ext>
            </a:extLst>
          </p:cNvPr>
          <p:cNvSpPr>
            <a:spLocks noGrp="1"/>
          </p:cNvSpPr>
          <p:nvPr/>
        </p:nvSpPr>
        <p:spPr>
          <a:xfrm>
            <a:off x="4572000" y="1821296"/>
            <a:ext cx="74679" cy="121804"/>
          </a:xfrm>
          <a:custGeom>
            <a:avLst/>
            <a:gdLst/>
            <a:ahLst/>
            <a:cxnLst/>
            <a:rect l="0" t="0" r="0" b="0"/>
            <a:pathLst>
              <a:path w="74679" h="121804">
                <a:moveTo>
                  <a:pt x="0" y="121804"/>
                </a:moveTo>
                <a:lnTo>
                  <a:pt x="74679" y="0"/>
                </a:lnTo>
              </a:path>
            </a:pathLst>
          </a:custGeom>
          <a:noFill/>
          <a:ln w="38100">
            <a:solidFill>
              <a:srgbClr val="C4483C"/>
            </a:solidFill>
          </a:ln>
        </p:spPr>
      </p:sp>
      <p:sp>
        <p:nvSpPr>
          <p:cNvPr id="73" name="フリーフォーム: 図形 72">
            <a:extLst>
              <a:ext uri="{FF2B5EF4-FFF2-40B4-BE49-F238E27FC236}">
                <a16:creationId xmlns:a16="http://schemas.microsoft.com/office/drawing/2014/main" id="{EB6447AA-8560-4190-BE62-BD457E6035C8}"/>
              </a:ext>
            </a:extLst>
          </p:cNvPr>
          <p:cNvSpPr>
            <a:spLocks noGrp="1"/>
          </p:cNvSpPr>
          <p:nvPr/>
        </p:nvSpPr>
        <p:spPr>
          <a:xfrm>
            <a:off x="4572000" y="2381250"/>
            <a:ext cx="9525" cy="2714625"/>
          </a:xfrm>
          <a:custGeom>
            <a:avLst/>
            <a:gdLst/>
            <a:ahLst/>
            <a:cxnLst/>
            <a:rect l="0" t="0" r="0" b="0"/>
            <a:pathLst>
              <a:path w="9525" h="2714625">
                <a:moveTo>
                  <a:pt x="0" y="0"/>
                </a:moveTo>
                <a:lnTo>
                  <a:pt x="0" y="2714625"/>
                </a:lnTo>
              </a:path>
            </a:pathLst>
          </a:custGeom>
          <a:noFill/>
          <a:ln w="38100">
            <a:solidFill>
              <a:srgbClr val="C4483C"/>
            </a:solidFill>
          </a:ln>
        </p:spPr>
      </p:sp>
      <p:sp>
        <p:nvSpPr>
          <p:cNvPr id="74" name="フリーフォーム: 図形 73">
            <a:extLst>
              <a:ext uri="{FF2B5EF4-FFF2-40B4-BE49-F238E27FC236}">
                <a16:creationId xmlns:a16="http://schemas.microsoft.com/office/drawing/2014/main" id="{E63D694F-1173-4DF2-9F86-6F69CD0204F0}"/>
              </a:ext>
            </a:extLst>
          </p:cNvPr>
          <p:cNvSpPr>
            <a:spLocks noGrp="1"/>
          </p:cNvSpPr>
          <p:nvPr/>
        </p:nvSpPr>
        <p:spPr>
          <a:xfrm>
            <a:off x="4497321" y="4974071"/>
            <a:ext cx="74679" cy="121804"/>
          </a:xfrm>
          <a:custGeom>
            <a:avLst/>
            <a:gdLst/>
            <a:ahLst/>
            <a:cxnLst/>
            <a:rect l="0" t="0" r="0" b="0"/>
            <a:pathLst>
              <a:path w="74679" h="121804">
                <a:moveTo>
                  <a:pt x="74679" y="121804"/>
                </a:moveTo>
                <a:lnTo>
                  <a:pt x="0" y="0"/>
                </a:lnTo>
              </a:path>
            </a:pathLst>
          </a:custGeom>
          <a:noFill/>
          <a:ln w="38100">
            <a:solidFill>
              <a:srgbClr val="C4483C"/>
            </a:solidFill>
          </a:ln>
        </p:spPr>
      </p:sp>
      <p:sp>
        <p:nvSpPr>
          <p:cNvPr id="75" name="フリーフォーム: 図形 74">
            <a:extLst>
              <a:ext uri="{FF2B5EF4-FFF2-40B4-BE49-F238E27FC236}">
                <a16:creationId xmlns:a16="http://schemas.microsoft.com/office/drawing/2014/main" id="{D6655700-7FE3-4C9B-BE63-090ECF22B62E}"/>
              </a:ext>
            </a:extLst>
          </p:cNvPr>
          <p:cNvSpPr>
            <a:spLocks noGrp="1"/>
          </p:cNvSpPr>
          <p:nvPr/>
        </p:nvSpPr>
        <p:spPr>
          <a:xfrm>
            <a:off x="4572000" y="4974071"/>
            <a:ext cx="74679" cy="121804"/>
          </a:xfrm>
          <a:custGeom>
            <a:avLst/>
            <a:gdLst/>
            <a:ahLst/>
            <a:cxnLst/>
            <a:rect l="0" t="0" r="0" b="0"/>
            <a:pathLst>
              <a:path w="74679" h="121804">
                <a:moveTo>
                  <a:pt x="0" y="121804"/>
                </a:moveTo>
                <a:lnTo>
                  <a:pt x="74679" y="0"/>
                </a:lnTo>
              </a:path>
            </a:pathLst>
          </a:custGeom>
          <a:noFill/>
          <a:ln w="38100">
            <a:solidFill>
              <a:srgbClr val="C4483C"/>
            </a:solidFill>
          </a:ln>
        </p:spPr>
      </p:sp>
      <p:sp>
        <p:nvSpPr>
          <p:cNvPr id="76" name="正方形/長方形 75">
            <a:extLst>
              <a:ext uri="{FF2B5EF4-FFF2-40B4-BE49-F238E27FC236}">
                <a16:creationId xmlns:a16="http://schemas.microsoft.com/office/drawing/2014/main" id="{7F0580B5-47A0-4E05-99EF-EFBD2AF4F98F}"/>
              </a:ext>
            </a:extLst>
          </p:cNvPr>
          <p:cNvSpPr>
            <a:spLocks noGrp="1"/>
          </p:cNvSpPr>
          <p:nvPr/>
        </p:nvSpPr>
        <p:spPr>
          <a:xfrm>
            <a:off x="6477000" y="1619250"/>
            <a:ext cx="4857750" cy="809625"/>
          </a:xfrm>
          <a:prstGeom prst="rect">
            <a:avLst/>
          </a:prstGeom>
          <a:noFill/>
          <a:ln w="0">
            <a:noFill/>
          </a:ln>
        </p:spPr>
        <p:txBody>
          <a:bodyPr lIns="0" tIns="0" rIns="0" bIns="0" anchor="ctr">
            <a:noAutofit/>
          </a:bodyPr>
          <a:lstStyle>
            <a:defPPr>
              <a:defRPr sz="2400" b="1">
                <a:solidFill>
                  <a:srgbClr val="C4483C"/>
                </a:solidFill>
                <a:latin typeface="Yu Gothic"/>
                <a:ea typeface="Yu Gothic"/>
                <a:cs typeface="Yu Gothic"/>
              </a:defRPr>
            </a:defPPr>
            <a:lvl1pPr>
              <a:buNone/>
              <a:defRPr sz="2400" b="1">
                <a:solidFill>
                  <a:srgbClr val="C4483C"/>
                </a:solidFill>
                <a:latin typeface="Yu Gothic"/>
                <a:ea typeface="Yu Gothic"/>
                <a:cs typeface="Yu Gothic"/>
              </a:defRPr>
            </a:lvl1pPr>
            <a:lvl2pPr>
              <a:buNone/>
              <a:defRPr sz="2400" b="1">
                <a:solidFill>
                  <a:srgbClr val="C4483C"/>
                </a:solidFill>
                <a:latin typeface="Yu Gothic"/>
                <a:ea typeface="Yu Gothic"/>
                <a:cs typeface="Yu Gothic"/>
              </a:defRPr>
            </a:lvl2pPr>
            <a:lvl3pPr>
              <a:buNone/>
              <a:defRPr sz="2400" b="1">
                <a:solidFill>
                  <a:srgbClr val="C4483C"/>
                </a:solidFill>
                <a:latin typeface="Yu Gothic"/>
                <a:ea typeface="Yu Gothic"/>
                <a:cs typeface="Yu Gothic"/>
              </a:defRPr>
            </a:lvl3pPr>
            <a:lvl4pPr>
              <a:buNone/>
              <a:defRPr sz="2400" b="1">
                <a:solidFill>
                  <a:srgbClr val="C4483C"/>
                </a:solidFill>
                <a:latin typeface="Yu Gothic"/>
                <a:ea typeface="Yu Gothic"/>
                <a:cs typeface="Yu Gothic"/>
              </a:defRPr>
            </a:lvl4pPr>
            <a:lvl5pPr>
              <a:buNone/>
              <a:defRPr sz="2400" b="1">
                <a:solidFill>
                  <a:srgbClr val="C4483C"/>
                </a:solidFill>
                <a:latin typeface="Yu Gothic"/>
                <a:ea typeface="Yu Gothic"/>
                <a:cs typeface="Yu Gothic"/>
              </a:defRPr>
            </a:lvl5pPr>
            <a:lvl6pPr>
              <a:buNone/>
              <a:defRPr sz="2400" b="1">
                <a:solidFill>
                  <a:srgbClr val="C4483C"/>
                </a:solidFill>
                <a:latin typeface="Yu Gothic"/>
                <a:ea typeface="Yu Gothic"/>
                <a:cs typeface="Yu Gothic"/>
              </a:defRPr>
            </a:lvl6pPr>
            <a:lvl7pPr>
              <a:buNone/>
              <a:defRPr sz="2400" b="1">
                <a:solidFill>
                  <a:srgbClr val="C4483C"/>
                </a:solidFill>
                <a:latin typeface="Yu Gothic"/>
                <a:ea typeface="Yu Gothic"/>
                <a:cs typeface="Yu Gothic"/>
              </a:defRPr>
            </a:lvl7pPr>
            <a:lvl8pPr>
              <a:buNone/>
              <a:defRPr sz="2400" b="1">
                <a:solidFill>
                  <a:srgbClr val="C4483C"/>
                </a:solidFill>
                <a:latin typeface="Yu Gothic"/>
                <a:ea typeface="Yu Gothic"/>
                <a:cs typeface="Yu Gothic"/>
              </a:defRPr>
            </a:lvl8pPr>
            <a:lvl9pPr>
              <a:buNone/>
              <a:defRPr sz="2400" b="1">
                <a:solidFill>
                  <a:srgbClr val="C4483C"/>
                </a:solidFill>
                <a:latin typeface="Yu Gothic"/>
                <a:ea typeface="Yu Gothic"/>
                <a:cs typeface="Yu Gothic"/>
              </a:defRPr>
            </a:lvl9pPr>
          </a:lstStyle>
          <a:p>
            <a:pPr>
              <a:buNone/>
              <a:defRPr sz="2400" b="1">
                <a:solidFill>
                  <a:srgbClr val="C4483C"/>
                </a:solidFill>
                <a:latin typeface="Yu Gothic"/>
                <a:ea typeface="Yu Gothic"/>
                <a:cs typeface="Yu Gothic"/>
              </a:defRPr>
            </a:pPr>
            <a:r>
              <a:rPr sz="2400" b="1">
                <a:solidFill>
                  <a:srgbClr val="C4483C"/>
                </a:solidFill>
                <a:latin typeface="Yu Gothic"/>
                <a:ea typeface="Yu Gothic"/>
                <a:cs typeface="Yu Gothic"/>
              </a:rPr>
              <a:t>CLT床の面外荷重</a:t>
            </a:r>
          </a:p>
        </p:txBody>
      </p:sp>
      <p:sp>
        <p:nvSpPr>
          <p:cNvPr id="77" name="正方形/長方形 76">
            <a:extLst>
              <a:ext uri="{FF2B5EF4-FFF2-40B4-BE49-F238E27FC236}">
                <a16:creationId xmlns:a16="http://schemas.microsoft.com/office/drawing/2014/main" id="{33845CB1-3856-44F2-949A-4754CADD5748}"/>
              </a:ext>
            </a:extLst>
          </p:cNvPr>
          <p:cNvSpPr>
            <a:spLocks noGrp="1"/>
          </p:cNvSpPr>
          <p:nvPr/>
        </p:nvSpPr>
        <p:spPr>
          <a:xfrm>
            <a:off x="6477000" y="2752725"/>
            <a:ext cx="4953000" cy="1238250"/>
          </a:xfrm>
          <a:prstGeom prst="rect">
            <a:avLst/>
          </a:prstGeom>
          <a:noFill/>
          <a:ln w="0">
            <a:noFill/>
          </a:ln>
        </p:spPr>
        <p:txBody>
          <a:bodyPr lIns="0" tIns="0" rIns="0" bIns="0" anchor="ctr">
            <a:noAutofit/>
          </a:bodyPr>
          <a:lstStyle>
            <a:defPPr>
              <a:defRPr sz="2250" b="1">
                <a:solidFill>
                  <a:srgbClr val="253C4D"/>
                </a:solidFill>
                <a:latin typeface="Yu Gothic"/>
                <a:ea typeface="Yu Gothic"/>
                <a:cs typeface="Yu Gothic"/>
              </a:defRPr>
            </a:defPPr>
            <a:lvl1pPr>
              <a:buNone/>
              <a:defRPr sz="2250" b="1">
                <a:solidFill>
                  <a:srgbClr val="253C4D"/>
                </a:solidFill>
                <a:latin typeface="Yu Gothic"/>
                <a:ea typeface="Yu Gothic"/>
                <a:cs typeface="Yu Gothic"/>
              </a:defRPr>
            </a:lvl1pPr>
            <a:lvl2pPr>
              <a:buNone/>
              <a:defRPr sz="2250" b="1">
                <a:solidFill>
                  <a:srgbClr val="253C4D"/>
                </a:solidFill>
                <a:latin typeface="Yu Gothic"/>
                <a:ea typeface="Yu Gothic"/>
                <a:cs typeface="Yu Gothic"/>
              </a:defRPr>
            </a:lvl2pPr>
            <a:lvl3pPr>
              <a:buNone/>
              <a:defRPr sz="2250" b="1">
                <a:solidFill>
                  <a:srgbClr val="253C4D"/>
                </a:solidFill>
                <a:latin typeface="Yu Gothic"/>
                <a:ea typeface="Yu Gothic"/>
                <a:cs typeface="Yu Gothic"/>
              </a:defRPr>
            </a:lvl3pPr>
            <a:lvl4pPr>
              <a:buNone/>
              <a:defRPr sz="2250" b="1">
                <a:solidFill>
                  <a:srgbClr val="253C4D"/>
                </a:solidFill>
                <a:latin typeface="Yu Gothic"/>
                <a:ea typeface="Yu Gothic"/>
                <a:cs typeface="Yu Gothic"/>
              </a:defRPr>
            </a:lvl4pPr>
            <a:lvl5pPr>
              <a:buNone/>
              <a:defRPr sz="2250" b="1">
                <a:solidFill>
                  <a:srgbClr val="253C4D"/>
                </a:solidFill>
                <a:latin typeface="Yu Gothic"/>
                <a:ea typeface="Yu Gothic"/>
                <a:cs typeface="Yu Gothic"/>
              </a:defRPr>
            </a:lvl5pPr>
            <a:lvl6pPr>
              <a:buNone/>
              <a:defRPr sz="2250" b="1">
                <a:solidFill>
                  <a:srgbClr val="253C4D"/>
                </a:solidFill>
                <a:latin typeface="Yu Gothic"/>
                <a:ea typeface="Yu Gothic"/>
                <a:cs typeface="Yu Gothic"/>
              </a:defRPr>
            </a:lvl6pPr>
            <a:lvl7pPr>
              <a:buNone/>
              <a:defRPr sz="2250" b="1">
                <a:solidFill>
                  <a:srgbClr val="253C4D"/>
                </a:solidFill>
                <a:latin typeface="Yu Gothic"/>
                <a:ea typeface="Yu Gothic"/>
                <a:cs typeface="Yu Gothic"/>
              </a:defRPr>
            </a:lvl7pPr>
            <a:lvl8pPr>
              <a:buNone/>
              <a:defRPr sz="2250" b="1">
                <a:solidFill>
                  <a:srgbClr val="253C4D"/>
                </a:solidFill>
                <a:latin typeface="Yu Gothic"/>
                <a:ea typeface="Yu Gothic"/>
                <a:cs typeface="Yu Gothic"/>
              </a:defRPr>
            </a:lvl8pPr>
            <a:lvl9pPr>
              <a:buNone/>
              <a:defRPr sz="2250" b="1">
                <a:solidFill>
                  <a:srgbClr val="253C4D"/>
                </a:solidFill>
                <a:latin typeface="Yu Gothic"/>
                <a:ea typeface="Yu Gothic"/>
                <a:cs typeface="Yu Gothic"/>
              </a:defRPr>
            </a:lvl9pPr>
          </a:lstStyle>
          <a:p>
            <a:pPr>
              <a:buNone/>
              <a:defRPr sz="2250" b="1">
                <a:solidFill>
                  <a:srgbClr val="253C4D"/>
                </a:solidFill>
                <a:latin typeface="Yu Gothic"/>
                <a:ea typeface="Yu Gothic"/>
                <a:cs typeface="Yu Gothic"/>
              </a:defRPr>
            </a:pPr>
            <a:r>
              <a:rPr sz="2250" b="1">
                <a:solidFill>
                  <a:srgbClr val="253C4D"/>
                </a:solidFill>
                <a:latin typeface="Yu Gothic"/>
                <a:ea typeface="Yu Gothic"/>
                <a:cs typeface="Yu Gothic"/>
              </a:rPr>
              <a:t>CLT床 → 木質柱・接合</a:t>
            </a:r>
          </a:p>
          <a:p>
            <a:pPr>
              <a:buNone/>
              <a:defRPr sz="2250" b="1">
                <a:solidFill>
                  <a:srgbClr val="253C4D"/>
                </a:solidFill>
                <a:latin typeface="Yu Gothic"/>
                <a:ea typeface="Yu Gothic"/>
                <a:cs typeface="Yu Gothic"/>
              </a:defRPr>
            </a:pPr>
            <a:r>
              <a:rPr sz="2250" b="1">
                <a:solidFill>
                  <a:srgbClr val="253C4D"/>
                </a:solidFill>
                <a:latin typeface="Yu Gothic"/>
                <a:ea typeface="Yu Gothic"/>
                <a:cs typeface="Yu Gothic"/>
              </a:rPr>
              <a:t>→ 下部構造・基礎</a:t>
            </a:r>
          </a:p>
        </p:txBody>
      </p:sp>
      <p:sp>
        <p:nvSpPr>
          <p:cNvPr id="78" name="正方形/長方形 77">
            <a:extLst>
              <a:ext uri="{FF2B5EF4-FFF2-40B4-BE49-F238E27FC236}">
                <a16:creationId xmlns:a16="http://schemas.microsoft.com/office/drawing/2014/main" id="{A2D1E7C8-E770-4B82-BD79-67612ADC2EEB}"/>
              </a:ext>
            </a:extLst>
          </p:cNvPr>
          <p:cNvSpPr>
            <a:spLocks noGrp="1"/>
          </p:cNvSpPr>
          <p:nvPr/>
        </p:nvSpPr>
        <p:spPr>
          <a:xfrm>
            <a:off x="6477000" y="4267200"/>
            <a:ext cx="4953000" cy="1047750"/>
          </a:xfrm>
          <a:prstGeom prst="rect">
            <a:avLst/>
          </a:prstGeom>
          <a:noFill/>
          <a:ln w="0">
            <a:noFill/>
          </a:ln>
        </p:spPr>
        <p:txBody>
          <a:bodyPr lIns="0" tIns="0" rIns="0" bIns="0" anchor="ctr">
            <a:noAutofit/>
          </a:bodyPr>
          <a:lstStyle>
            <a:defPPr>
              <a:defRPr sz="1875" b="0">
                <a:solidFill>
                  <a:srgbClr val="253C4D"/>
                </a:solidFill>
                <a:latin typeface="Yu Gothic"/>
                <a:ea typeface="Yu Gothic"/>
                <a:cs typeface="Yu Gothic"/>
              </a:defRPr>
            </a:defPPr>
            <a:lvl1pPr>
              <a:buNone/>
              <a:defRPr sz="1875" b="0">
                <a:solidFill>
                  <a:srgbClr val="253C4D"/>
                </a:solidFill>
                <a:latin typeface="Yu Gothic"/>
                <a:ea typeface="Yu Gothic"/>
                <a:cs typeface="Yu Gothic"/>
              </a:defRPr>
            </a:lvl1pPr>
            <a:lvl2pPr>
              <a:buNone/>
              <a:defRPr sz="1875" b="0">
                <a:solidFill>
                  <a:srgbClr val="253C4D"/>
                </a:solidFill>
                <a:latin typeface="Yu Gothic"/>
                <a:ea typeface="Yu Gothic"/>
                <a:cs typeface="Yu Gothic"/>
              </a:defRPr>
            </a:lvl2pPr>
            <a:lvl3pPr>
              <a:buNone/>
              <a:defRPr sz="1875" b="0">
                <a:solidFill>
                  <a:srgbClr val="253C4D"/>
                </a:solidFill>
                <a:latin typeface="Yu Gothic"/>
                <a:ea typeface="Yu Gothic"/>
                <a:cs typeface="Yu Gothic"/>
              </a:defRPr>
            </a:lvl3pPr>
            <a:lvl4pPr>
              <a:buNone/>
              <a:defRPr sz="1875" b="0">
                <a:solidFill>
                  <a:srgbClr val="253C4D"/>
                </a:solidFill>
                <a:latin typeface="Yu Gothic"/>
                <a:ea typeface="Yu Gothic"/>
                <a:cs typeface="Yu Gothic"/>
              </a:defRPr>
            </a:lvl4pPr>
            <a:lvl5pPr>
              <a:buNone/>
              <a:defRPr sz="1875" b="0">
                <a:solidFill>
                  <a:srgbClr val="253C4D"/>
                </a:solidFill>
                <a:latin typeface="Yu Gothic"/>
                <a:ea typeface="Yu Gothic"/>
                <a:cs typeface="Yu Gothic"/>
              </a:defRPr>
            </a:lvl5pPr>
            <a:lvl6pPr>
              <a:buNone/>
              <a:defRPr sz="1875" b="0">
                <a:solidFill>
                  <a:srgbClr val="253C4D"/>
                </a:solidFill>
                <a:latin typeface="Yu Gothic"/>
                <a:ea typeface="Yu Gothic"/>
                <a:cs typeface="Yu Gothic"/>
              </a:defRPr>
            </a:lvl6pPr>
            <a:lvl7pPr>
              <a:buNone/>
              <a:defRPr sz="1875" b="0">
                <a:solidFill>
                  <a:srgbClr val="253C4D"/>
                </a:solidFill>
                <a:latin typeface="Yu Gothic"/>
                <a:ea typeface="Yu Gothic"/>
                <a:cs typeface="Yu Gothic"/>
              </a:defRPr>
            </a:lvl7pPr>
            <a:lvl8pPr>
              <a:buNone/>
              <a:defRPr sz="1875" b="0">
                <a:solidFill>
                  <a:srgbClr val="253C4D"/>
                </a:solidFill>
                <a:latin typeface="Yu Gothic"/>
                <a:ea typeface="Yu Gothic"/>
                <a:cs typeface="Yu Gothic"/>
              </a:defRPr>
            </a:lvl8pPr>
            <a:lvl9pPr>
              <a:buNone/>
              <a:defRPr sz="1875" b="0">
                <a:solidFill>
                  <a:srgbClr val="253C4D"/>
                </a:solidFill>
                <a:latin typeface="Yu Gothic"/>
                <a:ea typeface="Yu Gothic"/>
                <a:cs typeface="Yu Gothic"/>
              </a:defRPr>
            </a:lvl9pPr>
          </a:lstStyle>
          <a:p>
            <a:pPr>
              <a:buNone/>
              <a:defRPr sz="1875" b="0">
                <a:solidFill>
                  <a:srgbClr val="253C4D"/>
                </a:solidFill>
                <a:latin typeface="Yu Gothic"/>
                <a:ea typeface="Yu Gothic"/>
                <a:cs typeface="Yu Gothic"/>
              </a:defRPr>
            </a:pPr>
            <a:r>
              <a:rPr sz="1875" b="0">
                <a:solidFill>
                  <a:srgbClr val="253C4D"/>
                </a:solidFill>
                <a:latin typeface="Yu Gothic"/>
                <a:ea typeface="Yu Gothic"/>
                <a:cs typeface="Yu Gothic"/>
              </a:rPr>
              <a:t>茶：CLT床　薄茶：木質柱</a:t>
            </a:r>
          </a:p>
          <a:p>
            <a:pPr>
              <a:buNone/>
              <a:defRPr sz="1875" b="0">
                <a:solidFill>
                  <a:srgbClr val="253C4D"/>
                </a:solidFill>
                <a:latin typeface="Yu Gothic"/>
                <a:ea typeface="Yu Gothic"/>
                <a:cs typeface="Yu Gothic"/>
              </a:defRPr>
            </a:pPr>
            <a:r>
              <a:rPr sz="1875" b="0">
                <a:solidFill>
                  <a:srgbClr val="253C4D"/>
                </a:solidFill>
                <a:latin typeface="Yu Gothic"/>
                <a:ea typeface="Yu Gothic"/>
                <a:cs typeface="Yu Gothic"/>
              </a:rPr>
              <a:t>青灰：RCコア　灰：下部構造</a:t>
            </a:r>
          </a:p>
        </p:txBody>
      </p:sp>
      <p:sp>
        <p:nvSpPr>
          <p:cNvPr id="79" name="正方形/長方形 78">
            <a:extLst>
              <a:ext uri="{FF2B5EF4-FFF2-40B4-BE49-F238E27FC236}">
                <a16:creationId xmlns:a16="http://schemas.microsoft.com/office/drawing/2014/main" id="{961483E4-2330-4E8A-8B82-ACF4F0FCBE81}"/>
              </a:ext>
            </a:extLst>
          </p:cNvPr>
          <p:cNvSpPr>
            <a:spLocks noGrp="1"/>
          </p:cNvSpPr>
          <p:nvPr/>
        </p:nvSpPr>
        <p:spPr>
          <a:xfrm>
            <a:off x="838200" y="5400675"/>
            <a:ext cx="10477500" cy="419100"/>
          </a:xfrm>
          <a:prstGeom prst="rect">
            <a:avLst/>
          </a:prstGeom>
          <a:noFill/>
          <a:ln w="0">
            <a:noFill/>
          </a:ln>
        </p:spPr>
        <p:txBody>
          <a:bodyPr lIns="0" tIns="0" rIns="0" bIns="0" anchor="ctr">
            <a:noAutofit/>
          </a:bodyPr>
          <a:lstStyle>
            <a:defPPr>
              <a:defRPr sz="1875" b="0">
                <a:solidFill>
                  <a:srgbClr val="596875"/>
                </a:solidFill>
                <a:latin typeface="Yu Gothic"/>
                <a:ea typeface="Yu Gothic"/>
                <a:cs typeface="Yu Gothic"/>
              </a:defRPr>
            </a:defPPr>
            <a:lvl1pPr>
              <a:buNone/>
              <a:defRPr sz="1875" b="0">
                <a:solidFill>
                  <a:srgbClr val="596875"/>
                </a:solidFill>
                <a:latin typeface="Yu Gothic"/>
                <a:ea typeface="Yu Gothic"/>
                <a:cs typeface="Yu Gothic"/>
              </a:defRPr>
            </a:lvl1pPr>
            <a:lvl2pPr>
              <a:buNone/>
              <a:defRPr sz="1875" b="0">
                <a:solidFill>
                  <a:srgbClr val="596875"/>
                </a:solidFill>
                <a:latin typeface="Yu Gothic"/>
                <a:ea typeface="Yu Gothic"/>
                <a:cs typeface="Yu Gothic"/>
              </a:defRPr>
            </a:lvl2pPr>
            <a:lvl3pPr>
              <a:buNone/>
              <a:defRPr sz="1875" b="0">
                <a:solidFill>
                  <a:srgbClr val="596875"/>
                </a:solidFill>
                <a:latin typeface="Yu Gothic"/>
                <a:ea typeface="Yu Gothic"/>
                <a:cs typeface="Yu Gothic"/>
              </a:defRPr>
            </a:lvl3pPr>
            <a:lvl4pPr>
              <a:buNone/>
              <a:defRPr sz="1875" b="0">
                <a:solidFill>
                  <a:srgbClr val="596875"/>
                </a:solidFill>
                <a:latin typeface="Yu Gothic"/>
                <a:ea typeface="Yu Gothic"/>
                <a:cs typeface="Yu Gothic"/>
              </a:defRPr>
            </a:lvl4pPr>
            <a:lvl5pPr>
              <a:buNone/>
              <a:defRPr sz="1875" b="0">
                <a:solidFill>
                  <a:srgbClr val="596875"/>
                </a:solidFill>
                <a:latin typeface="Yu Gothic"/>
                <a:ea typeface="Yu Gothic"/>
                <a:cs typeface="Yu Gothic"/>
              </a:defRPr>
            </a:lvl5pPr>
            <a:lvl6pPr>
              <a:buNone/>
              <a:defRPr sz="1875" b="0">
                <a:solidFill>
                  <a:srgbClr val="596875"/>
                </a:solidFill>
                <a:latin typeface="Yu Gothic"/>
                <a:ea typeface="Yu Gothic"/>
                <a:cs typeface="Yu Gothic"/>
              </a:defRPr>
            </a:lvl6pPr>
            <a:lvl7pPr>
              <a:buNone/>
              <a:defRPr sz="1875" b="0">
                <a:solidFill>
                  <a:srgbClr val="596875"/>
                </a:solidFill>
                <a:latin typeface="Yu Gothic"/>
                <a:ea typeface="Yu Gothic"/>
                <a:cs typeface="Yu Gothic"/>
              </a:defRPr>
            </a:lvl7pPr>
            <a:lvl8pPr>
              <a:buNone/>
              <a:defRPr sz="1875" b="0">
                <a:solidFill>
                  <a:srgbClr val="596875"/>
                </a:solidFill>
                <a:latin typeface="Yu Gothic"/>
                <a:ea typeface="Yu Gothic"/>
                <a:cs typeface="Yu Gothic"/>
              </a:defRPr>
            </a:lvl8pPr>
            <a:lvl9pPr>
              <a:buNone/>
              <a:defRPr sz="1875" b="0">
                <a:solidFill>
                  <a:srgbClr val="596875"/>
                </a:solidFill>
                <a:latin typeface="Yu Gothic"/>
                <a:ea typeface="Yu Gothic"/>
                <a:cs typeface="Yu Gothic"/>
              </a:defRPr>
            </a:lvl9pPr>
          </a:lstStyle>
          <a:p>
            <a:pPr>
              <a:buNone/>
              <a:defRPr sz="1875" b="0">
                <a:solidFill>
                  <a:srgbClr val="596875"/>
                </a:solidFill>
                <a:latin typeface="Yu Gothic"/>
                <a:ea typeface="Yu Gothic"/>
                <a:cs typeface="Yu Gothic"/>
              </a:defRPr>
            </a:pPr>
            <a:r>
              <a:rPr sz="1875" b="0">
                <a:solidFill>
                  <a:srgbClr val="596875"/>
                </a:solidFill>
                <a:latin typeface="Yu Gothic"/>
                <a:ea typeface="Yu Gothic"/>
                <a:cs typeface="Yu Gothic"/>
              </a:rPr>
              <a:t>上部木質16層（3〜18階）。図では階数を省略。</a:t>
            </a:r>
          </a:p>
        </p:txBody>
      </p:sp>
      <p:sp>
        <p:nvSpPr>
          <p:cNvPr id="80" name="正方形/長方形 79">
            <a:extLst>
              <a:ext uri="{FF2B5EF4-FFF2-40B4-BE49-F238E27FC236}">
                <a16:creationId xmlns:a16="http://schemas.microsoft.com/office/drawing/2014/main" id="{5D056023-D0A3-490D-AB5F-FFEB10FC95A5}"/>
              </a:ext>
            </a:extLst>
          </p:cNvPr>
          <p:cNvSpPr>
            <a:spLocks noGrp="1"/>
          </p:cNvSpPr>
          <p:nvPr/>
        </p:nvSpPr>
        <p:spPr>
          <a:xfrm>
            <a:off x="838200" y="5867400"/>
            <a:ext cx="10477500" cy="400050"/>
          </a:xfrm>
          <a:prstGeom prst="rect">
            <a:avLst/>
          </a:prstGeom>
          <a:noFill/>
          <a:ln w="0">
            <a:noFill/>
          </a:ln>
        </p:spPr>
        <p:txBody>
          <a:bodyPr lIns="0" tIns="0" rIns="0" bIns="0" anchor="ctr">
            <a:noAutofit/>
          </a:bodyPr>
          <a:lstStyle>
            <a:defPPr>
              <a:defRPr sz="1425" b="1">
                <a:solidFill>
                  <a:srgbClr val="087E8B"/>
                </a:solidFill>
                <a:latin typeface="Yu Gothic"/>
                <a:ea typeface="Yu Gothic"/>
                <a:cs typeface="Yu Gothic"/>
              </a:defRPr>
            </a:defPPr>
            <a:lvl1pPr>
              <a:buNone/>
              <a:defRPr sz="1425" b="1">
                <a:solidFill>
                  <a:srgbClr val="087E8B"/>
                </a:solidFill>
                <a:latin typeface="Yu Gothic"/>
                <a:ea typeface="Yu Gothic"/>
                <a:cs typeface="Yu Gothic"/>
              </a:defRPr>
            </a:lvl1pPr>
            <a:lvl2pPr>
              <a:buNone/>
              <a:defRPr sz="1425" b="1">
                <a:solidFill>
                  <a:srgbClr val="087E8B"/>
                </a:solidFill>
                <a:latin typeface="Yu Gothic"/>
                <a:ea typeface="Yu Gothic"/>
                <a:cs typeface="Yu Gothic"/>
              </a:defRPr>
            </a:lvl2pPr>
            <a:lvl3pPr>
              <a:buNone/>
              <a:defRPr sz="1425" b="1">
                <a:solidFill>
                  <a:srgbClr val="087E8B"/>
                </a:solidFill>
                <a:latin typeface="Yu Gothic"/>
                <a:ea typeface="Yu Gothic"/>
                <a:cs typeface="Yu Gothic"/>
              </a:defRPr>
            </a:lvl3pPr>
            <a:lvl4pPr>
              <a:buNone/>
              <a:defRPr sz="1425" b="1">
                <a:solidFill>
                  <a:srgbClr val="087E8B"/>
                </a:solidFill>
                <a:latin typeface="Yu Gothic"/>
                <a:ea typeface="Yu Gothic"/>
                <a:cs typeface="Yu Gothic"/>
              </a:defRPr>
            </a:lvl4pPr>
            <a:lvl5pPr>
              <a:buNone/>
              <a:defRPr sz="1425" b="1">
                <a:solidFill>
                  <a:srgbClr val="087E8B"/>
                </a:solidFill>
                <a:latin typeface="Yu Gothic"/>
                <a:ea typeface="Yu Gothic"/>
                <a:cs typeface="Yu Gothic"/>
              </a:defRPr>
            </a:lvl5pPr>
            <a:lvl6pPr>
              <a:buNone/>
              <a:defRPr sz="1425" b="1">
                <a:solidFill>
                  <a:srgbClr val="087E8B"/>
                </a:solidFill>
                <a:latin typeface="Yu Gothic"/>
                <a:ea typeface="Yu Gothic"/>
                <a:cs typeface="Yu Gothic"/>
              </a:defRPr>
            </a:lvl6pPr>
            <a:lvl7pPr>
              <a:buNone/>
              <a:defRPr sz="1425" b="1">
                <a:solidFill>
                  <a:srgbClr val="087E8B"/>
                </a:solidFill>
                <a:latin typeface="Yu Gothic"/>
                <a:ea typeface="Yu Gothic"/>
                <a:cs typeface="Yu Gothic"/>
              </a:defRPr>
            </a:lvl7pPr>
            <a:lvl8pPr>
              <a:buNone/>
              <a:defRPr sz="1425" b="1">
                <a:solidFill>
                  <a:srgbClr val="087E8B"/>
                </a:solidFill>
                <a:latin typeface="Yu Gothic"/>
                <a:ea typeface="Yu Gothic"/>
                <a:cs typeface="Yu Gothic"/>
              </a:defRPr>
            </a:lvl8pPr>
            <a:lvl9pPr>
              <a:buNone/>
              <a:defRPr sz="1425" b="1">
                <a:solidFill>
                  <a:srgbClr val="087E8B"/>
                </a:solidFill>
                <a:latin typeface="Yu Gothic"/>
                <a:ea typeface="Yu Gothic"/>
                <a:cs typeface="Yu Gothic"/>
              </a:defRPr>
            </a:lvl9pPr>
          </a:lstStyle>
          <a:p>
            <a:pPr>
              <a:buNone/>
              <a:defRPr sz="1425" b="1">
                <a:solidFill>
                  <a:srgbClr val="087E8B"/>
                </a:solidFill>
                <a:latin typeface="Yu Gothic"/>
                <a:ea typeface="Yu Gothic"/>
                <a:cs typeface="Yu Gothic"/>
              </a:defRPr>
            </a:pPr>
            <a:r>
              <a:rPr sz="1425" b="1">
                <a:solidFill>
                  <a:srgbClr val="087E8B"/>
                </a:solidFill>
                <a:latin typeface="Yu Gothic"/>
                <a:ea typeface="Yu Gothic"/>
                <a:cs typeface="Yu Gothic"/>
              </a:rPr>
              <a:t>階数・配置・接合詳細を省略した教材用の模式図。</a:t>
            </a:r>
          </a:p>
        </p:txBody>
      </p:sp>
    </p:spTree>
    <p:extLst>
      <p:ext uri="{BB962C8B-B14F-4D97-AF65-F5344CB8AC3E}">
        <p14:creationId xmlns:p14="http://schemas.microsoft.com/office/powerpoint/2010/main" val="303032655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 name="正方形/長方形 83">
            <a:extLst>
              <a:ext uri="{FF2B5EF4-FFF2-40B4-BE49-F238E27FC236}">
                <a16:creationId xmlns:a16="http://schemas.microsoft.com/office/drawing/2014/main" id="{69ADB06B-BFF0-4D5F-8B54-C7DA77AE53E5}"/>
              </a:ext>
            </a:extLst>
          </p:cNvPr>
          <p:cNvSpPr>
            <a:spLocks noGrp="1"/>
          </p:cNvSpPr>
          <p:nvPr/>
        </p:nvSpPr>
        <p:spPr>
          <a:xfrm>
            <a:off x="685800" y="342900"/>
            <a:ext cx="10820400" cy="666750"/>
          </a:xfrm>
          <a:prstGeom prst="rect">
            <a:avLst/>
          </a:prstGeom>
          <a:noFill/>
          <a:ln w="0">
            <a:noFill/>
          </a:ln>
        </p:spPr>
        <p:txBody>
          <a:bodyPr lIns="0" tIns="0" rIns="0" bIns="0" anchor="ctr">
            <a:noAutofit/>
          </a:bodyPr>
          <a:lstStyle>
            <a:defPPr>
              <a:defRPr sz="3000" b="1">
                <a:solidFill>
                  <a:srgbClr val="18364F"/>
                </a:solidFill>
                <a:latin typeface="Yu Gothic"/>
                <a:ea typeface="Yu Gothic"/>
                <a:cs typeface="Yu Gothic"/>
              </a:defRPr>
            </a:defPPr>
            <a:lvl1pPr>
              <a:buNone/>
              <a:defRPr sz="3000" b="1">
                <a:solidFill>
                  <a:srgbClr val="18364F"/>
                </a:solidFill>
                <a:latin typeface="Yu Gothic"/>
                <a:ea typeface="Yu Gothic"/>
                <a:cs typeface="Yu Gothic"/>
              </a:defRPr>
            </a:lvl1pPr>
            <a:lvl2pPr>
              <a:buNone/>
              <a:defRPr sz="3000" b="1">
                <a:solidFill>
                  <a:srgbClr val="18364F"/>
                </a:solidFill>
                <a:latin typeface="Yu Gothic"/>
                <a:ea typeface="Yu Gothic"/>
                <a:cs typeface="Yu Gothic"/>
              </a:defRPr>
            </a:lvl2pPr>
            <a:lvl3pPr>
              <a:buNone/>
              <a:defRPr sz="3000" b="1">
                <a:solidFill>
                  <a:srgbClr val="18364F"/>
                </a:solidFill>
                <a:latin typeface="Yu Gothic"/>
                <a:ea typeface="Yu Gothic"/>
                <a:cs typeface="Yu Gothic"/>
              </a:defRPr>
            </a:lvl3pPr>
            <a:lvl4pPr>
              <a:buNone/>
              <a:defRPr sz="3000" b="1">
                <a:solidFill>
                  <a:srgbClr val="18364F"/>
                </a:solidFill>
                <a:latin typeface="Yu Gothic"/>
                <a:ea typeface="Yu Gothic"/>
                <a:cs typeface="Yu Gothic"/>
              </a:defRPr>
            </a:lvl4pPr>
            <a:lvl5pPr>
              <a:buNone/>
              <a:defRPr sz="3000" b="1">
                <a:solidFill>
                  <a:srgbClr val="18364F"/>
                </a:solidFill>
                <a:latin typeface="Yu Gothic"/>
                <a:ea typeface="Yu Gothic"/>
                <a:cs typeface="Yu Gothic"/>
              </a:defRPr>
            </a:lvl5pPr>
            <a:lvl6pPr>
              <a:buNone/>
              <a:defRPr sz="3000" b="1">
                <a:solidFill>
                  <a:srgbClr val="18364F"/>
                </a:solidFill>
                <a:latin typeface="Yu Gothic"/>
                <a:ea typeface="Yu Gothic"/>
                <a:cs typeface="Yu Gothic"/>
              </a:defRPr>
            </a:lvl6pPr>
            <a:lvl7pPr>
              <a:buNone/>
              <a:defRPr sz="3000" b="1">
                <a:solidFill>
                  <a:srgbClr val="18364F"/>
                </a:solidFill>
                <a:latin typeface="Yu Gothic"/>
                <a:ea typeface="Yu Gothic"/>
                <a:cs typeface="Yu Gothic"/>
              </a:defRPr>
            </a:lvl7pPr>
            <a:lvl8pPr>
              <a:buNone/>
              <a:defRPr sz="3000" b="1">
                <a:solidFill>
                  <a:srgbClr val="18364F"/>
                </a:solidFill>
                <a:latin typeface="Yu Gothic"/>
                <a:ea typeface="Yu Gothic"/>
                <a:cs typeface="Yu Gothic"/>
              </a:defRPr>
            </a:lvl8pPr>
            <a:lvl9pPr>
              <a:buNone/>
              <a:defRPr sz="3000" b="1">
                <a:solidFill>
                  <a:srgbClr val="18364F"/>
                </a:solidFill>
                <a:latin typeface="Yu Gothic"/>
                <a:ea typeface="Yu Gothic"/>
                <a:cs typeface="Yu Gothic"/>
              </a:defRPr>
            </a:lvl9pPr>
          </a:lstStyle>
          <a:p>
            <a:pPr>
              <a:buNone/>
              <a:defRPr sz="3000" b="1">
                <a:solidFill>
                  <a:srgbClr val="18364F"/>
                </a:solidFill>
                <a:latin typeface="Yu Gothic"/>
                <a:ea typeface="Yu Gothic"/>
                <a:cs typeface="Yu Gothic"/>
              </a:defRPr>
            </a:pPr>
            <a:r>
              <a:rPr sz="3000" b="1">
                <a:solidFill>
                  <a:srgbClr val="18364F"/>
                </a:solidFill>
                <a:latin typeface="Yu Gothic"/>
                <a:ea typeface="Yu Gothic"/>
                <a:cs typeface="Yu Gothic"/>
              </a:rPr>
              <a:t>Brock Commons：水平力の経路</a:t>
            </a:r>
          </a:p>
        </p:txBody>
      </p:sp>
      <p:sp>
        <p:nvSpPr>
          <p:cNvPr id="2" name="正方形/長方形 1">
            <a:extLst>
              <a:ext uri="{FF2B5EF4-FFF2-40B4-BE49-F238E27FC236}">
                <a16:creationId xmlns:a16="http://schemas.microsoft.com/office/drawing/2014/main" id="{96791BE1-8F87-42AF-B1B5-1E22BE23863C}"/>
              </a:ext>
            </a:extLst>
          </p:cNvPr>
          <p:cNvSpPr>
            <a:spLocks noGrp="1"/>
          </p:cNvSpPr>
          <p:nvPr/>
        </p:nvSpPr>
        <p:spPr>
          <a:xfrm>
            <a:off x="685800" y="1181100"/>
            <a:ext cx="10820400" cy="19050"/>
          </a:xfrm>
          <a:prstGeom prst="rect">
            <a:avLst/>
          </a:prstGeom>
          <a:solidFill>
            <a:srgbClr val="18364F"/>
          </a:solidFill>
          <a:ln w="0">
            <a:noFill/>
          </a:ln>
        </p:spPr>
      </p:sp>
      <p:sp>
        <p:nvSpPr>
          <p:cNvPr id="3" name="正方形/長方形 2">
            <a:extLst>
              <a:ext uri="{FF2B5EF4-FFF2-40B4-BE49-F238E27FC236}">
                <a16:creationId xmlns:a16="http://schemas.microsoft.com/office/drawing/2014/main" id="{19972A19-3469-4905-ADF5-208AFC6DCF01}"/>
              </a:ext>
            </a:extLst>
          </p:cNvPr>
          <p:cNvSpPr>
            <a:spLocks noGrp="1"/>
          </p:cNvSpPr>
          <p:nvPr/>
        </p:nvSpPr>
        <p:spPr>
          <a:xfrm>
            <a:off x="685800" y="6419850"/>
            <a:ext cx="9334500" cy="257175"/>
          </a:xfrm>
          <a:prstGeom prst="rect">
            <a:avLst/>
          </a:prstGeom>
          <a:noFill/>
          <a:ln w="0">
            <a:noFill/>
          </a:ln>
        </p:spPr>
        <p:txBody>
          <a:bodyPr lIns="0" tIns="0" rIns="0" bIns="0" anchor="ctr">
            <a:noAutofit/>
          </a:bodyPr>
          <a:lstStyle>
            <a:defPPr>
              <a:defRPr sz="1425" b="0">
                <a:solidFill>
                  <a:srgbClr val="596875"/>
                </a:solidFill>
                <a:latin typeface="Yu Gothic"/>
                <a:ea typeface="Yu Gothic"/>
                <a:cs typeface="Yu Gothic"/>
              </a:defRPr>
            </a:defPPr>
            <a:lvl1pPr>
              <a:buNone/>
              <a:defRPr sz="1425" b="0">
                <a:solidFill>
                  <a:srgbClr val="596875"/>
                </a:solidFill>
                <a:latin typeface="Yu Gothic"/>
                <a:ea typeface="Yu Gothic"/>
                <a:cs typeface="Yu Gothic"/>
              </a:defRPr>
            </a:lvl1pPr>
            <a:lvl2pPr>
              <a:buNone/>
              <a:defRPr sz="1425" b="0">
                <a:solidFill>
                  <a:srgbClr val="596875"/>
                </a:solidFill>
                <a:latin typeface="Yu Gothic"/>
                <a:ea typeface="Yu Gothic"/>
                <a:cs typeface="Yu Gothic"/>
              </a:defRPr>
            </a:lvl2pPr>
            <a:lvl3pPr>
              <a:buNone/>
              <a:defRPr sz="1425" b="0">
                <a:solidFill>
                  <a:srgbClr val="596875"/>
                </a:solidFill>
                <a:latin typeface="Yu Gothic"/>
                <a:ea typeface="Yu Gothic"/>
                <a:cs typeface="Yu Gothic"/>
              </a:defRPr>
            </a:lvl3pPr>
            <a:lvl4pPr>
              <a:buNone/>
              <a:defRPr sz="1425" b="0">
                <a:solidFill>
                  <a:srgbClr val="596875"/>
                </a:solidFill>
                <a:latin typeface="Yu Gothic"/>
                <a:ea typeface="Yu Gothic"/>
                <a:cs typeface="Yu Gothic"/>
              </a:defRPr>
            </a:lvl4pPr>
            <a:lvl5pPr>
              <a:buNone/>
              <a:defRPr sz="1425" b="0">
                <a:solidFill>
                  <a:srgbClr val="596875"/>
                </a:solidFill>
                <a:latin typeface="Yu Gothic"/>
                <a:ea typeface="Yu Gothic"/>
                <a:cs typeface="Yu Gothic"/>
              </a:defRPr>
            </a:lvl5pPr>
            <a:lvl6pPr>
              <a:buNone/>
              <a:defRPr sz="1425" b="0">
                <a:solidFill>
                  <a:srgbClr val="596875"/>
                </a:solidFill>
                <a:latin typeface="Yu Gothic"/>
                <a:ea typeface="Yu Gothic"/>
                <a:cs typeface="Yu Gothic"/>
              </a:defRPr>
            </a:lvl6pPr>
            <a:lvl7pPr>
              <a:buNone/>
              <a:defRPr sz="1425" b="0">
                <a:solidFill>
                  <a:srgbClr val="596875"/>
                </a:solidFill>
                <a:latin typeface="Yu Gothic"/>
                <a:ea typeface="Yu Gothic"/>
                <a:cs typeface="Yu Gothic"/>
              </a:defRPr>
            </a:lvl7pPr>
            <a:lvl8pPr>
              <a:buNone/>
              <a:defRPr sz="1425" b="0">
                <a:solidFill>
                  <a:srgbClr val="596875"/>
                </a:solidFill>
                <a:latin typeface="Yu Gothic"/>
                <a:ea typeface="Yu Gothic"/>
                <a:cs typeface="Yu Gothic"/>
              </a:defRPr>
            </a:lvl8pPr>
            <a:lvl9pPr>
              <a:buNone/>
              <a:defRPr sz="1425" b="0">
                <a:solidFill>
                  <a:srgbClr val="596875"/>
                </a:solidFill>
                <a:latin typeface="Yu Gothic"/>
                <a:ea typeface="Yu Gothic"/>
                <a:cs typeface="Yu Gothic"/>
              </a:defRPr>
            </a:lvl9pPr>
          </a:lstStyle>
          <a:p>
            <a:pPr>
              <a:buNone/>
              <a:defRPr sz="1425" b="0">
                <a:solidFill>
                  <a:srgbClr val="596875"/>
                </a:solidFill>
                <a:latin typeface="Yu Gothic"/>
                <a:ea typeface="Yu Gothic"/>
                <a:cs typeface="Yu Gothic"/>
              </a:defRPr>
            </a:pPr>
            <a:r>
              <a:rPr lang="ja-JP" altLang="en-US" sz="1425" b="0">
                <a:solidFill>
                  <a:srgbClr val="596875"/>
                </a:solidFill>
                <a:latin typeface="Yu Gothic"/>
                <a:ea typeface="Yu Gothic"/>
                <a:cs typeface="Yu Gothic"/>
              </a:rPr>
              <a:t>木材及び木質材料学　新第</a:t>
            </a:r>
            <a:r>
              <a:rPr lang="en-US" altLang="ja-JP" sz="1425" b="0">
                <a:solidFill>
                  <a:srgbClr val="596875"/>
                </a:solidFill>
                <a:latin typeface="Yu Gothic"/>
                <a:ea typeface="Yu Gothic"/>
                <a:cs typeface="Yu Gothic"/>
              </a:rPr>
              <a:t>14</a:t>
            </a:r>
            <a:r>
              <a:rPr lang="ja-JP" altLang="en-US" sz="1425" b="0">
                <a:solidFill>
                  <a:srgbClr val="596875"/>
                </a:solidFill>
                <a:latin typeface="Yu Gothic"/>
                <a:ea typeface="Yu Gothic"/>
                <a:cs typeface="Yu Gothic"/>
              </a:rPr>
              <a:t>回　構造・燃焼</a:t>
            </a:r>
            <a:endParaRPr sz="1425" b="0">
              <a:solidFill>
                <a:srgbClr val="596875"/>
              </a:solidFill>
              <a:latin typeface="Yu Gothic"/>
              <a:ea typeface="Yu Gothic"/>
              <a:cs typeface="Yu Gothic"/>
            </a:endParaRPr>
          </a:p>
        </p:txBody>
      </p:sp>
      <p:sp>
        <p:nvSpPr>
          <p:cNvPr id="4" name="正方形/長方形 3">
            <a:extLst>
              <a:ext uri="{FF2B5EF4-FFF2-40B4-BE49-F238E27FC236}">
                <a16:creationId xmlns:a16="http://schemas.microsoft.com/office/drawing/2014/main" id="{D06648EF-C187-4874-9586-B1B1144171D3}"/>
              </a:ext>
            </a:extLst>
          </p:cNvPr>
          <p:cNvSpPr>
            <a:spLocks noGrp="1"/>
          </p:cNvSpPr>
          <p:nvPr/>
        </p:nvSpPr>
        <p:spPr>
          <a:xfrm>
            <a:off x="10763250" y="6419850"/>
            <a:ext cx="742950" cy="257175"/>
          </a:xfrm>
          <a:prstGeom prst="rect">
            <a:avLst/>
          </a:prstGeom>
          <a:noFill/>
          <a:ln w="0">
            <a:noFill/>
          </a:ln>
        </p:spPr>
        <p:txBody>
          <a:bodyPr lIns="0" tIns="0" rIns="0" bIns="0" anchor="ctr">
            <a:noAutofit/>
          </a:bodyPr>
          <a:lstStyle>
            <a:defPPr>
              <a:defRPr sz="1425" b="0">
                <a:solidFill>
                  <a:srgbClr val="596875"/>
                </a:solidFill>
                <a:latin typeface="Yu Gothic"/>
                <a:ea typeface="Yu Gothic"/>
                <a:cs typeface="Yu Gothic"/>
              </a:defRPr>
            </a:defPPr>
            <a:lvl1pPr>
              <a:buNone/>
              <a:defRPr sz="1425" b="0">
                <a:solidFill>
                  <a:srgbClr val="596875"/>
                </a:solidFill>
                <a:latin typeface="Yu Gothic"/>
                <a:ea typeface="Yu Gothic"/>
                <a:cs typeface="Yu Gothic"/>
              </a:defRPr>
            </a:lvl1pPr>
            <a:lvl2pPr>
              <a:buNone/>
              <a:defRPr sz="1425" b="0">
                <a:solidFill>
                  <a:srgbClr val="596875"/>
                </a:solidFill>
                <a:latin typeface="Yu Gothic"/>
                <a:ea typeface="Yu Gothic"/>
                <a:cs typeface="Yu Gothic"/>
              </a:defRPr>
            </a:lvl2pPr>
            <a:lvl3pPr>
              <a:buNone/>
              <a:defRPr sz="1425" b="0">
                <a:solidFill>
                  <a:srgbClr val="596875"/>
                </a:solidFill>
                <a:latin typeface="Yu Gothic"/>
                <a:ea typeface="Yu Gothic"/>
                <a:cs typeface="Yu Gothic"/>
              </a:defRPr>
            </a:lvl3pPr>
            <a:lvl4pPr>
              <a:buNone/>
              <a:defRPr sz="1425" b="0">
                <a:solidFill>
                  <a:srgbClr val="596875"/>
                </a:solidFill>
                <a:latin typeface="Yu Gothic"/>
                <a:ea typeface="Yu Gothic"/>
                <a:cs typeface="Yu Gothic"/>
              </a:defRPr>
            </a:lvl4pPr>
            <a:lvl5pPr>
              <a:buNone/>
              <a:defRPr sz="1425" b="0">
                <a:solidFill>
                  <a:srgbClr val="596875"/>
                </a:solidFill>
                <a:latin typeface="Yu Gothic"/>
                <a:ea typeface="Yu Gothic"/>
                <a:cs typeface="Yu Gothic"/>
              </a:defRPr>
            </a:lvl5pPr>
            <a:lvl6pPr>
              <a:buNone/>
              <a:defRPr sz="1425" b="0">
                <a:solidFill>
                  <a:srgbClr val="596875"/>
                </a:solidFill>
                <a:latin typeface="Yu Gothic"/>
                <a:ea typeface="Yu Gothic"/>
                <a:cs typeface="Yu Gothic"/>
              </a:defRPr>
            </a:lvl6pPr>
            <a:lvl7pPr>
              <a:buNone/>
              <a:defRPr sz="1425" b="0">
                <a:solidFill>
                  <a:srgbClr val="596875"/>
                </a:solidFill>
                <a:latin typeface="Yu Gothic"/>
                <a:ea typeface="Yu Gothic"/>
                <a:cs typeface="Yu Gothic"/>
              </a:defRPr>
            </a:lvl7pPr>
            <a:lvl8pPr>
              <a:buNone/>
              <a:defRPr sz="1425" b="0">
                <a:solidFill>
                  <a:srgbClr val="596875"/>
                </a:solidFill>
                <a:latin typeface="Yu Gothic"/>
                <a:ea typeface="Yu Gothic"/>
                <a:cs typeface="Yu Gothic"/>
              </a:defRPr>
            </a:lvl8pPr>
            <a:lvl9pPr>
              <a:buNone/>
              <a:defRPr sz="1425" b="0">
                <a:solidFill>
                  <a:srgbClr val="596875"/>
                </a:solidFill>
                <a:latin typeface="Yu Gothic"/>
                <a:ea typeface="Yu Gothic"/>
                <a:cs typeface="Yu Gothic"/>
              </a:defRPr>
            </a:lvl9pPr>
          </a:lstStyle>
          <a:p>
            <a:pPr>
              <a:buNone/>
              <a:defRPr sz="1425" b="0">
                <a:solidFill>
                  <a:srgbClr val="596875"/>
                </a:solidFill>
                <a:latin typeface="Yu Gothic"/>
                <a:ea typeface="Yu Gothic"/>
                <a:cs typeface="Yu Gothic"/>
              </a:defRPr>
            </a:pPr>
            <a:r>
              <a:rPr lang="en-US" altLang="ja-JP" sz="1425" b="0">
                <a:solidFill>
                  <a:srgbClr val="596875"/>
                </a:solidFill>
                <a:latin typeface="Yu Gothic"/>
                <a:ea typeface="Yu Gothic"/>
                <a:cs typeface="Yu Gothic"/>
              </a:rPr>
              <a:t>20</a:t>
            </a:r>
            <a:endParaRPr sz="1425" b="0">
              <a:solidFill>
                <a:srgbClr val="596875"/>
              </a:solidFill>
              <a:latin typeface="Yu Gothic"/>
              <a:ea typeface="Yu Gothic"/>
              <a:cs typeface="Yu Gothic"/>
            </a:endParaRPr>
          </a:p>
        </p:txBody>
      </p:sp>
      <p:sp>
        <p:nvSpPr>
          <p:cNvPr id="5" name="正方形/長方形 4">
            <a:extLst>
              <a:ext uri="{FF2B5EF4-FFF2-40B4-BE49-F238E27FC236}">
                <a16:creationId xmlns:a16="http://schemas.microsoft.com/office/drawing/2014/main" id="{CF943C80-C12E-4DD8-A16D-A08D2694D003}"/>
              </a:ext>
            </a:extLst>
          </p:cNvPr>
          <p:cNvSpPr>
            <a:spLocks noGrp="1"/>
          </p:cNvSpPr>
          <p:nvPr/>
        </p:nvSpPr>
        <p:spPr>
          <a:xfrm>
            <a:off x="1047750" y="4933950"/>
            <a:ext cx="4857750" cy="457200"/>
          </a:xfrm>
          <a:prstGeom prst="rect">
            <a:avLst/>
          </a:prstGeom>
          <a:solidFill>
            <a:srgbClr val="B5BFC7"/>
          </a:solidFill>
          <a:ln w="19050">
            <a:solidFill>
              <a:srgbClr val="18364F"/>
            </a:solidFill>
          </a:ln>
        </p:spPr>
      </p:sp>
      <p:sp>
        <p:nvSpPr>
          <p:cNvPr id="6" name="正方形/長方形 5">
            <a:extLst>
              <a:ext uri="{FF2B5EF4-FFF2-40B4-BE49-F238E27FC236}">
                <a16:creationId xmlns:a16="http://schemas.microsoft.com/office/drawing/2014/main" id="{F0F4325B-D77A-406F-AE53-7877762EC3A5}"/>
              </a:ext>
            </a:extLst>
          </p:cNvPr>
          <p:cNvSpPr>
            <a:spLocks noGrp="1"/>
          </p:cNvSpPr>
          <p:nvPr/>
        </p:nvSpPr>
        <p:spPr>
          <a:xfrm>
            <a:off x="1362075" y="1866900"/>
            <a:ext cx="590550" cy="3067050"/>
          </a:xfrm>
          <a:prstGeom prst="rect">
            <a:avLst/>
          </a:prstGeom>
          <a:solidFill>
            <a:srgbClr val="AEC2CF"/>
          </a:solidFill>
          <a:ln w="19050">
            <a:solidFill>
              <a:srgbClr val="18364F"/>
            </a:solidFill>
          </a:ln>
        </p:spPr>
      </p:sp>
      <p:sp>
        <p:nvSpPr>
          <p:cNvPr id="7" name="正方形/長方形 6">
            <a:extLst>
              <a:ext uri="{FF2B5EF4-FFF2-40B4-BE49-F238E27FC236}">
                <a16:creationId xmlns:a16="http://schemas.microsoft.com/office/drawing/2014/main" id="{C4A0360E-B8EA-4DA5-94AF-03F2718F23E8}"/>
              </a:ext>
            </a:extLst>
          </p:cNvPr>
          <p:cNvSpPr>
            <a:spLocks noGrp="1"/>
          </p:cNvSpPr>
          <p:nvPr/>
        </p:nvSpPr>
        <p:spPr>
          <a:xfrm>
            <a:off x="5000625" y="1866900"/>
            <a:ext cx="590550" cy="3067050"/>
          </a:xfrm>
          <a:prstGeom prst="rect">
            <a:avLst/>
          </a:prstGeom>
          <a:solidFill>
            <a:srgbClr val="AEC2CF"/>
          </a:solidFill>
          <a:ln w="19050">
            <a:solidFill>
              <a:srgbClr val="18364F"/>
            </a:solidFill>
          </a:ln>
        </p:spPr>
      </p:sp>
      <p:sp>
        <p:nvSpPr>
          <p:cNvPr id="8" name="正方形/長方形 7">
            <a:extLst>
              <a:ext uri="{FF2B5EF4-FFF2-40B4-BE49-F238E27FC236}">
                <a16:creationId xmlns:a16="http://schemas.microsoft.com/office/drawing/2014/main" id="{41223DC2-EEAA-4D78-B872-3F59A45BDAEA}"/>
              </a:ext>
            </a:extLst>
          </p:cNvPr>
          <p:cNvSpPr>
            <a:spLocks noGrp="1"/>
          </p:cNvSpPr>
          <p:nvPr/>
        </p:nvSpPr>
        <p:spPr>
          <a:xfrm>
            <a:off x="2000250" y="1981200"/>
            <a:ext cx="2952750" cy="104775"/>
          </a:xfrm>
          <a:prstGeom prst="rect">
            <a:avLst/>
          </a:prstGeom>
          <a:solidFill>
            <a:srgbClr val="C8904C"/>
          </a:solidFill>
          <a:ln w="0">
            <a:noFill/>
          </a:ln>
        </p:spPr>
      </p:sp>
      <p:sp>
        <p:nvSpPr>
          <p:cNvPr id="9" name="正方形/長方形 8">
            <a:extLst>
              <a:ext uri="{FF2B5EF4-FFF2-40B4-BE49-F238E27FC236}">
                <a16:creationId xmlns:a16="http://schemas.microsoft.com/office/drawing/2014/main" id="{DB80BE35-C005-4836-A262-AA3BDFB4FD72}"/>
              </a:ext>
            </a:extLst>
          </p:cNvPr>
          <p:cNvSpPr>
            <a:spLocks noGrp="1"/>
          </p:cNvSpPr>
          <p:nvPr/>
        </p:nvSpPr>
        <p:spPr>
          <a:xfrm>
            <a:off x="2333625" y="2085975"/>
            <a:ext cx="123825" cy="304800"/>
          </a:xfrm>
          <a:prstGeom prst="rect">
            <a:avLst/>
          </a:prstGeom>
          <a:solidFill>
            <a:srgbClr val="D7B78C"/>
          </a:solidFill>
          <a:ln w="0">
            <a:noFill/>
          </a:ln>
        </p:spPr>
      </p:sp>
      <p:sp>
        <p:nvSpPr>
          <p:cNvPr id="10" name="正方形/長方形 9">
            <a:extLst>
              <a:ext uri="{FF2B5EF4-FFF2-40B4-BE49-F238E27FC236}">
                <a16:creationId xmlns:a16="http://schemas.microsoft.com/office/drawing/2014/main" id="{174D35A9-728D-44D1-876E-A2FD18590BA3}"/>
              </a:ext>
            </a:extLst>
          </p:cNvPr>
          <p:cNvSpPr>
            <a:spLocks noGrp="1"/>
          </p:cNvSpPr>
          <p:nvPr/>
        </p:nvSpPr>
        <p:spPr>
          <a:xfrm>
            <a:off x="2305050" y="2028825"/>
            <a:ext cx="180975" cy="76200"/>
          </a:xfrm>
          <a:prstGeom prst="rect">
            <a:avLst/>
          </a:prstGeom>
          <a:solidFill>
            <a:srgbClr val="596875"/>
          </a:solidFill>
          <a:ln w="0">
            <a:noFill/>
          </a:ln>
        </p:spPr>
      </p:sp>
      <p:sp>
        <p:nvSpPr>
          <p:cNvPr id="11" name="正方形/長方形 10">
            <a:extLst>
              <a:ext uri="{FF2B5EF4-FFF2-40B4-BE49-F238E27FC236}">
                <a16:creationId xmlns:a16="http://schemas.microsoft.com/office/drawing/2014/main" id="{4D5231EF-0582-4199-9D54-E0CC2AAF4F08}"/>
              </a:ext>
            </a:extLst>
          </p:cNvPr>
          <p:cNvSpPr>
            <a:spLocks noGrp="1"/>
          </p:cNvSpPr>
          <p:nvPr/>
        </p:nvSpPr>
        <p:spPr>
          <a:xfrm>
            <a:off x="3476625" y="2085975"/>
            <a:ext cx="123825" cy="304800"/>
          </a:xfrm>
          <a:prstGeom prst="rect">
            <a:avLst/>
          </a:prstGeom>
          <a:solidFill>
            <a:srgbClr val="D7B78C"/>
          </a:solidFill>
          <a:ln w="0">
            <a:noFill/>
          </a:ln>
        </p:spPr>
      </p:sp>
      <p:sp>
        <p:nvSpPr>
          <p:cNvPr id="12" name="正方形/長方形 11">
            <a:extLst>
              <a:ext uri="{FF2B5EF4-FFF2-40B4-BE49-F238E27FC236}">
                <a16:creationId xmlns:a16="http://schemas.microsoft.com/office/drawing/2014/main" id="{8D918A65-AF05-4340-B761-A813D02F1830}"/>
              </a:ext>
            </a:extLst>
          </p:cNvPr>
          <p:cNvSpPr>
            <a:spLocks noGrp="1"/>
          </p:cNvSpPr>
          <p:nvPr/>
        </p:nvSpPr>
        <p:spPr>
          <a:xfrm>
            <a:off x="3448050" y="2028825"/>
            <a:ext cx="180975" cy="76200"/>
          </a:xfrm>
          <a:prstGeom prst="rect">
            <a:avLst/>
          </a:prstGeom>
          <a:solidFill>
            <a:srgbClr val="596875"/>
          </a:solidFill>
          <a:ln w="0">
            <a:noFill/>
          </a:ln>
        </p:spPr>
      </p:sp>
      <p:sp>
        <p:nvSpPr>
          <p:cNvPr id="13" name="正方形/長方形 12">
            <a:extLst>
              <a:ext uri="{FF2B5EF4-FFF2-40B4-BE49-F238E27FC236}">
                <a16:creationId xmlns:a16="http://schemas.microsoft.com/office/drawing/2014/main" id="{50D7BDD3-86B9-4881-8DBC-D71001D0E39A}"/>
              </a:ext>
            </a:extLst>
          </p:cNvPr>
          <p:cNvSpPr>
            <a:spLocks noGrp="1"/>
          </p:cNvSpPr>
          <p:nvPr/>
        </p:nvSpPr>
        <p:spPr>
          <a:xfrm>
            <a:off x="4619625" y="2085975"/>
            <a:ext cx="123825" cy="304800"/>
          </a:xfrm>
          <a:prstGeom prst="rect">
            <a:avLst/>
          </a:prstGeom>
          <a:solidFill>
            <a:srgbClr val="D7B78C"/>
          </a:solidFill>
          <a:ln w="0">
            <a:noFill/>
          </a:ln>
        </p:spPr>
      </p:sp>
      <p:sp>
        <p:nvSpPr>
          <p:cNvPr id="14" name="正方形/長方形 13">
            <a:extLst>
              <a:ext uri="{FF2B5EF4-FFF2-40B4-BE49-F238E27FC236}">
                <a16:creationId xmlns:a16="http://schemas.microsoft.com/office/drawing/2014/main" id="{2181647C-68D5-42E6-9F4C-664D8F88E2FA}"/>
              </a:ext>
            </a:extLst>
          </p:cNvPr>
          <p:cNvSpPr>
            <a:spLocks noGrp="1"/>
          </p:cNvSpPr>
          <p:nvPr/>
        </p:nvSpPr>
        <p:spPr>
          <a:xfrm>
            <a:off x="4591050" y="2028825"/>
            <a:ext cx="180975" cy="76200"/>
          </a:xfrm>
          <a:prstGeom prst="rect">
            <a:avLst/>
          </a:prstGeom>
          <a:solidFill>
            <a:srgbClr val="596875"/>
          </a:solidFill>
          <a:ln w="0">
            <a:noFill/>
          </a:ln>
        </p:spPr>
      </p:sp>
      <p:sp>
        <p:nvSpPr>
          <p:cNvPr id="15" name="正方形/長方形 14">
            <a:extLst>
              <a:ext uri="{FF2B5EF4-FFF2-40B4-BE49-F238E27FC236}">
                <a16:creationId xmlns:a16="http://schemas.microsoft.com/office/drawing/2014/main" id="{4E53076A-4AFF-4DC5-9B13-0D14A674075C}"/>
              </a:ext>
            </a:extLst>
          </p:cNvPr>
          <p:cNvSpPr>
            <a:spLocks noGrp="1"/>
          </p:cNvSpPr>
          <p:nvPr/>
        </p:nvSpPr>
        <p:spPr>
          <a:xfrm>
            <a:off x="2000250" y="2390775"/>
            <a:ext cx="2952750" cy="104775"/>
          </a:xfrm>
          <a:prstGeom prst="rect">
            <a:avLst/>
          </a:prstGeom>
          <a:solidFill>
            <a:srgbClr val="C8904C"/>
          </a:solidFill>
          <a:ln w="0">
            <a:noFill/>
          </a:ln>
        </p:spPr>
      </p:sp>
      <p:sp>
        <p:nvSpPr>
          <p:cNvPr id="16" name="正方形/長方形 15">
            <a:extLst>
              <a:ext uri="{FF2B5EF4-FFF2-40B4-BE49-F238E27FC236}">
                <a16:creationId xmlns:a16="http://schemas.microsoft.com/office/drawing/2014/main" id="{EA4454CF-0395-4F85-AA5A-72829AB2BA57}"/>
              </a:ext>
            </a:extLst>
          </p:cNvPr>
          <p:cNvSpPr>
            <a:spLocks noGrp="1"/>
          </p:cNvSpPr>
          <p:nvPr/>
        </p:nvSpPr>
        <p:spPr>
          <a:xfrm>
            <a:off x="2333625" y="2495550"/>
            <a:ext cx="123825" cy="304800"/>
          </a:xfrm>
          <a:prstGeom prst="rect">
            <a:avLst/>
          </a:prstGeom>
          <a:solidFill>
            <a:srgbClr val="D7B78C"/>
          </a:solidFill>
          <a:ln w="0">
            <a:noFill/>
          </a:ln>
        </p:spPr>
      </p:sp>
      <p:sp>
        <p:nvSpPr>
          <p:cNvPr id="17" name="正方形/長方形 16">
            <a:extLst>
              <a:ext uri="{FF2B5EF4-FFF2-40B4-BE49-F238E27FC236}">
                <a16:creationId xmlns:a16="http://schemas.microsoft.com/office/drawing/2014/main" id="{87265BFA-59B7-44D6-8ACE-91B7BE0107CE}"/>
              </a:ext>
            </a:extLst>
          </p:cNvPr>
          <p:cNvSpPr>
            <a:spLocks noGrp="1"/>
          </p:cNvSpPr>
          <p:nvPr/>
        </p:nvSpPr>
        <p:spPr>
          <a:xfrm>
            <a:off x="2305050" y="2438400"/>
            <a:ext cx="180975" cy="76200"/>
          </a:xfrm>
          <a:prstGeom prst="rect">
            <a:avLst/>
          </a:prstGeom>
          <a:solidFill>
            <a:srgbClr val="596875"/>
          </a:solidFill>
          <a:ln w="0">
            <a:noFill/>
          </a:ln>
        </p:spPr>
      </p:sp>
      <p:sp>
        <p:nvSpPr>
          <p:cNvPr id="18" name="正方形/長方形 17">
            <a:extLst>
              <a:ext uri="{FF2B5EF4-FFF2-40B4-BE49-F238E27FC236}">
                <a16:creationId xmlns:a16="http://schemas.microsoft.com/office/drawing/2014/main" id="{88B5F90A-D235-438B-8B26-45A805CA25CF}"/>
              </a:ext>
            </a:extLst>
          </p:cNvPr>
          <p:cNvSpPr>
            <a:spLocks noGrp="1"/>
          </p:cNvSpPr>
          <p:nvPr/>
        </p:nvSpPr>
        <p:spPr>
          <a:xfrm>
            <a:off x="3476625" y="2495550"/>
            <a:ext cx="123825" cy="304800"/>
          </a:xfrm>
          <a:prstGeom prst="rect">
            <a:avLst/>
          </a:prstGeom>
          <a:solidFill>
            <a:srgbClr val="D7B78C"/>
          </a:solidFill>
          <a:ln w="0">
            <a:noFill/>
          </a:ln>
        </p:spPr>
      </p:sp>
      <p:sp>
        <p:nvSpPr>
          <p:cNvPr id="19" name="正方形/長方形 18">
            <a:extLst>
              <a:ext uri="{FF2B5EF4-FFF2-40B4-BE49-F238E27FC236}">
                <a16:creationId xmlns:a16="http://schemas.microsoft.com/office/drawing/2014/main" id="{C4AFF734-FF11-4EC0-B351-3E7BD8D87B73}"/>
              </a:ext>
            </a:extLst>
          </p:cNvPr>
          <p:cNvSpPr>
            <a:spLocks noGrp="1"/>
          </p:cNvSpPr>
          <p:nvPr/>
        </p:nvSpPr>
        <p:spPr>
          <a:xfrm>
            <a:off x="3448050" y="2438400"/>
            <a:ext cx="180975" cy="76200"/>
          </a:xfrm>
          <a:prstGeom prst="rect">
            <a:avLst/>
          </a:prstGeom>
          <a:solidFill>
            <a:srgbClr val="596875"/>
          </a:solidFill>
          <a:ln w="0">
            <a:noFill/>
          </a:ln>
        </p:spPr>
      </p:sp>
      <p:sp>
        <p:nvSpPr>
          <p:cNvPr id="20" name="正方形/長方形 19">
            <a:extLst>
              <a:ext uri="{FF2B5EF4-FFF2-40B4-BE49-F238E27FC236}">
                <a16:creationId xmlns:a16="http://schemas.microsoft.com/office/drawing/2014/main" id="{E857A6F6-436F-490D-9209-20B928A05B91}"/>
              </a:ext>
            </a:extLst>
          </p:cNvPr>
          <p:cNvSpPr>
            <a:spLocks noGrp="1"/>
          </p:cNvSpPr>
          <p:nvPr/>
        </p:nvSpPr>
        <p:spPr>
          <a:xfrm>
            <a:off x="4619625" y="2495550"/>
            <a:ext cx="123825" cy="304800"/>
          </a:xfrm>
          <a:prstGeom prst="rect">
            <a:avLst/>
          </a:prstGeom>
          <a:solidFill>
            <a:srgbClr val="D7B78C"/>
          </a:solidFill>
          <a:ln w="0">
            <a:noFill/>
          </a:ln>
        </p:spPr>
      </p:sp>
      <p:sp>
        <p:nvSpPr>
          <p:cNvPr id="21" name="正方形/長方形 20">
            <a:extLst>
              <a:ext uri="{FF2B5EF4-FFF2-40B4-BE49-F238E27FC236}">
                <a16:creationId xmlns:a16="http://schemas.microsoft.com/office/drawing/2014/main" id="{CDBAFF98-86B5-4A81-BFBA-749B884EC26A}"/>
              </a:ext>
            </a:extLst>
          </p:cNvPr>
          <p:cNvSpPr>
            <a:spLocks noGrp="1"/>
          </p:cNvSpPr>
          <p:nvPr/>
        </p:nvSpPr>
        <p:spPr>
          <a:xfrm>
            <a:off x="4591050" y="2438400"/>
            <a:ext cx="180975" cy="76200"/>
          </a:xfrm>
          <a:prstGeom prst="rect">
            <a:avLst/>
          </a:prstGeom>
          <a:solidFill>
            <a:srgbClr val="596875"/>
          </a:solidFill>
          <a:ln w="0">
            <a:noFill/>
          </a:ln>
        </p:spPr>
      </p:sp>
      <p:sp>
        <p:nvSpPr>
          <p:cNvPr id="22" name="正方形/長方形 21">
            <a:extLst>
              <a:ext uri="{FF2B5EF4-FFF2-40B4-BE49-F238E27FC236}">
                <a16:creationId xmlns:a16="http://schemas.microsoft.com/office/drawing/2014/main" id="{51EEACF4-8C1E-40AF-A06A-3390FB862D6E}"/>
              </a:ext>
            </a:extLst>
          </p:cNvPr>
          <p:cNvSpPr>
            <a:spLocks noGrp="1"/>
          </p:cNvSpPr>
          <p:nvPr/>
        </p:nvSpPr>
        <p:spPr>
          <a:xfrm>
            <a:off x="2000250" y="2800350"/>
            <a:ext cx="2952750" cy="104775"/>
          </a:xfrm>
          <a:prstGeom prst="rect">
            <a:avLst/>
          </a:prstGeom>
          <a:solidFill>
            <a:srgbClr val="C8904C"/>
          </a:solidFill>
          <a:ln w="0">
            <a:noFill/>
          </a:ln>
        </p:spPr>
      </p:sp>
      <p:sp>
        <p:nvSpPr>
          <p:cNvPr id="23" name="正方形/長方形 22">
            <a:extLst>
              <a:ext uri="{FF2B5EF4-FFF2-40B4-BE49-F238E27FC236}">
                <a16:creationId xmlns:a16="http://schemas.microsoft.com/office/drawing/2014/main" id="{363CB5B6-9F02-4284-91C3-13C7535AB67A}"/>
              </a:ext>
            </a:extLst>
          </p:cNvPr>
          <p:cNvSpPr>
            <a:spLocks noGrp="1"/>
          </p:cNvSpPr>
          <p:nvPr/>
        </p:nvSpPr>
        <p:spPr>
          <a:xfrm>
            <a:off x="2333625" y="2905125"/>
            <a:ext cx="123825" cy="304800"/>
          </a:xfrm>
          <a:prstGeom prst="rect">
            <a:avLst/>
          </a:prstGeom>
          <a:solidFill>
            <a:srgbClr val="D7B78C"/>
          </a:solidFill>
          <a:ln w="0">
            <a:noFill/>
          </a:ln>
        </p:spPr>
      </p:sp>
      <p:sp>
        <p:nvSpPr>
          <p:cNvPr id="24" name="正方形/長方形 23">
            <a:extLst>
              <a:ext uri="{FF2B5EF4-FFF2-40B4-BE49-F238E27FC236}">
                <a16:creationId xmlns:a16="http://schemas.microsoft.com/office/drawing/2014/main" id="{D9170698-9672-404B-8209-3A13C2650ECF}"/>
              </a:ext>
            </a:extLst>
          </p:cNvPr>
          <p:cNvSpPr>
            <a:spLocks noGrp="1"/>
          </p:cNvSpPr>
          <p:nvPr/>
        </p:nvSpPr>
        <p:spPr>
          <a:xfrm>
            <a:off x="2305050" y="2847975"/>
            <a:ext cx="180975" cy="76200"/>
          </a:xfrm>
          <a:prstGeom prst="rect">
            <a:avLst/>
          </a:prstGeom>
          <a:solidFill>
            <a:srgbClr val="596875"/>
          </a:solidFill>
          <a:ln w="0">
            <a:noFill/>
          </a:ln>
        </p:spPr>
      </p:sp>
      <p:sp>
        <p:nvSpPr>
          <p:cNvPr id="25" name="正方形/長方形 24">
            <a:extLst>
              <a:ext uri="{FF2B5EF4-FFF2-40B4-BE49-F238E27FC236}">
                <a16:creationId xmlns:a16="http://schemas.microsoft.com/office/drawing/2014/main" id="{CBCE343C-013C-4F9C-AF5B-D98DC2635E02}"/>
              </a:ext>
            </a:extLst>
          </p:cNvPr>
          <p:cNvSpPr>
            <a:spLocks noGrp="1"/>
          </p:cNvSpPr>
          <p:nvPr/>
        </p:nvSpPr>
        <p:spPr>
          <a:xfrm>
            <a:off x="3476625" y="2905125"/>
            <a:ext cx="123825" cy="304800"/>
          </a:xfrm>
          <a:prstGeom prst="rect">
            <a:avLst/>
          </a:prstGeom>
          <a:solidFill>
            <a:srgbClr val="D7B78C"/>
          </a:solidFill>
          <a:ln w="0">
            <a:noFill/>
          </a:ln>
        </p:spPr>
      </p:sp>
      <p:sp>
        <p:nvSpPr>
          <p:cNvPr id="26" name="正方形/長方形 25">
            <a:extLst>
              <a:ext uri="{FF2B5EF4-FFF2-40B4-BE49-F238E27FC236}">
                <a16:creationId xmlns:a16="http://schemas.microsoft.com/office/drawing/2014/main" id="{896B3311-2AED-402D-B808-F3F1526B5D32}"/>
              </a:ext>
            </a:extLst>
          </p:cNvPr>
          <p:cNvSpPr>
            <a:spLocks noGrp="1"/>
          </p:cNvSpPr>
          <p:nvPr/>
        </p:nvSpPr>
        <p:spPr>
          <a:xfrm>
            <a:off x="3448050" y="2847975"/>
            <a:ext cx="180975" cy="76200"/>
          </a:xfrm>
          <a:prstGeom prst="rect">
            <a:avLst/>
          </a:prstGeom>
          <a:solidFill>
            <a:srgbClr val="596875"/>
          </a:solidFill>
          <a:ln w="0">
            <a:noFill/>
          </a:ln>
        </p:spPr>
      </p:sp>
      <p:sp>
        <p:nvSpPr>
          <p:cNvPr id="27" name="正方形/長方形 26">
            <a:extLst>
              <a:ext uri="{FF2B5EF4-FFF2-40B4-BE49-F238E27FC236}">
                <a16:creationId xmlns:a16="http://schemas.microsoft.com/office/drawing/2014/main" id="{F424893A-6D42-47C2-A29A-D996DF1607ED}"/>
              </a:ext>
            </a:extLst>
          </p:cNvPr>
          <p:cNvSpPr>
            <a:spLocks noGrp="1"/>
          </p:cNvSpPr>
          <p:nvPr/>
        </p:nvSpPr>
        <p:spPr>
          <a:xfrm>
            <a:off x="4619625" y="2905125"/>
            <a:ext cx="123825" cy="304800"/>
          </a:xfrm>
          <a:prstGeom prst="rect">
            <a:avLst/>
          </a:prstGeom>
          <a:solidFill>
            <a:srgbClr val="D7B78C"/>
          </a:solidFill>
          <a:ln w="0">
            <a:noFill/>
          </a:ln>
        </p:spPr>
      </p:sp>
      <p:sp>
        <p:nvSpPr>
          <p:cNvPr id="28" name="正方形/長方形 27">
            <a:extLst>
              <a:ext uri="{FF2B5EF4-FFF2-40B4-BE49-F238E27FC236}">
                <a16:creationId xmlns:a16="http://schemas.microsoft.com/office/drawing/2014/main" id="{245B11FC-CAD0-4860-9692-E7680F56D1B5}"/>
              </a:ext>
            </a:extLst>
          </p:cNvPr>
          <p:cNvSpPr>
            <a:spLocks noGrp="1"/>
          </p:cNvSpPr>
          <p:nvPr/>
        </p:nvSpPr>
        <p:spPr>
          <a:xfrm>
            <a:off x="4591050" y="2847975"/>
            <a:ext cx="180975" cy="76200"/>
          </a:xfrm>
          <a:prstGeom prst="rect">
            <a:avLst/>
          </a:prstGeom>
          <a:solidFill>
            <a:srgbClr val="596875"/>
          </a:solidFill>
          <a:ln w="0">
            <a:noFill/>
          </a:ln>
        </p:spPr>
      </p:sp>
      <p:sp>
        <p:nvSpPr>
          <p:cNvPr id="29" name="正方形/長方形 28">
            <a:extLst>
              <a:ext uri="{FF2B5EF4-FFF2-40B4-BE49-F238E27FC236}">
                <a16:creationId xmlns:a16="http://schemas.microsoft.com/office/drawing/2014/main" id="{DF7C9242-50FF-498E-808A-3C230DB9A338}"/>
              </a:ext>
            </a:extLst>
          </p:cNvPr>
          <p:cNvSpPr>
            <a:spLocks noGrp="1"/>
          </p:cNvSpPr>
          <p:nvPr/>
        </p:nvSpPr>
        <p:spPr>
          <a:xfrm>
            <a:off x="2000250" y="3209925"/>
            <a:ext cx="2952750" cy="104775"/>
          </a:xfrm>
          <a:prstGeom prst="rect">
            <a:avLst/>
          </a:prstGeom>
          <a:solidFill>
            <a:srgbClr val="C8904C"/>
          </a:solidFill>
          <a:ln w="0">
            <a:noFill/>
          </a:ln>
        </p:spPr>
      </p:sp>
      <p:sp>
        <p:nvSpPr>
          <p:cNvPr id="30" name="正方形/長方形 29">
            <a:extLst>
              <a:ext uri="{FF2B5EF4-FFF2-40B4-BE49-F238E27FC236}">
                <a16:creationId xmlns:a16="http://schemas.microsoft.com/office/drawing/2014/main" id="{2C27CB88-D8B8-4207-95A3-15F9F2388D84}"/>
              </a:ext>
            </a:extLst>
          </p:cNvPr>
          <p:cNvSpPr>
            <a:spLocks noGrp="1"/>
          </p:cNvSpPr>
          <p:nvPr/>
        </p:nvSpPr>
        <p:spPr>
          <a:xfrm>
            <a:off x="2333625" y="3314700"/>
            <a:ext cx="123825" cy="304800"/>
          </a:xfrm>
          <a:prstGeom prst="rect">
            <a:avLst/>
          </a:prstGeom>
          <a:solidFill>
            <a:srgbClr val="D7B78C"/>
          </a:solidFill>
          <a:ln w="0">
            <a:noFill/>
          </a:ln>
        </p:spPr>
      </p:sp>
      <p:sp>
        <p:nvSpPr>
          <p:cNvPr id="31" name="正方形/長方形 30">
            <a:extLst>
              <a:ext uri="{FF2B5EF4-FFF2-40B4-BE49-F238E27FC236}">
                <a16:creationId xmlns:a16="http://schemas.microsoft.com/office/drawing/2014/main" id="{07728DF3-FA56-4D0A-AA2C-AC917A61C7BB}"/>
              </a:ext>
            </a:extLst>
          </p:cNvPr>
          <p:cNvSpPr>
            <a:spLocks noGrp="1"/>
          </p:cNvSpPr>
          <p:nvPr/>
        </p:nvSpPr>
        <p:spPr>
          <a:xfrm>
            <a:off x="2305050" y="3257550"/>
            <a:ext cx="180975" cy="76200"/>
          </a:xfrm>
          <a:prstGeom prst="rect">
            <a:avLst/>
          </a:prstGeom>
          <a:solidFill>
            <a:srgbClr val="596875"/>
          </a:solidFill>
          <a:ln w="0">
            <a:noFill/>
          </a:ln>
        </p:spPr>
      </p:sp>
      <p:sp>
        <p:nvSpPr>
          <p:cNvPr id="32" name="正方形/長方形 31">
            <a:extLst>
              <a:ext uri="{FF2B5EF4-FFF2-40B4-BE49-F238E27FC236}">
                <a16:creationId xmlns:a16="http://schemas.microsoft.com/office/drawing/2014/main" id="{FCC03CEE-0A22-457C-9600-F6BA0939E38B}"/>
              </a:ext>
            </a:extLst>
          </p:cNvPr>
          <p:cNvSpPr>
            <a:spLocks noGrp="1"/>
          </p:cNvSpPr>
          <p:nvPr/>
        </p:nvSpPr>
        <p:spPr>
          <a:xfrm>
            <a:off x="3476625" y="3314700"/>
            <a:ext cx="123825" cy="304800"/>
          </a:xfrm>
          <a:prstGeom prst="rect">
            <a:avLst/>
          </a:prstGeom>
          <a:solidFill>
            <a:srgbClr val="D7B78C"/>
          </a:solidFill>
          <a:ln w="0">
            <a:noFill/>
          </a:ln>
        </p:spPr>
      </p:sp>
      <p:sp>
        <p:nvSpPr>
          <p:cNvPr id="33" name="正方形/長方形 32">
            <a:extLst>
              <a:ext uri="{FF2B5EF4-FFF2-40B4-BE49-F238E27FC236}">
                <a16:creationId xmlns:a16="http://schemas.microsoft.com/office/drawing/2014/main" id="{13332E00-9563-411E-8D46-477402A6BD90}"/>
              </a:ext>
            </a:extLst>
          </p:cNvPr>
          <p:cNvSpPr>
            <a:spLocks noGrp="1"/>
          </p:cNvSpPr>
          <p:nvPr/>
        </p:nvSpPr>
        <p:spPr>
          <a:xfrm>
            <a:off x="3448050" y="3257550"/>
            <a:ext cx="180975" cy="76200"/>
          </a:xfrm>
          <a:prstGeom prst="rect">
            <a:avLst/>
          </a:prstGeom>
          <a:solidFill>
            <a:srgbClr val="596875"/>
          </a:solidFill>
          <a:ln w="0">
            <a:noFill/>
          </a:ln>
        </p:spPr>
      </p:sp>
      <p:sp>
        <p:nvSpPr>
          <p:cNvPr id="34" name="正方形/長方形 33">
            <a:extLst>
              <a:ext uri="{FF2B5EF4-FFF2-40B4-BE49-F238E27FC236}">
                <a16:creationId xmlns:a16="http://schemas.microsoft.com/office/drawing/2014/main" id="{8388E271-D7F6-41BB-8C42-AB0FAE39E77B}"/>
              </a:ext>
            </a:extLst>
          </p:cNvPr>
          <p:cNvSpPr>
            <a:spLocks noGrp="1"/>
          </p:cNvSpPr>
          <p:nvPr/>
        </p:nvSpPr>
        <p:spPr>
          <a:xfrm>
            <a:off x="4619625" y="3314700"/>
            <a:ext cx="123825" cy="304800"/>
          </a:xfrm>
          <a:prstGeom prst="rect">
            <a:avLst/>
          </a:prstGeom>
          <a:solidFill>
            <a:srgbClr val="D7B78C"/>
          </a:solidFill>
          <a:ln w="0">
            <a:noFill/>
          </a:ln>
        </p:spPr>
      </p:sp>
      <p:sp>
        <p:nvSpPr>
          <p:cNvPr id="35" name="正方形/長方形 34">
            <a:extLst>
              <a:ext uri="{FF2B5EF4-FFF2-40B4-BE49-F238E27FC236}">
                <a16:creationId xmlns:a16="http://schemas.microsoft.com/office/drawing/2014/main" id="{D02A9C99-7069-4C66-A767-F4FB4C2D684A}"/>
              </a:ext>
            </a:extLst>
          </p:cNvPr>
          <p:cNvSpPr>
            <a:spLocks noGrp="1"/>
          </p:cNvSpPr>
          <p:nvPr/>
        </p:nvSpPr>
        <p:spPr>
          <a:xfrm>
            <a:off x="4591050" y="3257550"/>
            <a:ext cx="180975" cy="76200"/>
          </a:xfrm>
          <a:prstGeom prst="rect">
            <a:avLst/>
          </a:prstGeom>
          <a:solidFill>
            <a:srgbClr val="596875"/>
          </a:solidFill>
          <a:ln w="0">
            <a:noFill/>
          </a:ln>
        </p:spPr>
      </p:sp>
      <p:sp>
        <p:nvSpPr>
          <p:cNvPr id="36" name="正方形/長方形 35">
            <a:extLst>
              <a:ext uri="{FF2B5EF4-FFF2-40B4-BE49-F238E27FC236}">
                <a16:creationId xmlns:a16="http://schemas.microsoft.com/office/drawing/2014/main" id="{1CA08739-B192-4239-8FCC-F66483ED8911}"/>
              </a:ext>
            </a:extLst>
          </p:cNvPr>
          <p:cNvSpPr>
            <a:spLocks noGrp="1"/>
          </p:cNvSpPr>
          <p:nvPr/>
        </p:nvSpPr>
        <p:spPr>
          <a:xfrm>
            <a:off x="2000250" y="3619500"/>
            <a:ext cx="2952750" cy="104775"/>
          </a:xfrm>
          <a:prstGeom prst="rect">
            <a:avLst/>
          </a:prstGeom>
          <a:solidFill>
            <a:srgbClr val="C8904C"/>
          </a:solidFill>
          <a:ln w="0">
            <a:noFill/>
          </a:ln>
        </p:spPr>
      </p:sp>
      <p:sp>
        <p:nvSpPr>
          <p:cNvPr id="37" name="正方形/長方形 36">
            <a:extLst>
              <a:ext uri="{FF2B5EF4-FFF2-40B4-BE49-F238E27FC236}">
                <a16:creationId xmlns:a16="http://schemas.microsoft.com/office/drawing/2014/main" id="{A8C5EEFF-037C-4779-9267-92ED60AE4E28}"/>
              </a:ext>
            </a:extLst>
          </p:cNvPr>
          <p:cNvSpPr>
            <a:spLocks noGrp="1"/>
          </p:cNvSpPr>
          <p:nvPr/>
        </p:nvSpPr>
        <p:spPr>
          <a:xfrm>
            <a:off x="2333625" y="3724275"/>
            <a:ext cx="123825" cy="304800"/>
          </a:xfrm>
          <a:prstGeom prst="rect">
            <a:avLst/>
          </a:prstGeom>
          <a:solidFill>
            <a:srgbClr val="D7B78C"/>
          </a:solidFill>
          <a:ln w="0">
            <a:noFill/>
          </a:ln>
        </p:spPr>
      </p:sp>
      <p:sp>
        <p:nvSpPr>
          <p:cNvPr id="38" name="正方形/長方形 37">
            <a:extLst>
              <a:ext uri="{FF2B5EF4-FFF2-40B4-BE49-F238E27FC236}">
                <a16:creationId xmlns:a16="http://schemas.microsoft.com/office/drawing/2014/main" id="{844E24A3-638E-4163-9F8A-5497A9898785}"/>
              </a:ext>
            </a:extLst>
          </p:cNvPr>
          <p:cNvSpPr>
            <a:spLocks noGrp="1"/>
          </p:cNvSpPr>
          <p:nvPr/>
        </p:nvSpPr>
        <p:spPr>
          <a:xfrm>
            <a:off x="2305050" y="3667125"/>
            <a:ext cx="180975" cy="76200"/>
          </a:xfrm>
          <a:prstGeom prst="rect">
            <a:avLst/>
          </a:prstGeom>
          <a:solidFill>
            <a:srgbClr val="596875"/>
          </a:solidFill>
          <a:ln w="0">
            <a:noFill/>
          </a:ln>
        </p:spPr>
      </p:sp>
      <p:sp>
        <p:nvSpPr>
          <p:cNvPr id="39" name="正方形/長方形 38">
            <a:extLst>
              <a:ext uri="{FF2B5EF4-FFF2-40B4-BE49-F238E27FC236}">
                <a16:creationId xmlns:a16="http://schemas.microsoft.com/office/drawing/2014/main" id="{2AA5603F-4ABE-4597-8B68-9D68D89401BB}"/>
              </a:ext>
            </a:extLst>
          </p:cNvPr>
          <p:cNvSpPr>
            <a:spLocks noGrp="1"/>
          </p:cNvSpPr>
          <p:nvPr/>
        </p:nvSpPr>
        <p:spPr>
          <a:xfrm>
            <a:off x="3476625" y="3724275"/>
            <a:ext cx="123825" cy="304800"/>
          </a:xfrm>
          <a:prstGeom prst="rect">
            <a:avLst/>
          </a:prstGeom>
          <a:solidFill>
            <a:srgbClr val="D7B78C"/>
          </a:solidFill>
          <a:ln w="0">
            <a:noFill/>
          </a:ln>
        </p:spPr>
      </p:sp>
      <p:sp>
        <p:nvSpPr>
          <p:cNvPr id="40" name="正方形/長方形 39">
            <a:extLst>
              <a:ext uri="{FF2B5EF4-FFF2-40B4-BE49-F238E27FC236}">
                <a16:creationId xmlns:a16="http://schemas.microsoft.com/office/drawing/2014/main" id="{2749C895-579E-4D15-B2C2-955D83D7B3E6}"/>
              </a:ext>
            </a:extLst>
          </p:cNvPr>
          <p:cNvSpPr>
            <a:spLocks noGrp="1"/>
          </p:cNvSpPr>
          <p:nvPr/>
        </p:nvSpPr>
        <p:spPr>
          <a:xfrm>
            <a:off x="3448050" y="3667125"/>
            <a:ext cx="180975" cy="76200"/>
          </a:xfrm>
          <a:prstGeom prst="rect">
            <a:avLst/>
          </a:prstGeom>
          <a:solidFill>
            <a:srgbClr val="596875"/>
          </a:solidFill>
          <a:ln w="0">
            <a:noFill/>
          </a:ln>
        </p:spPr>
      </p:sp>
      <p:sp>
        <p:nvSpPr>
          <p:cNvPr id="41" name="正方形/長方形 40">
            <a:extLst>
              <a:ext uri="{FF2B5EF4-FFF2-40B4-BE49-F238E27FC236}">
                <a16:creationId xmlns:a16="http://schemas.microsoft.com/office/drawing/2014/main" id="{D86DD9EE-6807-4134-B146-5FD75C274CCA}"/>
              </a:ext>
            </a:extLst>
          </p:cNvPr>
          <p:cNvSpPr>
            <a:spLocks noGrp="1"/>
          </p:cNvSpPr>
          <p:nvPr/>
        </p:nvSpPr>
        <p:spPr>
          <a:xfrm>
            <a:off x="4619625" y="3724275"/>
            <a:ext cx="123825" cy="304800"/>
          </a:xfrm>
          <a:prstGeom prst="rect">
            <a:avLst/>
          </a:prstGeom>
          <a:solidFill>
            <a:srgbClr val="D7B78C"/>
          </a:solidFill>
          <a:ln w="0">
            <a:noFill/>
          </a:ln>
        </p:spPr>
      </p:sp>
      <p:sp>
        <p:nvSpPr>
          <p:cNvPr id="42" name="正方形/長方形 41">
            <a:extLst>
              <a:ext uri="{FF2B5EF4-FFF2-40B4-BE49-F238E27FC236}">
                <a16:creationId xmlns:a16="http://schemas.microsoft.com/office/drawing/2014/main" id="{A1CAE9E5-F3DC-45D7-8946-C024A60508C7}"/>
              </a:ext>
            </a:extLst>
          </p:cNvPr>
          <p:cNvSpPr>
            <a:spLocks noGrp="1"/>
          </p:cNvSpPr>
          <p:nvPr/>
        </p:nvSpPr>
        <p:spPr>
          <a:xfrm>
            <a:off x="4591050" y="3667125"/>
            <a:ext cx="180975" cy="76200"/>
          </a:xfrm>
          <a:prstGeom prst="rect">
            <a:avLst/>
          </a:prstGeom>
          <a:solidFill>
            <a:srgbClr val="596875"/>
          </a:solidFill>
          <a:ln w="0">
            <a:noFill/>
          </a:ln>
        </p:spPr>
      </p:sp>
      <p:sp>
        <p:nvSpPr>
          <p:cNvPr id="43" name="正方形/長方形 42">
            <a:extLst>
              <a:ext uri="{FF2B5EF4-FFF2-40B4-BE49-F238E27FC236}">
                <a16:creationId xmlns:a16="http://schemas.microsoft.com/office/drawing/2014/main" id="{8CABFB4B-2C78-4FCE-AAD1-1B6EF331C49B}"/>
              </a:ext>
            </a:extLst>
          </p:cNvPr>
          <p:cNvSpPr>
            <a:spLocks noGrp="1"/>
          </p:cNvSpPr>
          <p:nvPr/>
        </p:nvSpPr>
        <p:spPr>
          <a:xfrm>
            <a:off x="2000250" y="4029075"/>
            <a:ext cx="2952750" cy="104775"/>
          </a:xfrm>
          <a:prstGeom prst="rect">
            <a:avLst/>
          </a:prstGeom>
          <a:solidFill>
            <a:srgbClr val="C8904C"/>
          </a:solidFill>
          <a:ln w="0">
            <a:noFill/>
          </a:ln>
        </p:spPr>
      </p:sp>
      <p:sp>
        <p:nvSpPr>
          <p:cNvPr id="44" name="正方形/長方形 43">
            <a:extLst>
              <a:ext uri="{FF2B5EF4-FFF2-40B4-BE49-F238E27FC236}">
                <a16:creationId xmlns:a16="http://schemas.microsoft.com/office/drawing/2014/main" id="{AB2447F6-2FF4-4F25-B50B-345B1F9EAB90}"/>
              </a:ext>
            </a:extLst>
          </p:cNvPr>
          <p:cNvSpPr>
            <a:spLocks noGrp="1"/>
          </p:cNvSpPr>
          <p:nvPr/>
        </p:nvSpPr>
        <p:spPr>
          <a:xfrm>
            <a:off x="2333625" y="4133850"/>
            <a:ext cx="123825" cy="304800"/>
          </a:xfrm>
          <a:prstGeom prst="rect">
            <a:avLst/>
          </a:prstGeom>
          <a:solidFill>
            <a:srgbClr val="D7B78C"/>
          </a:solidFill>
          <a:ln w="0">
            <a:noFill/>
          </a:ln>
        </p:spPr>
      </p:sp>
      <p:sp>
        <p:nvSpPr>
          <p:cNvPr id="45" name="正方形/長方形 44">
            <a:extLst>
              <a:ext uri="{FF2B5EF4-FFF2-40B4-BE49-F238E27FC236}">
                <a16:creationId xmlns:a16="http://schemas.microsoft.com/office/drawing/2014/main" id="{A1430463-051C-4955-83E9-A9FA3AE99BCD}"/>
              </a:ext>
            </a:extLst>
          </p:cNvPr>
          <p:cNvSpPr>
            <a:spLocks noGrp="1"/>
          </p:cNvSpPr>
          <p:nvPr/>
        </p:nvSpPr>
        <p:spPr>
          <a:xfrm>
            <a:off x="2305050" y="4076700"/>
            <a:ext cx="180975" cy="76200"/>
          </a:xfrm>
          <a:prstGeom prst="rect">
            <a:avLst/>
          </a:prstGeom>
          <a:solidFill>
            <a:srgbClr val="596875"/>
          </a:solidFill>
          <a:ln w="0">
            <a:noFill/>
          </a:ln>
        </p:spPr>
      </p:sp>
      <p:sp>
        <p:nvSpPr>
          <p:cNvPr id="46" name="正方形/長方形 45">
            <a:extLst>
              <a:ext uri="{FF2B5EF4-FFF2-40B4-BE49-F238E27FC236}">
                <a16:creationId xmlns:a16="http://schemas.microsoft.com/office/drawing/2014/main" id="{5150C561-5925-4620-B502-2E576C2EC8C2}"/>
              </a:ext>
            </a:extLst>
          </p:cNvPr>
          <p:cNvSpPr>
            <a:spLocks noGrp="1"/>
          </p:cNvSpPr>
          <p:nvPr/>
        </p:nvSpPr>
        <p:spPr>
          <a:xfrm>
            <a:off x="3476625" y="4133850"/>
            <a:ext cx="123825" cy="304800"/>
          </a:xfrm>
          <a:prstGeom prst="rect">
            <a:avLst/>
          </a:prstGeom>
          <a:solidFill>
            <a:srgbClr val="D7B78C"/>
          </a:solidFill>
          <a:ln w="0">
            <a:noFill/>
          </a:ln>
        </p:spPr>
      </p:sp>
      <p:sp>
        <p:nvSpPr>
          <p:cNvPr id="47" name="正方形/長方形 46">
            <a:extLst>
              <a:ext uri="{FF2B5EF4-FFF2-40B4-BE49-F238E27FC236}">
                <a16:creationId xmlns:a16="http://schemas.microsoft.com/office/drawing/2014/main" id="{EFB8BBF8-DA5E-4935-8B51-36C18243B082}"/>
              </a:ext>
            </a:extLst>
          </p:cNvPr>
          <p:cNvSpPr>
            <a:spLocks noGrp="1"/>
          </p:cNvSpPr>
          <p:nvPr/>
        </p:nvSpPr>
        <p:spPr>
          <a:xfrm>
            <a:off x="3448050" y="4076700"/>
            <a:ext cx="180975" cy="76200"/>
          </a:xfrm>
          <a:prstGeom prst="rect">
            <a:avLst/>
          </a:prstGeom>
          <a:solidFill>
            <a:srgbClr val="596875"/>
          </a:solidFill>
          <a:ln w="0">
            <a:noFill/>
          </a:ln>
        </p:spPr>
      </p:sp>
      <p:sp>
        <p:nvSpPr>
          <p:cNvPr id="48" name="正方形/長方形 47">
            <a:extLst>
              <a:ext uri="{FF2B5EF4-FFF2-40B4-BE49-F238E27FC236}">
                <a16:creationId xmlns:a16="http://schemas.microsoft.com/office/drawing/2014/main" id="{793B078D-7921-454A-ACE6-0503E8F42C24}"/>
              </a:ext>
            </a:extLst>
          </p:cNvPr>
          <p:cNvSpPr>
            <a:spLocks noGrp="1"/>
          </p:cNvSpPr>
          <p:nvPr/>
        </p:nvSpPr>
        <p:spPr>
          <a:xfrm>
            <a:off x="4619625" y="4133850"/>
            <a:ext cx="123825" cy="304800"/>
          </a:xfrm>
          <a:prstGeom prst="rect">
            <a:avLst/>
          </a:prstGeom>
          <a:solidFill>
            <a:srgbClr val="D7B78C"/>
          </a:solidFill>
          <a:ln w="0">
            <a:noFill/>
          </a:ln>
        </p:spPr>
      </p:sp>
      <p:sp>
        <p:nvSpPr>
          <p:cNvPr id="49" name="正方形/長方形 48">
            <a:extLst>
              <a:ext uri="{FF2B5EF4-FFF2-40B4-BE49-F238E27FC236}">
                <a16:creationId xmlns:a16="http://schemas.microsoft.com/office/drawing/2014/main" id="{36C36D27-5EED-410D-8FF8-8BC94E9A10DF}"/>
              </a:ext>
            </a:extLst>
          </p:cNvPr>
          <p:cNvSpPr>
            <a:spLocks noGrp="1"/>
          </p:cNvSpPr>
          <p:nvPr/>
        </p:nvSpPr>
        <p:spPr>
          <a:xfrm>
            <a:off x="4591050" y="4076700"/>
            <a:ext cx="180975" cy="76200"/>
          </a:xfrm>
          <a:prstGeom prst="rect">
            <a:avLst/>
          </a:prstGeom>
          <a:solidFill>
            <a:srgbClr val="596875"/>
          </a:solidFill>
          <a:ln w="0">
            <a:noFill/>
          </a:ln>
        </p:spPr>
      </p:sp>
      <p:sp>
        <p:nvSpPr>
          <p:cNvPr id="50" name="正方形/長方形 49">
            <a:extLst>
              <a:ext uri="{FF2B5EF4-FFF2-40B4-BE49-F238E27FC236}">
                <a16:creationId xmlns:a16="http://schemas.microsoft.com/office/drawing/2014/main" id="{25784624-BB3D-48F0-9028-EB1D35391C2F}"/>
              </a:ext>
            </a:extLst>
          </p:cNvPr>
          <p:cNvSpPr>
            <a:spLocks noGrp="1"/>
          </p:cNvSpPr>
          <p:nvPr/>
        </p:nvSpPr>
        <p:spPr>
          <a:xfrm>
            <a:off x="2000250" y="4438650"/>
            <a:ext cx="2952750" cy="104775"/>
          </a:xfrm>
          <a:prstGeom prst="rect">
            <a:avLst/>
          </a:prstGeom>
          <a:solidFill>
            <a:srgbClr val="C8904C"/>
          </a:solidFill>
          <a:ln w="0">
            <a:noFill/>
          </a:ln>
        </p:spPr>
      </p:sp>
      <p:sp>
        <p:nvSpPr>
          <p:cNvPr id="51" name="正方形/長方形 50">
            <a:extLst>
              <a:ext uri="{FF2B5EF4-FFF2-40B4-BE49-F238E27FC236}">
                <a16:creationId xmlns:a16="http://schemas.microsoft.com/office/drawing/2014/main" id="{041E59FC-6F05-41BB-BBA7-684E3AA5820E}"/>
              </a:ext>
            </a:extLst>
          </p:cNvPr>
          <p:cNvSpPr>
            <a:spLocks noGrp="1"/>
          </p:cNvSpPr>
          <p:nvPr/>
        </p:nvSpPr>
        <p:spPr>
          <a:xfrm>
            <a:off x="2333625" y="4543425"/>
            <a:ext cx="123825" cy="304800"/>
          </a:xfrm>
          <a:prstGeom prst="rect">
            <a:avLst/>
          </a:prstGeom>
          <a:solidFill>
            <a:srgbClr val="D7B78C"/>
          </a:solidFill>
          <a:ln w="0">
            <a:noFill/>
          </a:ln>
        </p:spPr>
      </p:sp>
      <p:sp>
        <p:nvSpPr>
          <p:cNvPr id="52" name="正方形/長方形 51">
            <a:extLst>
              <a:ext uri="{FF2B5EF4-FFF2-40B4-BE49-F238E27FC236}">
                <a16:creationId xmlns:a16="http://schemas.microsoft.com/office/drawing/2014/main" id="{19035956-DDED-4698-9CFD-A3B45CECA252}"/>
              </a:ext>
            </a:extLst>
          </p:cNvPr>
          <p:cNvSpPr>
            <a:spLocks noGrp="1"/>
          </p:cNvSpPr>
          <p:nvPr/>
        </p:nvSpPr>
        <p:spPr>
          <a:xfrm>
            <a:off x="2305050" y="4486275"/>
            <a:ext cx="180975" cy="76200"/>
          </a:xfrm>
          <a:prstGeom prst="rect">
            <a:avLst/>
          </a:prstGeom>
          <a:solidFill>
            <a:srgbClr val="596875"/>
          </a:solidFill>
          <a:ln w="0">
            <a:noFill/>
          </a:ln>
        </p:spPr>
      </p:sp>
      <p:sp>
        <p:nvSpPr>
          <p:cNvPr id="53" name="正方形/長方形 52">
            <a:extLst>
              <a:ext uri="{FF2B5EF4-FFF2-40B4-BE49-F238E27FC236}">
                <a16:creationId xmlns:a16="http://schemas.microsoft.com/office/drawing/2014/main" id="{C4232F4E-E51E-468B-9BE8-1BD9BABAE6C9}"/>
              </a:ext>
            </a:extLst>
          </p:cNvPr>
          <p:cNvSpPr>
            <a:spLocks noGrp="1"/>
          </p:cNvSpPr>
          <p:nvPr/>
        </p:nvSpPr>
        <p:spPr>
          <a:xfrm>
            <a:off x="3476625" y="4543425"/>
            <a:ext cx="123825" cy="304800"/>
          </a:xfrm>
          <a:prstGeom prst="rect">
            <a:avLst/>
          </a:prstGeom>
          <a:solidFill>
            <a:srgbClr val="D7B78C"/>
          </a:solidFill>
          <a:ln w="0">
            <a:noFill/>
          </a:ln>
        </p:spPr>
      </p:sp>
      <p:sp>
        <p:nvSpPr>
          <p:cNvPr id="54" name="正方形/長方形 53">
            <a:extLst>
              <a:ext uri="{FF2B5EF4-FFF2-40B4-BE49-F238E27FC236}">
                <a16:creationId xmlns:a16="http://schemas.microsoft.com/office/drawing/2014/main" id="{F086CF59-225C-4549-A1B4-FC2295EB3147}"/>
              </a:ext>
            </a:extLst>
          </p:cNvPr>
          <p:cNvSpPr>
            <a:spLocks noGrp="1"/>
          </p:cNvSpPr>
          <p:nvPr/>
        </p:nvSpPr>
        <p:spPr>
          <a:xfrm>
            <a:off x="3448050" y="4486275"/>
            <a:ext cx="180975" cy="76200"/>
          </a:xfrm>
          <a:prstGeom prst="rect">
            <a:avLst/>
          </a:prstGeom>
          <a:solidFill>
            <a:srgbClr val="596875"/>
          </a:solidFill>
          <a:ln w="0">
            <a:noFill/>
          </a:ln>
        </p:spPr>
      </p:sp>
      <p:sp>
        <p:nvSpPr>
          <p:cNvPr id="55" name="正方形/長方形 54">
            <a:extLst>
              <a:ext uri="{FF2B5EF4-FFF2-40B4-BE49-F238E27FC236}">
                <a16:creationId xmlns:a16="http://schemas.microsoft.com/office/drawing/2014/main" id="{E8B667FF-3409-44D3-AA6D-1EE7B515527E}"/>
              </a:ext>
            </a:extLst>
          </p:cNvPr>
          <p:cNvSpPr>
            <a:spLocks noGrp="1"/>
          </p:cNvSpPr>
          <p:nvPr/>
        </p:nvSpPr>
        <p:spPr>
          <a:xfrm>
            <a:off x="4619625" y="4543425"/>
            <a:ext cx="123825" cy="304800"/>
          </a:xfrm>
          <a:prstGeom prst="rect">
            <a:avLst/>
          </a:prstGeom>
          <a:solidFill>
            <a:srgbClr val="D7B78C"/>
          </a:solidFill>
          <a:ln w="0">
            <a:noFill/>
          </a:ln>
        </p:spPr>
      </p:sp>
      <p:sp>
        <p:nvSpPr>
          <p:cNvPr id="56" name="正方形/長方形 55">
            <a:extLst>
              <a:ext uri="{FF2B5EF4-FFF2-40B4-BE49-F238E27FC236}">
                <a16:creationId xmlns:a16="http://schemas.microsoft.com/office/drawing/2014/main" id="{29C9966B-6D08-41CA-9FAA-FEFACBD8178E}"/>
              </a:ext>
            </a:extLst>
          </p:cNvPr>
          <p:cNvSpPr>
            <a:spLocks noGrp="1"/>
          </p:cNvSpPr>
          <p:nvPr/>
        </p:nvSpPr>
        <p:spPr>
          <a:xfrm>
            <a:off x="4591050" y="4486275"/>
            <a:ext cx="180975" cy="76200"/>
          </a:xfrm>
          <a:prstGeom prst="rect">
            <a:avLst/>
          </a:prstGeom>
          <a:solidFill>
            <a:srgbClr val="596875"/>
          </a:solidFill>
          <a:ln w="0">
            <a:noFill/>
          </a:ln>
        </p:spPr>
      </p:sp>
      <p:sp>
        <p:nvSpPr>
          <p:cNvPr id="57" name="フリーフォーム: 図形 56">
            <a:extLst>
              <a:ext uri="{FF2B5EF4-FFF2-40B4-BE49-F238E27FC236}">
                <a16:creationId xmlns:a16="http://schemas.microsoft.com/office/drawing/2014/main" id="{660F52AE-13D6-4B41-8B59-92C161CF524A}"/>
              </a:ext>
            </a:extLst>
          </p:cNvPr>
          <p:cNvSpPr>
            <a:spLocks noGrp="1"/>
          </p:cNvSpPr>
          <p:nvPr/>
        </p:nvSpPr>
        <p:spPr>
          <a:xfrm>
            <a:off x="933450" y="5391150"/>
            <a:ext cx="5086350" cy="9525"/>
          </a:xfrm>
          <a:custGeom>
            <a:avLst/>
            <a:gdLst/>
            <a:ahLst/>
            <a:cxnLst/>
            <a:rect l="0" t="0" r="0" b="0"/>
            <a:pathLst>
              <a:path w="5086350" h="9525">
                <a:moveTo>
                  <a:pt x="0" y="0"/>
                </a:moveTo>
                <a:lnTo>
                  <a:pt x="5086350" y="0"/>
                </a:lnTo>
              </a:path>
            </a:pathLst>
          </a:custGeom>
          <a:noFill/>
          <a:ln w="47625">
            <a:solidFill>
              <a:srgbClr val="18364F"/>
            </a:solidFill>
          </a:ln>
        </p:spPr>
      </p:sp>
      <p:sp>
        <p:nvSpPr>
          <p:cNvPr id="58" name="フリーフォーム: 図形 57">
            <a:extLst>
              <a:ext uri="{FF2B5EF4-FFF2-40B4-BE49-F238E27FC236}">
                <a16:creationId xmlns:a16="http://schemas.microsoft.com/office/drawing/2014/main" id="{13661C2A-8100-4991-9361-2F08B79B3D31}"/>
              </a:ext>
            </a:extLst>
          </p:cNvPr>
          <p:cNvSpPr>
            <a:spLocks noGrp="1"/>
          </p:cNvSpPr>
          <p:nvPr/>
        </p:nvSpPr>
        <p:spPr>
          <a:xfrm>
            <a:off x="314325" y="2028825"/>
            <a:ext cx="666750" cy="9525"/>
          </a:xfrm>
          <a:custGeom>
            <a:avLst/>
            <a:gdLst/>
            <a:ahLst/>
            <a:cxnLst/>
            <a:rect l="0" t="0" r="0" b="0"/>
            <a:pathLst>
              <a:path w="666750" h="9525">
                <a:moveTo>
                  <a:pt x="0" y="0"/>
                </a:moveTo>
                <a:lnTo>
                  <a:pt x="666750" y="0"/>
                </a:lnTo>
              </a:path>
            </a:pathLst>
          </a:custGeom>
          <a:noFill/>
          <a:ln w="38100">
            <a:solidFill>
              <a:srgbClr val="2876A8"/>
            </a:solidFill>
          </a:ln>
        </p:spPr>
      </p:sp>
      <p:sp>
        <p:nvSpPr>
          <p:cNvPr id="59" name="フリーフォーム: 図形 58">
            <a:extLst>
              <a:ext uri="{FF2B5EF4-FFF2-40B4-BE49-F238E27FC236}">
                <a16:creationId xmlns:a16="http://schemas.microsoft.com/office/drawing/2014/main" id="{C79EA964-7233-4E52-A9CC-B570FC646EB2}"/>
              </a:ext>
            </a:extLst>
          </p:cNvPr>
          <p:cNvSpPr>
            <a:spLocks noGrp="1"/>
          </p:cNvSpPr>
          <p:nvPr/>
        </p:nvSpPr>
        <p:spPr>
          <a:xfrm>
            <a:off x="859271" y="2028825"/>
            <a:ext cx="121804" cy="74679"/>
          </a:xfrm>
          <a:custGeom>
            <a:avLst/>
            <a:gdLst/>
            <a:ahLst/>
            <a:cxnLst/>
            <a:rect l="0" t="0" r="0" b="0"/>
            <a:pathLst>
              <a:path w="121804" h="74679">
                <a:moveTo>
                  <a:pt x="121804" y="0"/>
                </a:moveTo>
                <a:lnTo>
                  <a:pt x="0" y="74679"/>
                </a:lnTo>
              </a:path>
            </a:pathLst>
          </a:custGeom>
          <a:noFill/>
          <a:ln w="38100">
            <a:solidFill>
              <a:srgbClr val="2876A8"/>
            </a:solidFill>
          </a:ln>
        </p:spPr>
      </p:sp>
      <p:sp>
        <p:nvSpPr>
          <p:cNvPr id="60" name="フリーフォーム: 図形 59">
            <a:extLst>
              <a:ext uri="{FF2B5EF4-FFF2-40B4-BE49-F238E27FC236}">
                <a16:creationId xmlns:a16="http://schemas.microsoft.com/office/drawing/2014/main" id="{8FED0409-F50C-417C-ADDB-580E68BD6D08}"/>
              </a:ext>
            </a:extLst>
          </p:cNvPr>
          <p:cNvSpPr>
            <a:spLocks noGrp="1"/>
          </p:cNvSpPr>
          <p:nvPr/>
        </p:nvSpPr>
        <p:spPr>
          <a:xfrm>
            <a:off x="859271" y="1954146"/>
            <a:ext cx="121804" cy="74679"/>
          </a:xfrm>
          <a:custGeom>
            <a:avLst/>
            <a:gdLst/>
            <a:ahLst/>
            <a:cxnLst/>
            <a:rect l="0" t="0" r="0" b="0"/>
            <a:pathLst>
              <a:path w="121804" h="74679">
                <a:moveTo>
                  <a:pt x="121804" y="74679"/>
                </a:moveTo>
                <a:lnTo>
                  <a:pt x="0" y="0"/>
                </a:lnTo>
              </a:path>
            </a:pathLst>
          </a:custGeom>
          <a:noFill/>
          <a:ln w="38100">
            <a:solidFill>
              <a:srgbClr val="2876A8"/>
            </a:solidFill>
          </a:ln>
        </p:spPr>
      </p:sp>
      <p:sp>
        <p:nvSpPr>
          <p:cNvPr id="61" name="フリーフォーム: 図形 60">
            <a:extLst>
              <a:ext uri="{FF2B5EF4-FFF2-40B4-BE49-F238E27FC236}">
                <a16:creationId xmlns:a16="http://schemas.microsoft.com/office/drawing/2014/main" id="{8BBC1CB4-7584-40F3-9652-98BC28213BE1}"/>
              </a:ext>
            </a:extLst>
          </p:cNvPr>
          <p:cNvSpPr>
            <a:spLocks noGrp="1"/>
          </p:cNvSpPr>
          <p:nvPr/>
        </p:nvSpPr>
        <p:spPr>
          <a:xfrm>
            <a:off x="1743075" y="2028825"/>
            <a:ext cx="685800" cy="9525"/>
          </a:xfrm>
          <a:custGeom>
            <a:avLst/>
            <a:gdLst/>
            <a:ahLst/>
            <a:cxnLst/>
            <a:rect l="0" t="0" r="0" b="0"/>
            <a:pathLst>
              <a:path w="685800" h="9525">
                <a:moveTo>
                  <a:pt x="685800" y="0"/>
                </a:moveTo>
                <a:lnTo>
                  <a:pt x="0" y="0"/>
                </a:lnTo>
              </a:path>
            </a:pathLst>
          </a:custGeom>
          <a:noFill/>
          <a:ln w="38100">
            <a:solidFill>
              <a:srgbClr val="2876A8"/>
            </a:solidFill>
          </a:ln>
        </p:spPr>
      </p:sp>
      <p:sp>
        <p:nvSpPr>
          <p:cNvPr id="62" name="フリーフォーム: 図形 61">
            <a:extLst>
              <a:ext uri="{FF2B5EF4-FFF2-40B4-BE49-F238E27FC236}">
                <a16:creationId xmlns:a16="http://schemas.microsoft.com/office/drawing/2014/main" id="{43933806-1669-434E-9901-909AEC9975DC}"/>
              </a:ext>
            </a:extLst>
          </p:cNvPr>
          <p:cNvSpPr>
            <a:spLocks noGrp="1"/>
          </p:cNvSpPr>
          <p:nvPr/>
        </p:nvSpPr>
        <p:spPr>
          <a:xfrm>
            <a:off x="1743075" y="1954146"/>
            <a:ext cx="121804" cy="74679"/>
          </a:xfrm>
          <a:custGeom>
            <a:avLst/>
            <a:gdLst/>
            <a:ahLst/>
            <a:cxnLst/>
            <a:rect l="0" t="0" r="0" b="0"/>
            <a:pathLst>
              <a:path w="121804" h="74679">
                <a:moveTo>
                  <a:pt x="0" y="74679"/>
                </a:moveTo>
                <a:lnTo>
                  <a:pt x="121804" y="0"/>
                </a:lnTo>
              </a:path>
            </a:pathLst>
          </a:custGeom>
          <a:noFill/>
          <a:ln w="38100">
            <a:solidFill>
              <a:srgbClr val="2876A8"/>
            </a:solidFill>
          </a:ln>
        </p:spPr>
      </p:sp>
      <p:sp>
        <p:nvSpPr>
          <p:cNvPr id="63" name="フリーフォーム: 図形 62">
            <a:extLst>
              <a:ext uri="{FF2B5EF4-FFF2-40B4-BE49-F238E27FC236}">
                <a16:creationId xmlns:a16="http://schemas.microsoft.com/office/drawing/2014/main" id="{00A8D26B-78B1-46D0-992A-AE36B926B73E}"/>
              </a:ext>
            </a:extLst>
          </p:cNvPr>
          <p:cNvSpPr>
            <a:spLocks noGrp="1"/>
          </p:cNvSpPr>
          <p:nvPr/>
        </p:nvSpPr>
        <p:spPr>
          <a:xfrm>
            <a:off x="1743075" y="2028825"/>
            <a:ext cx="121804" cy="74679"/>
          </a:xfrm>
          <a:custGeom>
            <a:avLst/>
            <a:gdLst/>
            <a:ahLst/>
            <a:cxnLst/>
            <a:rect l="0" t="0" r="0" b="0"/>
            <a:pathLst>
              <a:path w="121804" h="74679">
                <a:moveTo>
                  <a:pt x="0" y="0"/>
                </a:moveTo>
                <a:lnTo>
                  <a:pt x="121804" y="74679"/>
                </a:lnTo>
              </a:path>
            </a:pathLst>
          </a:custGeom>
          <a:noFill/>
          <a:ln w="38100">
            <a:solidFill>
              <a:srgbClr val="2876A8"/>
            </a:solidFill>
          </a:ln>
        </p:spPr>
      </p:sp>
      <p:sp>
        <p:nvSpPr>
          <p:cNvPr id="64" name="フリーフォーム: 図形 63">
            <a:extLst>
              <a:ext uri="{FF2B5EF4-FFF2-40B4-BE49-F238E27FC236}">
                <a16:creationId xmlns:a16="http://schemas.microsoft.com/office/drawing/2014/main" id="{F4A59C38-BF7E-4732-94A1-A96A615EB5E6}"/>
              </a:ext>
            </a:extLst>
          </p:cNvPr>
          <p:cNvSpPr>
            <a:spLocks noGrp="1"/>
          </p:cNvSpPr>
          <p:nvPr/>
        </p:nvSpPr>
        <p:spPr>
          <a:xfrm>
            <a:off x="314325" y="3257550"/>
            <a:ext cx="666750" cy="9525"/>
          </a:xfrm>
          <a:custGeom>
            <a:avLst/>
            <a:gdLst/>
            <a:ahLst/>
            <a:cxnLst/>
            <a:rect l="0" t="0" r="0" b="0"/>
            <a:pathLst>
              <a:path w="666750" h="9525">
                <a:moveTo>
                  <a:pt x="0" y="0"/>
                </a:moveTo>
                <a:lnTo>
                  <a:pt x="666750" y="0"/>
                </a:lnTo>
              </a:path>
            </a:pathLst>
          </a:custGeom>
          <a:noFill/>
          <a:ln w="38100">
            <a:solidFill>
              <a:srgbClr val="2876A8"/>
            </a:solidFill>
          </a:ln>
        </p:spPr>
      </p:sp>
      <p:sp>
        <p:nvSpPr>
          <p:cNvPr id="65" name="フリーフォーム: 図形 64">
            <a:extLst>
              <a:ext uri="{FF2B5EF4-FFF2-40B4-BE49-F238E27FC236}">
                <a16:creationId xmlns:a16="http://schemas.microsoft.com/office/drawing/2014/main" id="{0ADBBCED-AEEA-4714-BE1F-67DF77C93E56}"/>
              </a:ext>
            </a:extLst>
          </p:cNvPr>
          <p:cNvSpPr>
            <a:spLocks noGrp="1"/>
          </p:cNvSpPr>
          <p:nvPr/>
        </p:nvSpPr>
        <p:spPr>
          <a:xfrm>
            <a:off x="859271" y="3257550"/>
            <a:ext cx="121804" cy="74679"/>
          </a:xfrm>
          <a:custGeom>
            <a:avLst/>
            <a:gdLst/>
            <a:ahLst/>
            <a:cxnLst/>
            <a:rect l="0" t="0" r="0" b="0"/>
            <a:pathLst>
              <a:path w="121804" h="74679">
                <a:moveTo>
                  <a:pt x="121804" y="0"/>
                </a:moveTo>
                <a:lnTo>
                  <a:pt x="0" y="74679"/>
                </a:lnTo>
              </a:path>
            </a:pathLst>
          </a:custGeom>
          <a:noFill/>
          <a:ln w="38100">
            <a:solidFill>
              <a:srgbClr val="2876A8"/>
            </a:solidFill>
          </a:ln>
        </p:spPr>
      </p:sp>
      <p:sp>
        <p:nvSpPr>
          <p:cNvPr id="66" name="フリーフォーム: 図形 65">
            <a:extLst>
              <a:ext uri="{FF2B5EF4-FFF2-40B4-BE49-F238E27FC236}">
                <a16:creationId xmlns:a16="http://schemas.microsoft.com/office/drawing/2014/main" id="{FC3F9E60-59F9-44D5-B68F-D30643C0587E}"/>
              </a:ext>
            </a:extLst>
          </p:cNvPr>
          <p:cNvSpPr>
            <a:spLocks noGrp="1"/>
          </p:cNvSpPr>
          <p:nvPr/>
        </p:nvSpPr>
        <p:spPr>
          <a:xfrm>
            <a:off x="859271" y="3182871"/>
            <a:ext cx="121804" cy="74679"/>
          </a:xfrm>
          <a:custGeom>
            <a:avLst/>
            <a:gdLst/>
            <a:ahLst/>
            <a:cxnLst/>
            <a:rect l="0" t="0" r="0" b="0"/>
            <a:pathLst>
              <a:path w="121804" h="74679">
                <a:moveTo>
                  <a:pt x="121804" y="74679"/>
                </a:moveTo>
                <a:lnTo>
                  <a:pt x="0" y="0"/>
                </a:lnTo>
              </a:path>
            </a:pathLst>
          </a:custGeom>
          <a:noFill/>
          <a:ln w="38100">
            <a:solidFill>
              <a:srgbClr val="2876A8"/>
            </a:solidFill>
          </a:ln>
        </p:spPr>
      </p:sp>
      <p:sp>
        <p:nvSpPr>
          <p:cNvPr id="67" name="フリーフォーム: 図形 66">
            <a:extLst>
              <a:ext uri="{FF2B5EF4-FFF2-40B4-BE49-F238E27FC236}">
                <a16:creationId xmlns:a16="http://schemas.microsoft.com/office/drawing/2014/main" id="{AC5E089F-ECEC-4925-80C5-28E038831211}"/>
              </a:ext>
            </a:extLst>
          </p:cNvPr>
          <p:cNvSpPr>
            <a:spLocks noGrp="1"/>
          </p:cNvSpPr>
          <p:nvPr/>
        </p:nvSpPr>
        <p:spPr>
          <a:xfrm>
            <a:off x="1743075" y="3257550"/>
            <a:ext cx="685800" cy="9525"/>
          </a:xfrm>
          <a:custGeom>
            <a:avLst/>
            <a:gdLst/>
            <a:ahLst/>
            <a:cxnLst/>
            <a:rect l="0" t="0" r="0" b="0"/>
            <a:pathLst>
              <a:path w="685800" h="9525">
                <a:moveTo>
                  <a:pt x="685800" y="0"/>
                </a:moveTo>
                <a:lnTo>
                  <a:pt x="0" y="0"/>
                </a:lnTo>
              </a:path>
            </a:pathLst>
          </a:custGeom>
          <a:noFill/>
          <a:ln w="38100">
            <a:solidFill>
              <a:srgbClr val="2876A8"/>
            </a:solidFill>
          </a:ln>
        </p:spPr>
      </p:sp>
      <p:sp>
        <p:nvSpPr>
          <p:cNvPr id="68" name="フリーフォーム: 図形 67">
            <a:extLst>
              <a:ext uri="{FF2B5EF4-FFF2-40B4-BE49-F238E27FC236}">
                <a16:creationId xmlns:a16="http://schemas.microsoft.com/office/drawing/2014/main" id="{74E7617B-99A5-406C-A455-0579066A8996}"/>
              </a:ext>
            </a:extLst>
          </p:cNvPr>
          <p:cNvSpPr>
            <a:spLocks noGrp="1"/>
          </p:cNvSpPr>
          <p:nvPr/>
        </p:nvSpPr>
        <p:spPr>
          <a:xfrm>
            <a:off x="1743075" y="3182871"/>
            <a:ext cx="121804" cy="74679"/>
          </a:xfrm>
          <a:custGeom>
            <a:avLst/>
            <a:gdLst/>
            <a:ahLst/>
            <a:cxnLst/>
            <a:rect l="0" t="0" r="0" b="0"/>
            <a:pathLst>
              <a:path w="121804" h="74679">
                <a:moveTo>
                  <a:pt x="0" y="74679"/>
                </a:moveTo>
                <a:lnTo>
                  <a:pt x="121804" y="0"/>
                </a:lnTo>
              </a:path>
            </a:pathLst>
          </a:custGeom>
          <a:noFill/>
          <a:ln w="38100">
            <a:solidFill>
              <a:srgbClr val="2876A8"/>
            </a:solidFill>
          </a:ln>
        </p:spPr>
      </p:sp>
      <p:sp>
        <p:nvSpPr>
          <p:cNvPr id="69" name="フリーフォーム: 図形 68">
            <a:extLst>
              <a:ext uri="{FF2B5EF4-FFF2-40B4-BE49-F238E27FC236}">
                <a16:creationId xmlns:a16="http://schemas.microsoft.com/office/drawing/2014/main" id="{F9E213C4-3946-4B94-AF78-75777E4E0A13}"/>
              </a:ext>
            </a:extLst>
          </p:cNvPr>
          <p:cNvSpPr>
            <a:spLocks noGrp="1"/>
          </p:cNvSpPr>
          <p:nvPr/>
        </p:nvSpPr>
        <p:spPr>
          <a:xfrm>
            <a:off x="1743075" y="3257550"/>
            <a:ext cx="121804" cy="74679"/>
          </a:xfrm>
          <a:custGeom>
            <a:avLst/>
            <a:gdLst/>
            <a:ahLst/>
            <a:cxnLst/>
            <a:rect l="0" t="0" r="0" b="0"/>
            <a:pathLst>
              <a:path w="121804" h="74679">
                <a:moveTo>
                  <a:pt x="0" y="0"/>
                </a:moveTo>
                <a:lnTo>
                  <a:pt x="121804" y="74679"/>
                </a:lnTo>
              </a:path>
            </a:pathLst>
          </a:custGeom>
          <a:noFill/>
          <a:ln w="38100">
            <a:solidFill>
              <a:srgbClr val="2876A8"/>
            </a:solidFill>
          </a:ln>
        </p:spPr>
      </p:sp>
      <p:sp>
        <p:nvSpPr>
          <p:cNvPr id="70" name="フリーフォーム: 図形 69">
            <a:extLst>
              <a:ext uri="{FF2B5EF4-FFF2-40B4-BE49-F238E27FC236}">
                <a16:creationId xmlns:a16="http://schemas.microsoft.com/office/drawing/2014/main" id="{025B2F2F-8C0B-46CD-A255-0408DF587408}"/>
              </a:ext>
            </a:extLst>
          </p:cNvPr>
          <p:cNvSpPr>
            <a:spLocks noGrp="1"/>
          </p:cNvSpPr>
          <p:nvPr/>
        </p:nvSpPr>
        <p:spPr>
          <a:xfrm>
            <a:off x="314325" y="4486275"/>
            <a:ext cx="666750" cy="9525"/>
          </a:xfrm>
          <a:custGeom>
            <a:avLst/>
            <a:gdLst/>
            <a:ahLst/>
            <a:cxnLst/>
            <a:rect l="0" t="0" r="0" b="0"/>
            <a:pathLst>
              <a:path w="666750" h="9525">
                <a:moveTo>
                  <a:pt x="0" y="0"/>
                </a:moveTo>
                <a:lnTo>
                  <a:pt x="666750" y="0"/>
                </a:lnTo>
              </a:path>
            </a:pathLst>
          </a:custGeom>
          <a:noFill/>
          <a:ln w="38100">
            <a:solidFill>
              <a:srgbClr val="2876A8"/>
            </a:solidFill>
          </a:ln>
        </p:spPr>
      </p:sp>
      <p:sp>
        <p:nvSpPr>
          <p:cNvPr id="71" name="フリーフォーム: 図形 70">
            <a:extLst>
              <a:ext uri="{FF2B5EF4-FFF2-40B4-BE49-F238E27FC236}">
                <a16:creationId xmlns:a16="http://schemas.microsoft.com/office/drawing/2014/main" id="{2622DDE8-76DB-41DB-AF25-58DFFB4AF2AC}"/>
              </a:ext>
            </a:extLst>
          </p:cNvPr>
          <p:cNvSpPr>
            <a:spLocks noGrp="1"/>
          </p:cNvSpPr>
          <p:nvPr/>
        </p:nvSpPr>
        <p:spPr>
          <a:xfrm>
            <a:off x="859271" y="4486275"/>
            <a:ext cx="121804" cy="74679"/>
          </a:xfrm>
          <a:custGeom>
            <a:avLst/>
            <a:gdLst/>
            <a:ahLst/>
            <a:cxnLst/>
            <a:rect l="0" t="0" r="0" b="0"/>
            <a:pathLst>
              <a:path w="121804" h="74679">
                <a:moveTo>
                  <a:pt x="121804" y="0"/>
                </a:moveTo>
                <a:lnTo>
                  <a:pt x="0" y="74679"/>
                </a:lnTo>
              </a:path>
            </a:pathLst>
          </a:custGeom>
          <a:noFill/>
          <a:ln w="38100">
            <a:solidFill>
              <a:srgbClr val="2876A8"/>
            </a:solidFill>
          </a:ln>
        </p:spPr>
      </p:sp>
      <p:sp>
        <p:nvSpPr>
          <p:cNvPr id="72" name="フリーフォーム: 図形 71">
            <a:extLst>
              <a:ext uri="{FF2B5EF4-FFF2-40B4-BE49-F238E27FC236}">
                <a16:creationId xmlns:a16="http://schemas.microsoft.com/office/drawing/2014/main" id="{80F69696-3676-4E4F-9C47-88DE0703F035}"/>
              </a:ext>
            </a:extLst>
          </p:cNvPr>
          <p:cNvSpPr>
            <a:spLocks noGrp="1"/>
          </p:cNvSpPr>
          <p:nvPr/>
        </p:nvSpPr>
        <p:spPr>
          <a:xfrm>
            <a:off x="859271" y="4411596"/>
            <a:ext cx="121804" cy="74679"/>
          </a:xfrm>
          <a:custGeom>
            <a:avLst/>
            <a:gdLst/>
            <a:ahLst/>
            <a:cxnLst/>
            <a:rect l="0" t="0" r="0" b="0"/>
            <a:pathLst>
              <a:path w="121804" h="74679">
                <a:moveTo>
                  <a:pt x="121804" y="74679"/>
                </a:moveTo>
                <a:lnTo>
                  <a:pt x="0" y="0"/>
                </a:lnTo>
              </a:path>
            </a:pathLst>
          </a:custGeom>
          <a:noFill/>
          <a:ln w="38100">
            <a:solidFill>
              <a:srgbClr val="2876A8"/>
            </a:solidFill>
          </a:ln>
        </p:spPr>
      </p:sp>
      <p:sp>
        <p:nvSpPr>
          <p:cNvPr id="73" name="フリーフォーム: 図形 72">
            <a:extLst>
              <a:ext uri="{FF2B5EF4-FFF2-40B4-BE49-F238E27FC236}">
                <a16:creationId xmlns:a16="http://schemas.microsoft.com/office/drawing/2014/main" id="{C605B85B-13C3-4610-B60D-7DF941FFB894}"/>
              </a:ext>
            </a:extLst>
          </p:cNvPr>
          <p:cNvSpPr>
            <a:spLocks noGrp="1"/>
          </p:cNvSpPr>
          <p:nvPr/>
        </p:nvSpPr>
        <p:spPr>
          <a:xfrm>
            <a:off x="1743075" y="4486275"/>
            <a:ext cx="685800" cy="9525"/>
          </a:xfrm>
          <a:custGeom>
            <a:avLst/>
            <a:gdLst/>
            <a:ahLst/>
            <a:cxnLst/>
            <a:rect l="0" t="0" r="0" b="0"/>
            <a:pathLst>
              <a:path w="685800" h="9525">
                <a:moveTo>
                  <a:pt x="685800" y="0"/>
                </a:moveTo>
                <a:lnTo>
                  <a:pt x="0" y="0"/>
                </a:lnTo>
              </a:path>
            </a:pathLst>
          </a:custGeom>
          <a:noFill/>
          <a:ln w="38100">
            <a:solidFill>
              <a:srgbClr val="2876A8"/>
            </a:solidFill>
          </a:ln>
        </p:spPr>
      </p:sp>
      <p:sp>
        <p:nvSpPr>
          <p:cNvPr id="74" name="フリーフォーム: 図形 73">
            <a:extLst>
              <a:ext uri="{FF2B5EF4-FFF2-40B4-BE49-F238E27FC236}">
                <a16:creationId xmlns:a16="http://schemas.microsoft.com/office/drawing/2014/main" id="{6992FF41-3ACF-4455-AD1D-DC38B3E47CD6}"/>
              </a:ext>
            </a:extLst>
          </p:cNvPr>
          <p:cNvSpPr>
            <a:spLocks noGrp="1"/>
          </p:cNvSpPr>
          <p:nvPr/>
        </p:nvSpPr>
        <p:spPr>
          <a:xfrm>
            <a:off x="1743075" y="4411596"/>
            <a:ext cx="121804" cy="74679"/>
          </a:xfrm>
          <a:custGeom>
            <a:avLst/>
            <a:gdLst/>
            <a:ahLst/>
            <a:cxnLst/>
            <a:rect l="0" t="0" r="0" b="0"/>
            <a:pathLst>
              <a:path w="121804" h="74679">
                <a:moveTo>
                  <a:pt x="0" y="74679"/>
                </a:moveTo>
                <a:lnTo>
                  <a:pt x="121804" y="0"/>
                </a:lnTo>
              </a:path>
            </a:pathLst>
          </a:custGeom>
          <a:noFill/>
          <a:ln w="38100">
            <a:solidFill>
              <a:srgbClr val="2876A8"/>
            </a:solidFill>
          </a:ln>
        </p:spPr>
      </p:sp>
      <p:sp>
        <p:nvSpPr>
          <p:cNvPr id="75" name="フリーフォーム: 図形 74">
            <a:extLst>
              <a:ext uri="{FF2B5EF4-FFF2-40B4-BE49-F238E27FC236}">
                <a16:creationId xmlns:a16="http://schemas.microsoft.com/office/drawing/2014/main" id="{84515028-61A2-427B-BB9E-61EAC6848A36}"/>
              </a:ext>
            </a:extLst>
          </p:cNvPr>
          <p:cNvSpPr>
            <a:spLocks noGrp="1"/>
          </p:cNvSpPr>
          <p:nvPr/>
        </p:nvSpPr>
        <p:spPr>
          <a:xfrm>
            <a:off x="1743075" y="4486275"/>
            <a:ext cx="121804" cy="74679"/>
          </a:xfrm>
          <a:custGeom>
            <a:avLst/>
            <a:gdLst/>
            <a:ahLst/>
            <a:cxnLst/>
            <a:rect l="0" t="0" r="0" b="0"/>
            <a:pathLst>
              <a:path w="121804" h="74679">
                <a:moveTo>
                  <a:pt x="0" y="0"/>
                </a:moveTo>
                <a:lnTo>
                  <a:pt x="121804" y="74679"/>
                </a:lnTo>
              </a:path>
            </a:pathLst>
          </a:custGeom>
          <a:noFill/>
          <a:ln w="38100">
            <a:solidFill>
              <a:srgbClr val="2876A8"/>
            </a:solidFill>
          </a:ln>
        </p:spPr>
      </p:sp>
      <p:sp>
        <p:nvSpPr>
          <p:cNvPr id="76" name="フリーフォーム: 図形 75">
            <a:extLst>
              <a:ext uri="{FF2B5EF4-FFF2-40B4-BE49-F238E27FC236}">
                <a16:creationId xmlns:a16="http://schemas.microsoft.com/office/drawing/2014/main" id="{D3ECABA5-18BC-4FE9-8F5A-9B7F9F8A732F}"/>
              </a:ext>
            </a:extLst>
          </p:cNvPr>
          <p:cNvSpPr>
            <a:spLocks noGrp="1"/>
          </p:cNvSpPr>
          <p:nvPr/>
        </p:nvSpPr>
        <p:spPr>
          <a:xfrm>
            <a:off x="1400175" y="2228850"/>
            <a:ext cx="9525" cy="2867025"/>
          </a:xfrm>
          <a:custGeom>
            <a:avLst/>
            <a:gdLst/>
            <a:ahLst/>
            <a:cxnLst/>
            <a:rect l="0" t="0" r="0" b="0"/>
            <a:pathLst>
              <a:path w="9525" h="2867025">
                <a:moveTo>
                  <a:pt x="0" y="0"/>
                </a:moveTo>
                <a:lnTo>
                  <a:pt x="0" y="2867025"/>
                </a:lnTo>
              </a:path>
            </a:pathLst>
          </a:custGeom>
          <a:noFill/>
          <a:ln w="38100">
            <a:solidFill>
              <a:srgbClr val="2876A8"/>
            </a:solidFill>
          </a:ln>
        </p:spPr>
      </p:sp>
      <p:sp>
        <p:nvSpPr>
          <p:cNvPr id="77" name="フリーフォーム: 図形 76">
            <a:extLst>
              <a:ext uri="{FF2B5EF4-FFF2-40B4-BE49-F238E27FC236}">
                <a16:creationId xmlns:a16="http://schemas.microsoft.com/office/drawing/2014/main" id="{5A1CED41-C3F1-4AD8-B8D4-22CF0787D806}"/>
              </a:ext>
            </a:extLst>
          </p:cNvPr>
          <p:cNvSpPr>
            <a:spLocks noGrp="1"/>
          </p:cNvSpPr>
          <p:nvPr/>
        </p:nvSpPr>
        <p:spPr>
          <a:xfrm>
            <a:off x="1325496" y="4974071"/>
            <a:ext cx="74679" cy="121804"/>
          </a:xfrm>
          <a:custGeom>
            <a:avLst/>
            <a:gdLst/>
            <a:ahLst/>
            <a:cxnLst/>
            <a:rect l="0" t="0" r="0" b="0"/>
            <a:pathLst>
              <a:path w="74679" h="121804">
                <a:moveTo>
                  <a:pt x="74679" y="121804"/>
                </a:moveTo>
                <a:lnTo>
                  <a:pt x="0" y="0"/>
                </a:lnTo>
              </a:path>
            </a:pathLst>
          </a:custGeom>
          <a:noFill/>
          <a:ln w="38100">
            <a:solidFill>
              <a:srgbClr val="2876A8"/>
            </a:solidFill>
          </a:ln>
        </p:spPr>
      </p:sp>
      <p:sp>
        <p:nvSpPr>
          <p:cNvPr id="78" name="フリーフォーム: 図形 77">
            <a:extLst>
              <a:ext uri="{FF2B5EF4-FFF2-40B4-BE49-F238E27FC236}">
                <a16:creationId xmlns:a16="http://schemas.microsoft.com/office/drawing/2014/main" id="{DC89D051-10F5-4A8F-B4F7-4932DC7722DF}"/>
              </a:ext>
            </a:extLst>
          </p:cNvPr>
          <p:cNvSpPr>
            <a:spLocks noGrp="1"/>
          </p:cNvSpPr>
          <p:nvPr/>
        </p:nvSpPr>
        <p:spPr>
          <a:xfrm>
            <a:off x="1400175" y="4974071"/>
            <a:ext cx="74679" cy="121804"/>
          </a:xfrm>
          <a:custGeom>
            <a:avLst/>
            <a:gdLst/>
            <a:ahLst/>
            <a:cxnLst/>
            <a:rect l="0" t="0" r="0" b="0"/>
            <a:pathLst>
              <a:path w="74679" h="121804">
                <a:moveTo>
                  <a:pt x="0" y="121804"/>
                </a:moveTo>
                <a:lnTo>
                  <a:pt x="74679" y="0"/>
                </a:lnTo>
              </a:path>
            </a:pathLst>
          </a:custGeom>
          <a:noFill/>
          <a:ln w="38100">
            <a:solidFill>
              <a:srgbClr val="2876A8"/>
            </a:solidFill>
          </a:ln>
        </p:spPr>
      </p:sp>
      <p:sp>
        <p:nvSpPr>
          <p:cNvPr id="79" name="正方形/長方形 78">
            <a:extLst>
              <a:ext uri="{FF2B5EF4-FFF2-40B4-BE49-F238E27FC236}">
                <a16:creationId xmlns:a16="http://schemas.microsoft.com/office/drawing/2014/main" id="{85CA14FF-2F74-4695-A082-F985AC99E893}"/>
              </a:ext>
            </a:extLst>
          </p:cNvPr>
          <p:cNvSpPr>
            <a:spLocks noGrp="1"/>
          </p:cNvSpPr>
          <p:nvPr/>
        </p:nvSpPr>
        <p:spPr>
          <a:xfrm>
            <a:off x="6477000" y="1619250"/>
            <a:ext cx="4857750" cy="809625"/>
          </a:xfrm>
          <a:prstGeom prst="rect">
            <a:avLst/>
          </a:prstGeom>
          <a:noFill/>
          <a:ln w="0">
            <a:noFill/>
          </a:ln>
        </p:spPr>
        <p:txBody>
          <a:bodyPr lIns="0" tIns="0" rIns="0" bIns="0" anchor="ctr">
            <a:noAutofit/>
          </a:bodyPr>
          <a:lstStyle>
            <a:defPPr>
              <a:defRPr sz="2400" b="1">
                <a:solidFill>
                  <a:srgbClr val="2876A8"/>
                </a:solidFill>
                <a:latin typeface="Yu Gothic"/>
                <a:ea typeface="Yu Gothic"/>
                <a:cs typeface="Yu Gothic"/>
              </a:defRPr>
            </a:defPPr>
            <a:lvl1pPr>
              <a:buNone/>
              <a:defRPr sz="2400" b="1">
                <a:solidFill>
                  <a:srgbClr val="2876A8"/>
                </a:solidFill>
                <a:latin typeface="Yu Gothic"/>
                <a:ea typeface="Yu Gothic"/>
                <a:cs typeface="Yu Gothic"/>
              </a:defRPr>
            </a:lvl1pPr>
            <a:lvl2pPr>
              <a:buNone/>
              <a:defRPr sz="2400" b="1">
                <a:solidFill>
                  <a:srgbClr val="2876A8"/>
                </a:solidFill>
                <a:latin typeface="Yu Gothic"/>
                <a:ea typeface="Yu Gothic"/>
                <a:cs typeface="Yu Gothic"/>
              </a:defRPr>
            </a:lvl2pPr>
            <a:lvl3pPr>
              <a:buNone/>
              <a:defRPr sz="2400" b="1">
                <a:solidFill>
                  <a:srgbClr val="2876A8"/>
                </a:solidFill>
                <a:latin typeface="Yu Gothic"/>
                <a:ea typeface="Yu Gothic"/>
                <a:cs typeface="Yu Gothic"/>
              </a:defRPr>
            </a:lvl3pPr>
            <a:lvl4pPr>
              <a:buNone/>
              <a:defRPr sz="2400" b="1">
                <a:solidFill>
                  <a:srgbClr val="2876A8"/>
                </a:solidFill>
                <a:latin typeface="Yu Gothic"/>
                <a:ea typeface="Yu Gothic"/>
                <a:cs typeface="Yu Gothic"/>
              </a:defRPr>
            </a:lvl4pPr>
            <a:lvl5pPr>
              <a:buNone/>
              <a:defRPr sz="2400" b="1">
                <a:solidFill>
                  <a:srgbClr val="2876A8"/>
                </a:solidFill>
                <a:latin typeface="Yu Gothic"/>
                <a:ea typeface="Yu Gothic"/>
                <a:cs typeface="Yu Gothic"/>
              </a:defRPr>
            </a:lvl5pPr>
            <a:lvl6pPr>
              <a:buNone/>
              <a:defRPr sz="2400" b="1">
                <a:solidFill>
                  <a:srgbClr val="2876A8"/>
                </a:solidFill>
                <a:latin typeface="Yu Gothic"/>
                <a:ea typeface="Yu Gothic"/>
                <a:cs typeface="Yu Gothic"/>
              </a:defRPr>
            </a:lvl6pPr>
            <a:lvl7pPr>
              <a:buNone/>
              <a:defRPr sz="2400" b="1">
                <a:solidFill>
                  <a:srgbClr val="2876A8"/>
                </a:solidFill>
                <a:latin typeface="Yu Gothic"/>
                <a:ea typeface="Yu Gothic"/>
                <a:cs typeface="Yu Gothic"/>
              </a:defRPr>
            </a:lvl7pPr>
            <a:lvl8pPr>
              <a:buNone/>
              <a:defRPr sz="2400" b="1">
                <a:solidFill>
                  <a:srgbClr val="2876A8"/>
                </a:solidFill>
                <a:latin typeface="Yu Gothic"/>
                <a:ea typeface="Yu Gothic"/>
                <a:cs typeface="Yu Gothic"/>
              </a:defRPr>
            </a:lvl8pPr>
            <a:lvl9pPr>
              <a:buNone/>
              <a:defRPr sz="2400" b="1">
                <a:solidFill>
                  <a:srgbClr val="2876A8"/>
                </a:solidFill>
                <a:latin typeface="Yu Gothic"/>
                <a:ea typeface="Yu Gothic"/>
                <a:cs typeface="Yu Gothic"/>
              </a:defRPr>
            </a:lvl9pPr>
          </a:lstStyle>
          <a:p>
            <a:pPr>
              <a:buNone/>
              <a:defRPr sz="2400" b="1">
                <a:solidFill>
                  <a:srgbClr val="2876A8"/>
                </a:solidFill>
                <a:latin typeface="Yu Gothic"/>
                <a:ea typeface="Yu Gothic"/>
                <a:cs typeface="Yu Gothic"/>
              </a:defRPr>
            </a:pPr>
            <a:r>
              <a:rPr sz="2400" b="1">
                <a:solidFill>
                  <a:srgbClr val="2876A8"/>
                </a:solidFill>
                <a:latin typeface="Yu Gothic"/>
                <a:ea typeface="Yu Gothic"/>
                <a:cs typeface="Yu Gothic"/>
              </a:rPr>
              <a:t>床が水平構面として働く</a:t>
            </a:r>
          </a:p>
        </p:txBody>
      </p:sp>
      <p:sp>
        <p:nvSpPr>
          <p:cNvPr id="80" name="正方形/長方形 79">
            <a:extLst>
              <a:ext uri="{FF2B5EF4-FFF2-40B4-BE49-F238E27FC236}">
                <a16:creationId xmlns:a16="http://schemas.microsoft.com/office/drawing/2014/main" id="{25F88998-88A9-4755-B422-DB08E68FC67B}"/>
              </a:ext>
            </a:extLst>
          </p:cNvPr>
          <p:cNvSpPr>
            <a:spLocks noGrp="1"/>
          </p:cNvSpPr>
          <p:nvPr/>
        </p:nvSpPr>
        <p:spPr>
          <a:xfrm>
            <a:off x="6477000" y="2752725"/>
            <a:ext cx="4953000" cy="1238250"/>
          </a:xfrm>
          <a:prstGeom prst="rect">
            <a:avLst/>
          </a:prstGeom>
          <a:noFill/>
          <a:ln w="0">
            <a:noFill/>
          </a:ln>
        </p:spPr>
        <p:txBody>
          <a:bodyPr lIns="0" tIns="0" rIns="0" bIns="0" anchor="ctr">
            <a:noAutofit/>
          </a:bodyPr>
          <a:lstStyle>
            <a:defPPr>
              <a:defRPr sz="2250" b="1">
                <a:solidFill>
                  <a:srgbClr val="253C4D"/>
                </a:solidFill>
                <a:latin typeface="Yu Gothic"/>
                <a:ea typeface="Yu Gothic"/>
                <a:cs typeface="Yu Gothic"/>
              </a:defRPr>
            </a:defPPr>
            <a:lvl1pPr>
              <a:buNone/>
              <a:defRPr sz="2250" b="1">
                <a:solidFill>
                  <a:srgbClr val="253C4D"/>
                </a:solidFill>
                <a:latin typeface="Yu Gothic"/>
                <a:ea typeface="Yu Gothic"/>
                <a:cs typeface="Yu Gothic"/>
              </a:defRPr>
            </a:lvl1pPr>
            <a:lvl2pPr>
              <a:buNone/>
              <a:defRPr sz="2250" b="1">
                <a:solidFill>
                  <a:srgbClr val="253C4D"/>
                </a:solidFill>
                <a:latin typeface="Yu Gothic"/>
                <a:ea typeface="Yu Gothic"/>
                <a:cs typeface="Yu Gothic"/>
              </a:defRPr>
            </a:lvl2pPr>
            <a:lvl3pPr>
              <a:buNone/>
              <a:defRPr sz="2250" b="1">
                <a:solidFill>
                  <a:srgbClr val="253C4D"/>
                </a:solidFill>
                <a:latin typeface="Yu Gothic"/>
                <a:ea typeface="Yu Gothic"/>
                <a:cs typeface="Yu Gothic"/>
              </a:defRPr>
            </a:lvl3pPr>
            <a:lvl4pPr>
              <a:buNone/>
              <a:defRPr sz="2250" b="1">
                <a:solidFill>
                  <a:srgbClr val="253C4D"/>
                </a:solidFill>
                <a:latin typeface="Yu Gothic"/>
                <a:ea typeface="Yu Gothic"/>
                <a:cs typeface="Yu Gothic"/>
              </a:defRPr>
            </a:lvl4pPr>
            <a:lvl5pPr>
              <a:buNone/>
              <a:defRPr sz="2250" b="1">
                <a:solidFill>
                  <a:srgbClr val="253C4D"/>
                </a:solidFill>
                <a:latin typeface="Yu Gothic"/>
                <a:ea typeface="Yu Gothic"/>
                <a:cs typeface="Yu Gothic"/>
              </a:defRPr>
            </a:lvl5pPr>
            <a:lvl6pPr>
              <a:buNone/>
              <a:defRPr sz="2250" b="1">
                <a:solidFill>
                  <a:srgbClr val="253C4D"/>
                </a:solidFill>
                <a:latin typeface="Yu Gothic"/>
                <a:ea typeface="Yu Gothic"/>
                <a:cs typeface="Yu Gothic"/>
              </a:defRPr>
            </a:lvl6pPr>
            <a:lvl7pPr>
              <a:buNone/>
              <a:defRPr sz="2250" b="1">
                <a:solidFill>
                  <a:srgbClr val="253C4D"/>
                </a:solidFill>
                <a:latin typeface="Yu Gothic"/>
                <a:ea typeface="Yu Gothic"/>
                <a:cs typeface="Yu Gothic"/>
              </a:defRPr>
            </a:lvl7pPr>
            <a:lvl8pPr>
              <a:buNone/>
              <a:defRPr sz="2250" b="1">
                <a:solidFill>
                  <a:srgbClr val="253C4D"/>
                </a:solidFill>
                <a:latin typeface="Yu Gothic"/>
                <a:ea typeface="Yu Gothic"/>
                <a:cs typeface="Yu Gothic"/>
              </a:defRPr>
            </a:lvl8pPr>
            <a:lvl9pPr>
              <a:buNone/>
              <a:defRPr sz="2250" b="1">
                <a:solidFill>
                  <a:srgbClr val="253C4D"/>
                </a:solidFill>
                <a:latin typeface="Yu Gothic"/>
                <a:ea typeface="Yu Gothic"/>
                <a:cs typeface="Yu Gothic"/>
              </a:defRPr>
            </a:lvl9pPr>
          </a:lstStyle>
          <a:p>
            <a:pPr>
              <a:buNone/>
              <a:defRPr sz="2250" b="1">
                <a:solidFill>
                  <a:srgbClr val="253C4D"/>
                </a:solidFill>
                <a:latin typeface="Yu Gothic"/>
                <a:ea typeface="Yu Gothic"/>
                <a:cs typeface="Yu Gothic"/>
              </a:defRPr>
            </a:pPr>
            <a:r>
              <a:rPr sz="2250" b="1">
                <a:solidFill>
                  <a:srgbClr val="253C4D"/>
                </a:solidFill>
                <a:latin typeface="Yu Gothic"/>
                <a:ea typeface="Yu Gothic"/>
                <a:cs typeface="Yu Gothic"/>
              </a:rPr>
              <a:t>床の面内 → 接合 → RCコア</a:t>
            </a:r>
          </a:p>
          <a:p>
            <a:pPr>
              <a:buNone/>
              <a:defRPr sz="2250" b="1">
                <a:solidFill>
                  <a:srgbClr val="253C4D"/>
                </a:solidFill>
                <a:latin typeface="Yu Gothic"/>
                <a:ea typeface="Yu Gothic"/>
                <a:cs typeface="Yu Gothic"/>
              </a:defRPr>
            </a:pPr>
            <a:r>
              <a:rPr sz="2250" b="1">
                <a:solidFill>
                  <a:srgbClr val="253C4D"/>
                </a:solidFill>
                <a:latin typeface="Yu Gothic"/>
                <a:ea typeface="Yu Gothic"/>
                <a:cs typeface="Yu Gothic"/>
              </a:rPr>
              <a:t>→ 基礎</a:t>
            </a:r>
          </a:p>
        </p:txBody>
      </p:sp>
      <p:sp>
        <p:nvSpPr>
          <p:cNvPr id="81" name="正方形/長方形 80">
            <a:extLst>
              <a:ext uri="{FF2B5EF4-FFF2-40B4-BE49-F238E27FC236}">
                <a16:creationId xmlns:a16="http://schemas.microsoft.com/office/drawing/2014/main" id="{B28D94F3-944B-4695-830D-596B2B04C900}"/>
              </a:ext>
            </a:extLst>
          </p:cNvPr>
          <p:cNvSpPr>
            <a:spLocks noGrp="1"/>
          </p:cNvSpPr>
          <p:nvPr/>
        </p:nvSpPr>
        <p:spPr>
          <a:xfrm>
            <a:off x="6477000" y="4267200"/>
            <a:ext cx="4953000" cy="1047750"/>
          </a:xfrm>
          <a:prstGeom prst="rect">
            <a:avLst/>
          </a:prstGeom>
          <a:noFill/>
          <a:ln w="0">
            <a:noFill/>
          </a:ln>
        </p:spPr>
        <p:txBody>
          <a:bodyPr lIns="0" tIns="0" rIns="0" bIns="0" anchor="ctr">
            <a:noAutofit/>
          </a:bodyPr>
          <a:lstStyle>
            <a:defPPr>
              <a:defRPr sz="1875" b="0">
                <a:solidFill>
                  <a:srgbClr val="253C4D"/>
                </a:solidFill>
                <a:latin typeface="Yu Gothic"/>
                <a:ea typeface="Yu Gothic"/>
                <a:cs typeface="Yu Gothic"/>
              </a:defRPr>
            </a:defPPr>
            <a:lvl1pPr>
              <a:buNone/>
              <a:defRPr sz="1875" b="0">
                <a:solidFill>
                  <a:srgbClr val="253C4D"/>
                </a:solidFill>
                <a:latin typeface="Yu Gothic"/>
                <a:ea typeface="Yu Gothic"/>
                <a:cs typeface="Yu Gothic"/>
              </a:defRPr>
            </a:lvl1pPr>
            <a:lvl2pPr>
              <a:buNone/>
              <a:defRPr sz="1875" b="0">
                <a:solidFill>
                  <a:srgbClr val="253C4D"/>
                </a:solidFill>
                <a:latin typeface="Yu Gothic"/>
                <a:ea typeface="Yu Gothic"/>
                <a:cs typeface="Yu Gothic"/>
              </a:defRPr>
            </a:lvl2pPr>
            <a:lvl3pPr>
              <a:buNone/>
              <a:defRPr sz="1875" b="0">
                <a:solidFill>
                  <a:srgbClr val="253C4D"/>
                </a:solidFill>
                <a:latin typeface="Yu Gothic"/>
                <a:ea typeface="Yu Gothic"/>
                <a:cs typeface="Yu Gothic"/>
              </a:defRPr>
            </a:lvl3pPr>
            <a:lvl4pPr>
              <a:buNone/>
              <a:defRPr sz="1875" b="0">
                <a:solidFill>
                  <a:srgbClr val="253C4D"/>
                </a:solidFill>
                <a:latin typeface="Yu Gothic"/>
                <a:ea typeface="Yu Gothic"/>
                <a:cs typeface="Yu Gothic"/>
              </a:defRPr>
            </a:lvl4pPr>
            <a:lvl5pPr>
              <a:buNone/>
              <a:defRPr sz="1875" b="0">
                <a:solidFill>
                  <a:srgbClr val="253C4D"/>
                </a:solidFill>
                <a:latin typeface="Yu Gothic"/>
                <a:ea typeface="Yu Gothic"/>
                <a:cs typeface="Yu Gothic"/>
              </a:defRPr>
            </a:lvl5pPr>
            <a:lvl6pPr>
              <a:buNone/>
              <a:defRPr sz="1875" b="0">
                <a:solidFill>
                  <a:srgbClr val="253C4D"/>
                </a:solidFill>
                <a:latin typeface="Yu Gothic"/>
                <a:ea typeface="Yu Gothic"/>
                <a:cs typeface="Yu Gothic"/>
              </a:defRPr>
            </a:lvl6pPr>
            <a:lvl7pPr>
              <a:buNone/>
              <a:defRPr sz="1875" b="0">
                <a:solidFill>
                  <a:srgbClr val="253C4D"/>
                </a:solidFill>
                <a:latin typeface="Yu Gothic"/>
                <a:ea typeface="Yu Gothic"/>
                <a:cs typeface="Yu Gothic"/>
              </a:defRPr>
            </a:lvl7pPr>
            <a:lvl8pPr>
              <a:buNone/>
              <a:defRPr sz="1875" b="0">
                <a:solidFill>
                  <a:srgbClr val="253C4D"/>
                </a:solidFill>
                <a:latin typeface="Yu Gothic"/>
                <a:ea typeface="Yu Gothic"/>
                <a:cs typeface="Yu Gothic"/>
              </a:defRPr>
            </a:lvl8pPr>
            <a:lvl9pPr>
              <a:buNone/>
              <a:defRPr sz="1875" b="0">
                <a:solidFill>
                  <a:srgbClr val="253C4D"/>
                </a:solidFill>
                <a:latin typeface="Yu Gothic"/>
                <a:ea typeface="Yu Gothic"/>
                <a:cs typeface="Yu Gothic"/>
              </a:defRPr>
            </a:lvl9pPr>
          </a:lstStyle>
          <a:p>
            <a:pPr>
              <a:buNone/>
              <a:defRPr sz="1875" b="0">
                <a:solidFill>
                  <a:srgbClr val="253C4D"/>
                </a:solidFill>
                <a:latin typeface="Yu Gothic"/>
                <a:ea typeface="Yu Gothic"/>
                <a:cs typeface="Yu Gothic"/>
              </a:defRPr>
            </a:pPr>
            <a:r>
              <a:rPr sz="1875" b="0">
                <a:solidFill>
                  <a:srgbClr val="253C4D"/>
                </a:solidFill>
                <a:latin typeface="Yu Gothic"/>
                <a:ea typeface="Yu Gothic"/>
                <a:cs typeface="Yu Gothic"/>
              </a:rPr>
              <a:t>茶：CLT床　薄茶：木質柱</a:t>
            </a:r>
          </a:p>
          <a:p>
            <a:pPr>
              <a:buNone/>
              <a:defRPr sz="1875" b="0">
                <a:solidFill>
                  <a:srgbClr val="253C4D"/>
                </a:solidFill>
                <a:latin typeface="Yu Gothic"/>
                <a:ea typeface="Yu Gothic"/>
                <a:cs typeface="Yu Gothic"/>
              </a:defRPr>
            </a:pPr>
            <a:r>
              <a:rPr sz="1875" b="0">
                <a:solidFill>
                  <a:srgbClr val="253C4D"/>
                </a:solidFill>
                <a:latin typeface="Yu Gothic"/>
                <a:ea typeface="Yu Gothic"/>
                <a:cs typeface="Yu Gothic"/>
              </a:rPr>
              <a:t>青灰：RCコア　灰：下部構造</a:t>
            </a:r>
          </a:p>
        </p:txBody>
      </p:sp>
      <p:sp>
        <p:nvSpPr>
          <p:cNvPr id="82" name="正方形/長方形 81">
            <a:extLst>
              <a:ext uri="{FF2B5EF4-FFF2-40B4-BE49-F238E27FC236}">
                <a16:creationId xmlns:a16="http://schemas.microsoft.com/office/drawing/2014/main" id="{7A2DE311-0058-4E19-B1B5-8F3F9E64BE8E}"/>
              </a:ext>
            </a:extLst>
          </p:cNvPr>
          <p:cNvSpPr>
            <a:spLocks noGrp="1"/>
          </p:cNvSpPr>
          <p:nvPr/>
        </p:nvSpPr>
        <p:spPr>
          <a:xfrm>
            <a:off x="838200" y="5400675"/>
            <a:ext cx="10477500" cy="419100"/>
          </a:xfrm>
          <a:prstGeom prst="rect">
            <a:avLst/>
          </a:prstGeom>
          <a:noFill/>
          <a:ln w="0">
            <a:noFill/>
          </a:ln>
        </p:spPr>
        <p:txBody>
          <a:bodyPr lIns="0" tIns="0" rIns="0" bIns="0" anchor="ctr">
            <a:noAutofit/>
          </a:bodyPr>
          <a:lstStyle>
            <a:defPPr>
              <a:defRPr sz="1875" b="0">
                <a:solidFill>
                  <a:srgbClr val="596875"/>
                </a:solidFill>
                <a:latin typeface="Yu Gothic"/>
                <a:ea typeface="Yu Gothic"/>
                <a:cs typeface="Yu Gothic"/>
              </a:defRPr>
            </a:defPPr>
            <a:lvl1pPr>
              <a:buNone/>
              <a:defRPr sz="1875" b="0">
                <a:solidFill>
                  <a:srgbClr val="596875"/>
                </a:solidFill>
                <a:latin typeface="Yu Gothic"/>
                <a:ea typeface="Yu Gothic"/>
                <a:cs typeface="Yu Gothic"/>
              </a:defRPr>
            </a:lvl1pPr>
            <a:lvl2pPr>
              <a:buNone/>
              <a:defRPr sz="1875" b="0">
                <a:solidFill>
                  <a:srgbClr val="596875"/>
                </a:solidFill>
                <a:latin typeface="Yu Gothic"/>
                <a:ea typeface="Yu Gothic"/>
                <a:cs typeface="Yu Gothic"/>
              </a:defRPr>
            </a:lvl2pPr>
            <a:lvl3pPr>
              <a:buNone/>
              <a:defRPr sz="1875" b="0">
                <a:solidFill>
                  <a:srgbClr val="596875"/>
                </a:solidFill>
                <a:latin typeface="Yu Gothic"/>
                <a:ea typeface="Yu Gothic"/>
                <a:cs typeface="Yu Gothic"/>
              </a:defRPr>
            </a:lvl3pPr>
            <a:lvl4pPr>
              <a:buNone/>
              <a:defRPr sz="1875" b="0">
                <a:solidFill>
                  <a:srgbClr val="596875"/>
                </a:solidFill>
                <a:latin typeface="Yu Gothic"/>
                <a:ea typeface="Yu Gothic"/>
                <a:cs typeface="Yu Gothic"/>
              </a:defRPr>
            </a:lvl4pPr>
            <a:lvl5pPr>
              <a:buNone/>
              <a:defRPr sz="1875" b="0">
                <a:solidFill>
                  <a:srgbClr val="596875"/>
                </a:solidFill>
                <a:latin typeface="Yu Gothic"/>
                <a:ea typeface="Yu Gothic"/>
                <a:cs typeface="Yu Gothic"/>
              </a:defRPr>
            </a:lvl5pPr>
            <a:lvl6pPr>
              <a:buNone/>
              <a:defRPr sz="1875" b="0">
                <a:solidFill>
                  <a:srgbClr val="596875"/>
                </a:solidFill>
                <a:latin typeface="Yu Gothic"/>
                <a:ea typeface="Yu Gothic"/>
                <a:cs typeface="Yu Gothic"/>
              </a:defRPr>
            </a:lvl6pPr>
            <a:lvl7pPr>
              <a:buNone/>
              <a:defRPr sz="1875" b="0">
                <a:solidFill>
                  <a:srgbClr val="596875"/>
                </a:solidFill>
                <a:latin typeface="Yu Gothic"/>
                <a:ea typeface="Yu Gothic"/>
                <a:cs typeface="Yu Gothic"/>
              </a:defRPr>
            </a:lvl7pPr>
            <a:lvl8pPr>
              <a:buNone/>
              <a:defRPr sz="1875" b="0">
                <a:solidFill>
                  <a:srgbClr val="596875"/>
                </a:solidFill>
                <a:latin typeface="Yu Gothic"/>
                <a:ea typeface="Yu Gothic"/>
                <a:cs typeface="Yu Gothic"/>
              </a:defRPr>
            </a:lvl8pPr>
            <a:lvl9pPr>
              <a:buNone/>
              <a:defRPr sz="1875" b="0">
                <a:solidFill>
                  <a:srgbClr val="596875"/>
                </a:solidFill>
                <a:latin typeface="Yu Gothic"/>
                <a:ea typeface="Yu Gothic"/>
                <a:cs typeface="Yu Gothic"/>
              </a:defRPr>
            </a:lvl9pPr>
          </a:lstStyle>
          <a:p>
            <a:pPr>
              <a:buNone/>
              <a:defRPr sz="1875" b="0">
                <a:solidFill>
                  <a:srgbClr val="596875"/>
                </a:solidFill>
                <a:latin typeface="Yu Gothic"/>
                <a:ea typeface="Yu Gothic"/>
                <a:cs typeface="Yu Gothic"/>
              </a:defRPr>
            </a:pPr>
            <a:r>
              <a:rPr sz="1875" b="0">
                <a:solidFill>
                  <a:srgbClr val="596875"/>
                </a:solidFill>
                <a:latin typeface="Yu Gothic"/>
                <a:ea typeface="Yu Gothic"/>
                <a:cs typeface="Yu Gothic"/>
              </a:rPr>
              <a:t>上部木質16層（3〜18階）。図では階数を省略。</a:t>
            </a:r>
          </a:p>
        </p:txBody>
      </p:sp>
      <p:sp>
        <p:nvSpPr>
          <p:cNvPr id="83" name="正方形/長方形 82">
            <a:extLst>
              <a:ext uri="{FF2B5EF4-FFF2-40B4-BE49-F238E27FC236}">
                <a16:creationId xmlns:a16="http://schemas.microsoft.com/office/drawing/2014/main" id="{947D5174-8B2D-4387-87F6-507F61ABF454}"/>
              </a:ext>
            </a:extLst>
          </p:cNvPr>
          <p:cNvSpPr>
            <a:spLocks noGrp="1"/>
          </p:cNvSpPr>
          <p:nvPr/>
        </p:nvSpPr>
        <p:spPr>
          <a:xfrm>
            <a:off x="838200" y="5867400"/>
            <a:ext cx="10477500" cy="400050"/>
          </a:xfrm>
          <a:prstGeom prst="rect">
            <a:avLst/>
          </a:prstGeom>
          <a:noFill/>
          <a:ln w="0">
            <a:noFill/>
          </a:ln>
        </p:spPr>
        <p:txBody>
          <a:bodyPr lIns="0" tIns="0" rIns="0" bIns="0" anchor="ctr">
            <a:noAutofit/>
          </a:bodyPr>
          <a:lstStyle>
            <a:defPPr>
              <a:defRPr sz="1425" b="1">
                <a:solidFill>
                  <a:srgbClr val="087E8B"/>
                </a:solidFill>
                <a:latin typeface="Yu Gothic"/>
                <a:ea typeface="Yu Gothic"/>
                <a:cs typeface="Yu Gothic"/>
              </a:defRPr>
            </a:defPPr>
            <a:lvl1pPr>
              <a:buNone/>
              <a:defRPr sz="1425" b="1">
                <a:solidFill>
                  <a:srgbClr val="087E8B"/>
                </a:solidFill>
                <a:latin typeface="Yu Gothic"/>
                <a:ea typeface="Yu Gothic"/>
                <a:cs typeface="Yu Gothic"/>
              </a:defRPr>
            </a:lvl1pPr>
            <a:lvl2pPr>
              <a:buNone/>
              <a:defRPr sz="1425" b="1">
                <a:solidFill>
                  <a:srgbClr val="087E8B"/>
                </a:solidFill>
                <a:latin typeface="Yu Gothic"/>
                <a:ea typeface="Yu Gothic"/>
                <a:cs typeface="Yu Gothic"/>
              </a:defRPr>
            </a:lvl2pPr>
            <a:lvl3pPr>
              <a:buNone/>
              <a:defRPr sz="1425" b="1">
                <a:solidFill>
                  <a:srgbClr val="087E8B"/>
                </a:solidFill>
                <a:latin typeface="Yu Gothic"/>
                <a:ea typeface="Yu Gothic"/>
                <a:cs typeface="Yu Gothic"/>
              </a:defRPr>
            </a:lvl3pPr>
            <a:lvl4pPr>
              <a:buNone/>
              <a:defRPr sz="1425" b="1">
                <a:solidFill>
                  <a:srgbClr val="087E8B"/>
                </a:solidFill>
                <a:latin typeface="Yu Gothic"/>
                <a:ea typeface="Yu Gothic"/>
                <a:cs typeface="Yu Gothic"/>
              </a:defRPr>
            </a:lvl4pPr>
            <a:lvl5pPr>
              <a:buNone/>
              <a:defRPr sz="1425" b="1">
                <a:solidFill>
                  <a:srgbClr val="087E8B"/>
                </a:solidFill>
                <a:latin typeface="Yu Gothic"/>
                <a:ea typeface="Yu Gothic"/>
                <a:cs typeface="Yu Gothic"/>
              </a:defRPr>
            </a:lvl5pPr>
            <a:lvl6pPr>
              <a:buNone/>
              <a:defRPr sz="1425" b="1">
                <a:solidFill>
                  <a:srgbClr val="087E8B"/>
                </a:solidFill>
                <a:latin typeface="Yu Gothic"/>
                <a:ea typeface="Yu Gothic"/>
                <a:cs typeface="Yu Gothic"/>
              </a:defRPr>
            </a:lvl6pPr>
            <a:lvl7pPr>
              <a:buNone/>
              <a:defRPr sz="1425" b="1">
                <a:solidFill>
                  <a:srgbClr val="087E8B"/>
                </a:solidFill>
                <a:latin typeface="Yu Gothic"/>
                <a:ea typeface="Yu Gothic"/>
                <a:cs typeface="Yu Gothic"/>
              </a:defRPr>
            </a:lvl7pPr>
            <a:lvl8pPr>
              <a:buNone/>
              <a:defRPr sz="1425" b="1">
                <a:solidFill>
                  <a:srgbClr val="087E8B"/>
                </a:solidFill>
                <a:latin typeface="Yu Gothic"/>
                <a:ea typeface="Yu Gothic"/>
                <a:cs typeface="Yu Gothic"/>
              </a:defRPr>
            </a:lvl8pPr>
            <a:lvl9pPr>
              <a:buNone/>
              <a:defRPr sz="1425" b="1">
                <a:solidFill>
                  <a:srgbClr val="087E8B"/>
                </a:solidFill>
                <a:latin typeface="Yu Gothic"/>
                <a:ea typeface="Yu Gothic"/>
                <a:cs typeface="Yu Gothic"/>
              </a:defRPr>
            </a:lvl9pPr>
          </a:lstStyle>
          <a:p>
            <a:pPr>
              <a:buNone/>
              <a:defRPr sz="1425" b="1">
                <a:solidFill>
                  <a:srgbClr val="087E8B"/>
                </a:solidFill>
                <a:latin typeface="Yu Gothic"/>
                <a:ea typeface="Yu Gothic"/>
                <a:cs typeface="Yu Gothic"/>
              </a:defRPr>
            </a:pPr>
            <a:r>
              <a:rPr sz="1425" b="1">
                <a:solidFill>
                  <a:srgbClr val="087E8B"/>
                </a:solidFill>
                <a:latin typeface="Yu Gothic"/>
                <a:ea typeface="Yu Gothic"/>
                <a:cs typeface="Yu Gothic"/>
              </a:rPr>
              <a:t>水平力：外壁など → 床の面内 → 接合 → RCコア → 基礎</a:t>
            </a:r>
          </a:p>
        </p:txBody>
      </p:sp>
    </p:spTree>
    <p:extLst>
      <p:ext uri="{BB962C8B-B14F-4D97-AF65-F5344CB8AC3E}">
        <p14:creationId xmlns:p14="http://schemas.microsoft.com/office/powerpoint/2010/main" val="220281051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正方形/長方形 11">
            <a:extLst>
              <a:ext uri="{FF2B5EF4-FFF2-40B4-BE49-F238E27FC236}">
                <a16:creationId xmlns:a16="http://schemas.microsoft.com/office/drawing/2014/main" id="{9430F8D4-F41C-4ABF-922B-F02B092F7ECF}"/>
              </a:ext>
            </a:extLst>
          </p:cNvPr>
          <p:cNvSpPr>
            <a:spLocks noGrp="1"/>
          </p:cNvSpPr>
          <p:nvPr/>
        </p:nvSpPr>
        <p:spPr>
          <a:xfrm>
            <a:off x="685800" y="342900"/>
            <a:ext cx="10820400" cy="666750"/>
          </a:xfrm>
          <a:prstGeom prst="rect">
            <a:avLst/>
          </a:prstGeom>
          <a:noFill/>
          <a:ln w="0">
            <a:noFill/>
          </a:ln>
        </p:spPr>
        <p:txBody>
          <a:bodyPr lIns="0" tIns="0" rIns="0" bIns="0" anchor="ctr">
            <a:noAutofit/>
          </a:bodyPr>
          <a:lstStyle>
            <a:defPPr>
              <a:defRPr sz="3000" b="1">
                <a:solidFill>
                  <a:srgbClr val="18364F"/>
                </a:solidFill>
                <a:latin typeface="Yu Gothic"/>
                <a:ea typeface="Yu Gothic"/>
                <a:cs typeface="Yu Gothic"/>
              </a:defRPr>
            </a:defPPr>
            <a:lvl1pPr>
              <a:buNone/>
              <a:defRPr sz="3000" b="1">
                <a:solidFill>
                  <a:srgbClr val="18364F"/>
                </a:solidFill>
                <a:latin typeface="Yu Gothic"/>
                <a:ea typeface="Yu Gothic"/>
                <a:cs typeface="Yu Gothic"/>
              </a:defRPr>
            </a:lvl1pPr>
            <a:lvl2pPr>
              <a:buNone/>
              <a:defRPr sz="3000" b="1">
                <a:solidFill>
                  <a:srgbClr val="18364F"/>
                </a:solidFill>
                <a:latin typeface="Yu Gothic"/>
                <a:ea typeface="Yu Gothic"/>
                <a:cs typeface="Yu Gothic"/>
              </a:defRPr>
            </a:lvl2pPr>
            <a:lvl3pPr>
              <a:buNone/>
              <a:defRPr sz="3000" b="1">
                <a:solidFill>
                  <a:srgbClr val="18364F"/>
                </a:solidFill>
                <a:latin typeface="Yu Gothic"/>
                <a:ea typeface="Yu Gothic"/>
                <a:cs typeface="Yu Gothic"/>
              </a:defRPr>
            </a:lvl3pPr>
            <a:lvl4pPr>
              <a:buNone/>
              <a:defRPr sz="3000" b="1">
                <a:solidFill>
                  <a:srgbClr val="18364F"/>
                </a:solidFill>
                <a:latin typeface="Yu Gothic"/>
                <a:ea typeface="Yu Gothic"/>
                <a:cs typeface="Yu Gothic"/>
              </a:defRPr>
            </a:lvl4pPr>
            <a:lvl5pPr>
              <a:buNone/>
              <a:defRPr sz="3000" b="1">
                <a:solidFill>
                  <a:srgbClr val="18364F"/>
                </a:solidFill>
                <a:latin typeface="Yu Gothic"/>
                <a:ea typeface="Yu Gothic"/>
                <a:cs typeface="Yu Gothic"/>
              </a:defRPr>
            </a:lvl5pPr>
            <a:lvl6pPr>
              <a:buNone/>
              <a:defRPr sz="3000" b="1">
                <a:solidFill>
                  <a:srgbClr val="18364F"/>
                </a:solidFill>
                <a:latin typeface="Yu Gothic"/>
                <a:ea typeface="Yu Gothic"/>
                <a:cs typeface="Yu Gothic"/>
              </a:defRPr>
            </a:lvl6pPr>
            <a:lvl7pPr>
              <a:buNone/>
              <a:defRPr sz="3000" b="1">
                <a:solidFill>
                  <a:srgbClr val="18364F"/>
                </a:solidFill>
                <a:latin typeface="Yu Gothic"/>
                <a:ea typeface="Yu Gothic"/>
                <a:cs typeface="Yu Gothic"/>
              </a:defRPr>
            </a:lvl7pPr>
            <a:lvl8pPr>
              <a:buNone/>
              <a:defRPr sz="3000" b="1">
                <a:solidFill>
                  <a:srgbClr val="18364F"/>
                </a:solidFill>
                <a:latin typeface="Yu Gothic"/>
                <a:ea typeface="Yu Gothic"/>
                <a:cs typeface="Yu Gothic"/>
              </a:defRPr>
            </a:lvl8pPr>
            <a:lvl9pPr>
              <a:buNone/>
              <a:defRPr sz="3000" b="1">
                <a:solidFill>
                  <a:srgbClr val="18364F"/>
                </a:solidFill>
                <a:latin typeface="Yu Gothic"/>
                <a:ea typeface="Yu Gothic"/>
                <a:cs typeface="Yu Gothic"/>
              </a:defRPr>
            </a:lvl9pPr>
          </a:lstStyle>
          <a:p>
            <a:pPr>
              <a:buNone/>
              <a:defRPr sz="3000" b="1">
                <a:solidFill>
                  <a:srgbClr val="18364F"/>
                </a:solidFill>
                <a:latin typeface="Yu Gothic"/>
                <a:ea typeface="Yu Gothic"/>
                <a:cs typeface="Yu Gothic"/>
              </a:defRPr>
            </a:pPr>
            <a:r>
              <a:rPr sz="3000" b="1">
                <a:solidFill>
                  <a:srgbClr val="18364F"/>
                </a:solidFill>
                <a:latin typeface="Yu Gothic"/>
                <a:ea typeface="Yu Gothic"/>
                <a:cs typeface="Yu Gothic"/>
              </a:rPr>
              <a:t>実例③ Sara：CLTを使う20階の建築</a:t>
            </a:r>
          </a:p>
        </p:txBody>
      </p:sp>
      <p:sp>
        <p:nvSpPr>
          <p:cNvPr id="2" name="正方形/長方形 1">
            <a:extLst>
              <a:ext uri="{FF2B5EF4-FFF2-40B4-BE49-F238E27FC236}">
                <a16:creationId xmlns:a16="http://schemas.microsoft.com/office/drawing/2014/main" id="{735F6E63-BE1F-43AA-9A72-B33D91B6A283}"/>
              </a:ext>
            </a:extLst>
          </p:cNvPr>
          <p:cNvSpPr>
            <a:spLocks noGrp="1"/>
          </p:cNvSpPr>
          <p:nvPr/>
        </p:nvSpPr>
        <p:spPr>
          <a:xfrm>
            <a:off x="685800" y="1181100"/>
            <a:ext cx="10820400" cy="19050"/>
          </a:xfrm>
          <a:prstGeom prst="rect">
            <a:avLst/>
          </a:prstGeom>
          <a:solidFill>
            <a:srgbClr val="18364F"/>
          </a:solidFill>
          <a:ln w="0">
            <a:noFill/>
          </a:ln>
        </p:spPr>
      </p:sp>
      <p:sp>
        <p:nvSpPr>
          <p:cNvPr id="3" name="正方形/長方形 2">
            <a:extLst>
              <a:ext uri="{FF2B5EF4-FFF2-40B4-BE49-F238E27FC236}">
                <a16:creationId xmlns:a16="http://schemas.microsoft.com/office/drawing/2014/main" id="{6C6F8A55-CC25-40B6-B2D8-4716DF5F7E9D}"/>
              </a:ext>
            </a:extLst>
          </p:cNvPr>
          <p:cNvSpPr>
            <a:spLocks noGrp="1"/>
          </p:cNvSpPr>
          <p:nvPr/>
        </p:nvSpPr>
        <p:spPr>
          <a:xfrm>
            <a:off x="685800" y="6419850"/>
            <a:ext cx="9334500" cy="257175"/>
          </a:xfrm>
          <a:prstGeom prst="rect">
            <a:avLst/>
          </a:prstGeom>
          <a:noFill/>
          <a:ln w="0">
            <a:noFill/>
          </a:ln>
        </p:spPr>
        <p:txBody>
          <a:bodyPr lIns="0" tIns="0" rIns="0" bIns="0" anchor="ctr">
            <a:noAutofit/>
          </a:bodyPr>
          <a:lstStyle>
            <a:defPPr>
              <a:defRPr sz="1425" b="0">
                <a:solidFill>
                  <a:srgbClr val="596875"/>
                </a:solidFill>
                <a:latin typeface="Yu Gothic"/>
                <a:ea typeface="Yu Gothic"/>
                <a:cs typeface="Yu Gothic"/>
              </a:defRPr>
            </a:defPPr>
            <a:lvl1pPr>
              <a:buNone/>
              <a:defRPr sz="1425" b="0">
                <a:solidFill>
                  <a:srgbClr val="596875"/>
                </a:solidFill>
                <a:latin typeface="Yu Gothic"/>
                <a:ea typeface="Yu Gothic"/>
                <a:cs typeface="Yu Gothic"/>
              </a:defRPr>
            </a:lvl1pPr>
            <a:lvl2pPr>
              <a:buNone/>
              <a:defRPr sz="1425" b="0">
                <a:solidFill>
                  <a:srgbClr val="596875"/>
                </a:solidFill>
                <a:latin typeface="Yu Gothic"/>
                <a:ea typeface="Yu Gothic"/>
                <a:cs typeface="Yu Gothic"/>
              </a:defRPr>
            </a:lvl2pPr>
            <a:lvl3pPr>
              <a:buNone/>
              <a:defRPr sz="1425" b="0">
                <a:solidFill>
                  <a:srgbClr val="596875"/>
                </a:solidFill>
                <a:latin typeface="Yu Gothic"/>
                <a:ea typeface="Yu Gothic"/>
                <a:cs typeface="Yu Gothic"/>
              </a:defRPr>
            </a:lvl3pPr>
            <a:lvl4pPr>
              <a:buNone/>
              <a:defRPr sz="1425" b="0">
                <a:solidFill>
                  <a:srgbClr val="596875"/>
                </a:solidFill>
                <a:latin typeface="Yu Gothic"/>
                <a:ea typeface="Yu Gothic"/>
                <a:cs typeface="Yu Gothic"/>
              </a:defRPr>
            </a:lvl4pPr>
            <a:lvl5pPr>
              <a:buNone/>
              <a:defRPr sz="1425" b="0">
                <a:solidFill>
                  <a:srgbClr val="596875"/>
                </a:solidFill>
                <a:latin typeface="Yu Gothic"/>
                <a:ea typeface="Yu Gothic"/>
                <a:cs typeface="Yu Gothic"/>
              </a:defRPr>
            </a:lvl5pPr>
            <a:lvl6pPr>
              <a:buNone/>
              <a:defRPr sz="1425" b="0">
                <a:solidFill>
                  <a:srgbClr val="596875"/>
                </a:solidFill>
                <a:latin typeface="Yu Gothic"/>
                <a:ea typeface="Yu Gothic"/>
                <a:cs typeface="Yu Gothic"/>
              </a:defRPr>
            </a:lvl6pPr>
            <a:lvl7pPr>
              <a:buNone/>
              <a:defRPr sz="1425" b="0">
                <a:solidFill>
                  <a:srgbClr val="596875"/>
                </a:solidFill>
                <a:latin typeface="Yu Gothic"/>
                <a:ea typeface="Yu Gothic"/>
                <a:cs typeface="Yu Gothic"/>
              </a:defRPr>
            </a:lvl7pPr>
            <a:lvl8pPr>
              <a:buNone/>
              <a:defRPr sz="1425" b="0">
                <a:solidFill>
                  <a:srgbClr val="596875"/>
                </a:solidFill>
                <a:latin typeface="Yu Gothic"/>
                <a:ea typeface="Yu Gothic"/>
                <a:cs typeface="Yu Gothic"/>
              </a:defRPr>
            </a:lvl8pPr>
            <a:lvl9pPr>
              <a:buNone/>
              <a:defRPr sz="1425" b="0">
                <a:solidFill>
                  <a:srgbClr val="596875"/>
                </a:solidFill>
                <a:latin typeface="Yu Gothic"/>
                <a:ea typeface="Yu Gothic"/>
                <a:cs typeface="Yu Gothic"/>
              </a:defRPr>
            </a:lvl9pPr>
          </a:lstStyle>
          <a:p>
            <a:pPr>
              <a:buNone/>
              <a:defRPr sz="1425" b="0">
                <a:solidFill>
                  <a:srgbClr val="596875"/>
                </a:solidFill>
                <a:latin typeface="Yu Gothic"/>
                <a:ea typeface="Yu Gothic"/>
                <a:cs typeface="Yu Gothic"/>
              </a:defRPr>
            </a:pPr>
            <a:r>
              <a:rPr lang="ja-JP" altLang="en-US" sz="1425" b="0">
                <a:solidFill>
                  <a:srgbClr val="596875"/>
                </a:solidFill>
                <a:latin typeface="Yu Gothic"/>
                <a:ea typeface="Yu Gothic"/>
                <a:cs typeface="Yu Gothic"/>
              </a:rPr>
              <a:t>木材及び木質材料学　新第</a:t>
            </a:r>
            <a:r>
              <a:rPr lang="en-US" altLang="ja-JP" sz="1425" b="0">
                <a:solidFill>
                  <a:srgbClr val="596875"/>
                </a:solidFill>
                <a:latin typeface="Yu Gothic"/>
                <a:ea typeface="Yu Gothic"/>
                <a:cs typeface="Yu Gothic"/>
              </a:rPr>
              <a:t>14</a:t>
            </a:r>
            <a:r>
              <a:rPr lang="ja-JP" altLang="en-US" sz="1425" b="0">
                <a:solidFill>
                  <a:srgbClr val="596875"/>
                </a:solidFill>
                <a:latin typeface="Yu Gothic"/>
                <a:ea typeface="Yu Gothic"/>
                <a:cs typeface="Yu Gothic"/>
              </a:rPr>
              <a:t>回　構造・燃焼</a:t>
            </a:r>
            <a:endParaRPr sz="1425" b="0">
              <a:solidFill>
                <a:srgbClr val="596875"/>
              </a:solidFill>
              <a:latin typeface="Yu Gothic"/>
              <a:ea typeface="Yu Gothic"/>
              <a:cs typeface="Yu Gothic"/>
            </a:endParaRPr>
          </a:p>
        </p:txBody>
      </p:sp>
      <p:sp>
        <p:nvSpPr>
          <p:cNvPr id="4" name="正方形/長方形 3">
            <a:extLst>
              <a:ext uri="{FF2B5EF4-FFF2-40B4-BE49-F238E27FC236}">
                <a16:creationId xmlns:a16="http://schemas.microsoft.com/office/drawing/2014/main" id="{B273CB6C-53DE-4A4E-A593-34AD851D9D3A}"/>
              </a:ext>
            </a:extLst>
          </p:cNvPr>
          <p:cNvSpPr>
            <a:spLocks noGrp="1"/>
          </p:cNvSpPr>
          <p:nvPr/>
        </p:nvSpPr>
        <p:spPr>
          <a:xfrm>
            <a:off x="10763250" y="6419850"/>
            <a:ext cx="742950" cy="257175"/>
          </a:xfrm>
          <a:prstGeom prst="rect">
            <a:avLst/>
          </a:prstGeom>
          <a:noFill/>
          <a:ln w="0">
            <a:noFill/>
          </a:ln>
        </p:spPr>
        <p:txBody>
          <a:bodyPr lIns="0" tIns="0" rIns="0" bIns="0" anchor="ctr">
            <a:noAutofit/>
          </a:bodyPr>
          <a:lstStyle>
            <a:defPPr>
              <a:defRPr sz="1425" b="0">
                <a:solidFill>
                  <a:srgbClr val="596875"/>
                </a:solidFill>
                <a:latin typeface="Yu Gothic"/>
                <a:ea typeface="Yu Gothic"/>
                <a:cs typeface="Yu Gothic"/>
              </a:defRPr>
            </a:defPPr>
            <a:lvl1pPr>
              <a:buNone/>
              <a:defRPr sz="1425" b="0">
                <a:solidFill>
                  <a:srgbClr val="596875"/>
                </a:solidFill>
                <a:latin typeface="Yu Gothic"/>
                <a:ea typeface="Yu Gothic"/>
                <a:cs typeface="Yu Gothic"/>
              </a:defRPr>
            </a:lvl1pPr>
            <a:lvl2pPr>
              <a:buNone/>
              <a:defRPr sz="1425" b="0">
                <a:solidFill>
                  <a:srgbClr val="596875"/>
                </a:solidFill>
                <a:latin typeface="Yu Gothic"/>
                <a:ea typeface="Yu Gothic"/>
                <a:cs typeface="Yu Gothic"/>
              </a:defRPr>
            </a:lvl2pPr>
            <a:lvl3pPr>
              <a:buNone/>
              <a:defRPr sz="1425" b="0">
                <a:solidFill>
                  <a:srgbClr val="596875"/>
                </a:solidFill>
                <a:latin typeface="Yu Gothic"/>
                <a:ea typeface="Yu Gothic"/>
                <a:cs typeface="Yu Gothic"/>
              </a:defRPr>
            </a:lvl3pPr>
            <a:lvl4pPr>
              <a:buNone/>
              <a:defRPr sz="1425" b="0">
                <a:solidFill>
                  <a:srgbClr val="596875"/>
                </a:solidFill>
                <a:latin typeface="Yu Gothic"/>
                <a:ea typeface="Yu Gothic"/>
                <a:cs typeface="Yu Gothic"/>
              </a:defRPr>
            </a:lvl4pPr>
            <a:lvl5pPr>
              <a:buNone/>
              <a:defRPr sz="1425" b="0">
                <a:solidFill>
                  <a:srgbClr val="596875"/>
                </a:solidFill>
                <a:latin typeface="Yu Gothic"/>
                <a:ea typeface="Yu Gothic"/>
                <a:cs typeface="Yu Gothic"/>
              </a:defRPr>
            </a:lvl5pPr>
            <a:lvl6pPr>
              <a:buNone/>
              <a:defRPr sz="1425" b="0">
                <a:solidFill>
                  <a:srgbClr val="596875"/>
                </a:solidFill>
                <a:latin typeface="Yu Gothic"/>
                <a:ea typeface="Yu Gothic"/>
                <a:cs typeface="Yu Gothic"/>
              </a:defRPr>
            </a:lvl6pPr>
            <a:lvl7pPr>
              <a:buNone/>
              <a:defRPr sz="1425" b="0">
                <a:solidFill>
                  <a:srgbClr val="596875"/>
                </a:solidFill>
                <a:latin typeface="Yu Gothic"/>
                <a:ea typeface="Yu Gothic"/>
                <a:cs typeface="Yu Gothic"/>
              </a:defRPr>
            </a:lvl7pPr>
            <a:lvl8pPr>
              <a:buNone/>
              <a:defRPr sz="1425" b="0">
                <a:solidFill>
                  <a:srgbClr val="596875"/>
                </a:solidFill>
                <a:latin typeface="Yu Gothic"/>
                <a:ea typeface="Yu Gothic"/>
                <a:cs typeface="Yu Gothic"/>
              </a:defRPr>
            </a:lvl8pPr>
            <a:lvl9pPr>
              <a:buNone/>
              <a:defRPr sz="1425" b="0">
                <a:solidFill>
                  <a:srgbClr val="596875"/>
                </a:solidFill>
                <a:latin typeface="Yu Gothic"/>
                <a:ea typeface="Yu Gothic"/>
                <a:cs typeface="Yu Gothic"/>
              </a:defRPr>
            </a:lvl9pPr>
          </a:lstStyle>
          <a:p>
            <a:pPr>
              <a:buNone/>
              <a:defRPr sz="1425" b="0">
                <a:solidFill>
                  <a:srgbClr val="596875"/>
                </a:solidFill>
                <a:latin typeface="Yu Gothic"/>
                <a:ea typeface="Yu Gothic"/>
                <a:cs typeface="Yu Gothic"/>
              </a:defRPr>
            </a:pPr>
            <a:r>
              <a:rPr lang="en-US" altLang="ja-JP" sz="1425" b="0">
                <a:solidFill>
                  <a:srgbClr val="596875"/>
                </a:solidFill>
                <a:latin typeface="Yu Gothic"/>
                <a:ea typeface="Yu Gothic"/>
                <a:cs typeface="Yu Gothic"/>
              </a:rPr>
              <a:t>21</a:t>
            </a:r>
            <a:endParaRPr sz="1425" b="0">
              <a:solidFill>
                <a:srgbClr val="596875"/>
              </a:solidFill>
              <a:latin typeface="Yu Gothic"/>
              <a:ea typeface="Yu Gothic"/>
              <a:cs typeface="Yu Gothic"/>
            </a:endParaRPr>
          </a:p>
        </p:txBody>
      </p:sp>
      <p:pic>
        <p:nvPicPr>
          <p:cNvPr id="5" name="図 4">
            <a:extLst>
              <a:ext uri="{FF2B5EF4-FFF2-40B4-BE49-F238E27FC236}">
                <a16:creationId xmlns:a16="http://schemas.microsoft.com/office/drawing/2014/main" id="{BB3CBF53-81C2-48D6-8143-1F7858398782}"/>
              </a:ext>
            </a:extLst>
          </p:cNvPr>
          <p:cNvPicPr>
            <a:picLocks noChangeAspect="1"/>
          </p:cNvPicPr>
          <p:nvPr/>
        </p:nvPicPr>
        <p:blipFill>
          <a:blip r:embed="rId3"/>
          <a:stretch/>
        </p:blipFill>
        <p:spPr>
          <a:xfrm>
            <a:off x="840581" y="1476375"/>
            <a:ext cx="3328988" cy="4438650"/>
          </a:xfrm>
          <a:prstGeom prst="rect">
            <a:avLst/>
          </a:prstGeom>
        </p:spPr>
      </p:pic>
      <p:sp>
        <p:nvSpPr>
          <p:cNvPr id="6" name="正方形/長方形 5">
            <a:extLst>
              <a:ext uri="{FF2B5EF4-FFF2-40B4-BE49-F238E27FC236}">
                <a16:creationId xmlns:a16="http://schemas.microsoft.com/office/drawing/2014/main" id="{7E2FFB8D-1B72-4AA9-ADD7-CDAFE2A172EA}"/>
              </a:ext>
            </a:extLst>
          </p:cNvPr>
          <p:cNvSpPr>
            <a:spLocks noGrp="1"/>
          </p:cNvSpPr>
          <p:nvPr/>
        </p:nvSpPr>
        <p:spPr>
          <a:xfrm>
            <a:off x="4619625" y="1581150"/>
            <a:ext cx="6762750" cy="609600"/>
          </a:xfrm>
          <a:prstGeom prst="rect">
            <a:avLst/>
          </a:prstGeom>
          <a:noFill/>
          <a:ln w="0">
            <a:noFill/>
          </a:ln>
        </p:spPr>
        <p:txBody>
          <a:bodyPr lIns="0" tIns="0" rIns="0" bIns="0" anchor="ctr">
            <a:noAutofit/>
          </a:bodyPr>
          <a:lstStyle>
            <a:defPPr>
              <a:defRPr sz="2325" b="1">
                <a:solidFill>
                  <a:srgbClr val="253C4D"/>
                </a:solidFill>
                <a:latin typeface="Yu Gothic"/>
                <a:ea typeface="Yu Gothic"/>
                <a:cs typeface="Yu Gothic"/>
              </a:defRPr>
            </a:defPPr>
            <a:lvl1pPr>
              <a:buNone/>
              <a:defRPr sz="2325" b="1">
                <a:solidFill>
                  <a:srgbClr val="253C4D"/>
                </a:solidFill>
                <a:latin typeface="Yu Gothic"/>
                <a:ea typeface="Yu Gothic"/>
                <a:cs typeface="Yu Gothic"/>
              </a:defRPr>
            </a:lvl1pPr>
            <a:lvl2pPr>
              <a:buNone/>
              <a:defRPr sz="2325" b="1">
                <a:solidFill>
                  <a:srgbClr val="253C4D"/>
                </a:solidFill>
                <a:latin typeface="Yu Gothic"/>
                <a:ea typeface="Yu Gothic"/>
                <a:cs typeface="Yu Gothic"/>
              </a:defRPr>
            </a:lvl2pPr>
            <a:lvl3pPr>
              <a:buNone/>
              <a:defRPr sz="2325" b="1">
                <a:solidFill>
                  <a:srgbClr val="253C4D"/>
                </a:solidFill>
                <a:latin typeface="Yu Gothic"/>
                <a:ea typeface="Yu Gothic"/>
                <a:cs typeface="Yu Gothic"/>
              </a:defRPr>
            </a:lvl3pPr>
            <a:lvl4pPr>
              <a:buNone/>
              <a:defRPr sz="2325" b="1">
                <a:solidFill>
                  <a:srgbClr val="253C4D"/>
                </a:solidFill>
                <a:latin typeface="Yu Gothic"/>
                <a:ea typeface="Yu Gothic"/>
                <a:cs typeface="Yu Gothic"/>
              </a:defRPr>
            </a:lvl4pPr>
            <a:lvl5pPr>
              <a:buNone/>
              <a:defRPr sz="2325" b="1">
                <a:solidFill>
                  <a:srgbClr val="253C4D"/>
                </a:solidFill>
                <a:latin typeface="Yu Gothic"/>
                <a:ea typeface="Yu Gothic"/>
                <a:cs typeface="Yu Gothic"/>
              </a:defRPr>
            </a:lvl5pPr>
            <a:lvl6pPr>
              <a:buNone/>
              <a:defRPr sz="2325" b="1">
                <a:solidFill>
                  <a:srgbClr val="253C4D"/>
                </a:solidFill>
                <a:latin typeface="Yu Gothic"/>
                <a:ea typeface="Yu Gothic"/>
                <a:cs typeface="Yu Gothic"/>
              </a:defRPr>
            </a:lvl6pPr>
            <a:lvl7pPr>
              <a:buNone/>
              <a:defRPr sz="2325" b="1">
                <a:solidFill>
                  <a:srgbClr val="253C4D"/>
                </a:solidFill>
                <a:latin typeface="Yu Gothic"/>
                <a:ea typeface="Yu Gothic"/>
                <a:cs typeface="Yu Gothic"/>
              </a:defRPr>
            </a:lvl7pPr>
            <a:lvl8pPr>
              <a:buNone/>
              <a:defRPr sz="2325" b="1">
                <a:solidFill>
                  <a:srgbClr val="253C4D"/>
                </a:solidFill>
                <a:latin typeface="Yu Gothic"/>
                <a:ea typeface="Yu Gothic"/>
                <a:cs typeface="Yu Gothic"/>
              </a:defRPr>
            </a:lvl8pPr>
            <a:lvl9pPr>
              <a:buNone/>
              <a:defRPr sz="2325" b="1">
                <a:solidFill>
                  <a:srgbClr val="253C4D"/>
                </a:solidFill>
                <a:latin typeface="Yu Gothic"/>
                <a:ea typeface="Yu Gothic"/>
                <a:cs typeface="Yu Gothic"/>
              </a:defRPr>
            </a:lvl9pPr>
          </a:lstStyle>
          <a:p>
            <a:pPr>
              <a:buNone/>
              <a:defRPr sz="2325" b="1">
                <a:solidFill>
                  <a:srgbClr val="253C4D"/>
                </a:solidFill>
                <a:latin typeface="Yu Gothic"/>
                <a:ea typeface="Yu Gothic"/>
                <a:cs typeface="Yu Gothic"/>
              </a:defRPr>
            </a:pPr>
            <a:r>
              <a:rPr sz="2325" b="1">
                <a:solidFill>
                  <a:srgbClr val="253C4D"/>
                </a:solidFill>
                <a:latin typeface="Yu Gothic"/>
                <a:ea typeface="Yu Gothic"/>
                <a:cs typeface="Yu Gothic"/>
              </a:rPr>
              <a:t>スウェーデン／2021年完成</a:t>
            </a:r>
          </a:p>
        </p:txBody>
      </p:sp>
      <p:sp>
        <p:nvSpPr>
          <p:cNvPr id="7" name="正方形/長方形 6">
            <a:extLst>
              <a:ext uri="{FF2B5EF4-FFF2-40B4-BE49-F238E27FC236}">
                <a16:creationId xmlns:a16="http://schemas.microsoft.com/office/drawing/2014/main" id="{96739DA2-1FFE-4900-B05B-6EAF3ACAD9C5}"/>
              </a:ext>
            </a:extLst>
          </p:cNvPr>
          <p:cNvSpPr>
            <a:spLocks noGrp="1"/>
          </p:cNvSpPr>
          <p:nvPr/>
        </p:nvSpPr>
        <p:spPr>
          <a:xfrm>
            <a:off x="4619625" y="2400300"/>
            <a:ext cx="6762750" cy="609600"/>
          </a:xfrm>
          <a:prstGeom prst="rect">
            <a:avLst/>
          </a:prstGeom>
          <a:noFill/>
          <a:ln w="0">
            <a:noFill/>
          </a:ln>
        </p:spPr>
        <p:txBody>
          <a:bodyPr lIns="0" tIns="0" rIns="0" bIns="0" anchor="ctr">
            <a:noAutofit/>
          </a:bodyPr>
          <a:lstStyle>
            <a:defPPr>
              <a:defRPr sz="2475" b="1">
                <a:solidFill>
                  <a:srgbClr val="087E8B"/>
                </a:solidFill>
                <a:latin typeface="Yu Gothic"/>
                <a:ea typeface="Yu Gothic"/>
                <a:cs typeface="Yu Gothic"/>
              </a:defRPr>
            </a:defPPr>
            <a:lvl1pPr>
              <a:buNone/>
              <a:defRPr sz="2475" b="1">
                <a:solidFill>
                  <a:srgbClr val="087E8B"/>
                </a:solidFill>
                <a:latin typeface="Yu Gothic"/>
                <a:ea typeface="Yu Gothic"/>
                <a:cs typeface="Yu Gothic"/>
              </a:defRPr>
            </a:lvl1pPr>
            <a:lvl2pPr>
              <a:buNone/>
              <a:defRPr sz="2475" b="1">
                <a:solidFill>
                  <a:srgbClr val="087E8B"/>
                </a:solidFill>
                <a:latin typeface="Yu Gothic"/>
                <a:ea typeface="Yu Gothic"/>
                <a:cs typeface="Yu Gothic"/>
              </a:defRPr>
            </a:lvl2pPr>
            <a:lvl3pPr>
              <a:buNone/>
              <a:defRPr sz="2475" b="1">
                <a:solidFill>
                  <a:srgbClr val="087E8B"/>
                </a:solidFill>
                <a:latin typeface="Yu Gothic"/>
                <a:ea typeface="Yu Gothic"/>
                <a:cs typeface="Yu Gothic"/>
              </a:defRPr>
            </a:lvl3pPr>
            <a:lvl4pPr>
              <a:buNone/>
              <a:defRPr sz="2475" b="1">
                <a:solidFill>
                  <a:srgbClr val="087E8B"/>
                </a:solidFill>
                <a:latin typeface="Yu Gothic"/>
                <a:ea typeface="Yu Gothic"/>
                <a:cs typeface="Yu Gothic"/>
              </a:defRPr>
            </a:lvl4pPr>
            <a:lvl5pPr>
              <a:buNone/>
              <a:defRPr sz="2475" b="1">
                <a:solidFill>
                  <a:srgbClr val="087E8B"/>
                </a:solidFill>
                <a:latin typeface="Yu Gothic"/>
                <a:ea typeface="Yu Gothic"/>
                <a:cs typeface="Yu Gothic"/>
              </a:defRPr>
            </a:lvl5pPr>
            <a:lvl6pPr>
              <a:buNone/>
              <a:defRPr sz="2475" b="1">
                <a:solidFill>
                  <a:srgbClr val="087E8B"/>
                </a:solidFill>
                <a:latin typeface="Yu Gothic"/>
                <a:ea typeface="Yu Gothic"/>
                <a:cs typeface="Yu Gothic"/>
              </a:defRPr>
            </a:lvl6pPr>
            <a:lvl7pPr>
              <a:buNone/>
              <a:defRPr sz="2475" b="1">
                <a:solidFill>
                  <a:srgbClr val="087E8B"/>
                </a:solidFill>
                <a:latin typeface="Yu Gothic"/>
                <a:ea typeface="Yu Gothic"/>
                <a:cs typeface="Yu Gothic"/>
              </a:defRPr>
            </a:lvl7pPr>
            <a:lvl8pPr>
              <a:buNone/>
              <a:defRPr sz="2475" b="1">
                <a:solidFill>
                  <a:srgbClr val="087E8B"/>
                </a:solidFill>
                <a:latin typeface="Yu Gothic"/>
                <a:ea typeface="Yu Gothic"/>
                <a:cs typeface="Yu Gothic"/>
              </a:defRPr>
            </a:lvl8pPr>
            <a:lvl9pPr>
              <a:buNone/>
              <a:defRPr sz="2475" b="1">
                <a:solidFill>
                  <a:srgbClr val="087E8B"/>
                </a:solidFill>
                <a:latin typeface="Yu Gothic"/>
                <a:ea typeface="Yu Gothic"/>
                <a:cs typeface="Yu Gothic"/>
              </a:defRPr>
            </a:lvl9pPr>
          </a:lstStyle>
          <a:p>
            <a:pPr>
              <a:buNone/>
              <a:defRPr sz="2475" b="1">
                <a:solidFill>
                  <a:srgbClr val="087E8B"/>
                </a:solidFill>
                <a:latin typeface="Yu Gothic"/>
                <a:ea typeface="Yu Gothic"/>
                <a:cs typeface="Yu Gothic"/>
              </a:defRPr>
            </a:pPr>
            <a:r>
              <a:rPr sz="2475" b="1">
                <a:solidFill>
                  <a:srgbClr val="087E8B"/>
                </a:solidFill>
                <a:latin typeface="Yu Gothic"/>
                <a:ea typeface="Yu Gothic"/>
                <a:cs typeface="Yu Gothic"/>
              </a:rPr>
              <a:t>ホテル塔：20階・高さ75 m</a:t>
            </a:r>
          </a:p>
        </p:txBody>
      </p:sp>
      <p:sp>
        <p:nvSpPr>
          <p:cNvPr id="8" name="正方形/長方形 7">
            <a:extLst>
              <a:ext uri="{FF2B5EF4-FFF2-40B4-BE49-F238E27FC236}">
                <a16:creationId xmlns:a16="http://schemas.microsoft.com/office/drawing/2014/main" id="{799892CC-0046-475F-9D57-8780460CCB36}"/>
              </a:ext>
            </a:extLst>
          </p:cNvPr>
          <p:cNvSpPr>
            <a:spLocks noGrp="1"/>
          </p:cNvSpPr>
          <p:nvPr/>
        </p:nvSpPr>
        <p:spPr>
          <a:xfrm>
            <a:off x="4619625" y="3343275"/>
            <a:ext cx="6762750" cy="1647825"/>
          </a:xfrm>
          <a:prstGeom prst="rect">
            <a:avLst/>
          </a:prstGeom>
          <a:noFill/>
          <a:ln w="0">
            <a:noFill/>
          </a:ln>
        </p:spPr>
        <p:txBody>
          <a:bodyPr lIns="0" tIns="0" rIns="0" bIns="0" anchor="ctr">
            <a:noAutofit/>
          </a:bodyPr>
          <a:lstStyle>
            <a:defPPr>
              <a:defRPr sz="2175" b="0">
                <a:solidFill>
                  <a:srgbClr val="253C4D"/>
                </a:solidFill>
                <a:latin typeface="Yu Gothic"/>
                <a:ea typeface="Yu Gothic"/>
                <a:cs typeface="Yu Gothic"/>
              </a:defRPr>
            </a:defPPr>
            <a:lvl1pPr>
              <a:buNone/>
              <a:defRPr sz="2175" b="0">
                <a:solidFill>
                  <a:srgbClr val="253C4D"/>
                </a:solidFill>
                <a:latin typeface="Yu Gothic"/>
                <a:ea typeface="Yu Gothic"/>
                <a:cs typeface="Yu Gothic"/>
              </a:defRPr>
            </a:lvl1pPr>
            <a:lvl2pPr>
              <a:buNone/>
              <a:defRPr sz="2175" b="0">
                <a:solidFill>
                  <a:srgbClr val="253C4D"/>
                </a:solidFill>
                <a:latin typeface="Yu Gothic"/>
                <a:ea typeface="Yu Gothic"/>
                <a:cs typeface="Yu Gothic"/>
              </a:defRPr>
            </a:lvl2pPr>
            <a:lvl3pPr>
              <a:buNone/>
              <a:defRPr sz="2175" b="0">
                <a:solidFill>
                  <a:srgbClr val="253C4D"/>
                </a:solidFill>
                <a:latin typeface="Yu Gothic"/>
                <a:ea typeface="Yu Gothic"/>
                <a:cs typeface="Yu Gothic"/>
              </a:defRPr>
            </a:lvl3pPr>
            <a:lvl4pPr>
              <a:buNone/>
              <a:defRPr sz="2175" b="0">
                <a:solidFill>
                  <a:srgbClr val="253C4D"/>
                </a:solidFill>
                <a:latin typeface="Yu Gothic"/>
                <a:ea typeface="Yu Gothic"/>
                <a:cs typeface="Yu Gothic"/>
              </a:defRPr>
            </a:lvl4pPr>
            <a:lvl5pPr>
              <a:buNone/>
              <a:defRPr sz="2175" b="0">
                <a:solidFill>
                  <a:srgbClr val="253C4D"/>
                </a:solidFill>
                <a:latin typeface="Yu Gothic"/>
                <a:ea typeface="Yu Gothic"/>
                <a:cs typeface="Yu Gothic"/>
              </a:defRPr>
            </a:lvl5pPr>
            <a:lvl6pPr>
              <a:buNone/>
              <a:defRPr sz="2175" b="0">
                <a:solidFill>
                  <a:srgbClr val="253C4D"/>
                </a:solidFill>
                <a:latin typeface="Yu Gothic"/>
                <a:ea typeface="Yu Gothic"/>
                <a:cs typeface="Yu Gothic"/>
              </a:defRPr>
            </a:lvl6pPr>
            <a:lvl7pPr>
              <a:buNone/>
              <a:defRPr sz="2175" b="0">
                <a:solidFill>
                  <a:srgbClr val="253C4D"/>
                </a:solidFill>
                <a:latin typeface="Yu Gothic"/>
                <a:ea typeface="Yu Gothic"/>
                <a:cs typeface="Yu Gothic"/>
              </a:defRPr>
            </a:lvl7pPr>
            <a:lvl8pPr>
              <a:buNone/>
              <a:defRPr sz="2175" b="0">
                <a:solidFill>
                  <a:srgbClr val="253C4D"/>
                </a:solidFill>
                <a:latin typeface="Yu Gothic"/>
                <a:ea typeface="Yu Gothic"/>
                <a:cs typeface="Yu Gothic"/>
              </a:defRPr>
            </a:lvl8pPr>
            <a:lvl9pPr>
              <a:buNone/>
              <a:defRPr sz="2175" b="0">
                <a:solidFill>
                  <a:srgbClr val="253C4D"/>
                </a:solidFill>
                <a:latin typeface="Yu Gothic"/>
                <a:ea typeface="Yu Gothic"/>
                <a:cs typeface="Yu Gothic"/>
              </a:defRPr>
            </a:lvl9pPr>
          </a:lstStyle>
          <a:p>
            <a:pPr>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CLTの立体モジュールを積層</a:t>
            </a:r>
          </a:p>
          <a:p>
            <a:pPr>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二つのCLTコアと組み合わせる</a:t>
            </a:r>
          </a:p>
          <a:p>
            <a:pPr>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低層部では集成材の柱・梁も使用</a:t>
            </a:r>
          </a:p>
        </p:txBody>
      </p:sp>
      <p:sp>
        <p:nvSpPr>
          <p:cNvPr id="9" name="正方形/長方形 8">
            <a:extLst>
              <a:ext uri="{FF2B5EF4-FFF2-40B4-BE49-F238E27FC236}">
                <a16:creationId xmlns:a16="http://schemas.microsoft.com/office/drawing/2014/main" id="{A2BBF812-134D-48FA-8E63-9AAE3B796F3C}"/>
              </a:ext>
            </a:extLst>
          </p:cNvPr>
          <p:cNvSpPr>
            <a:spLocks noGrp="1"/>
          </p:cNvSpPr>
          <p:nvPr/>
        </p:nvSpPr>
        <p:spPr>
          <a:xfrm>
            <a:off x="4619625" y="5219700"/>
            <a:ext cx="6762750" cy="333375"/>
          </a:xfrm>
          <a:prstGeom prst="rect">
            <a:avLst/>
          </a:prstGeom>
          <a:noFill/>
          <a:ln w="0">
            <a:noFill/>
          </a:ln>
        </p:spPr>
        <p:txBody>
          <a:bodyPr lIns="0" tIns="0" rIns="0" bIns="0" anchor="ctr">
            <a:noAutofit/>
          </a:bodyPr>
          <a:lstStyle>
            <a:defPPr>
              <a:defRPr sz="1725" b="0">
                <a:solidFill>
                  <a:srgbClr val="2876A8"/>
                </a:solidFill>
                <a:latin typeface="Yu Gothic"/>
                <a:ea typeface="Yu Gothic"/>
                <a:cs typeface="Yu Gothic"/>
              </a:defRPr>
            </a:defPPr>
            <a:lvl1pPr>
              <a:buNone/>
              <a:defRPr sz="1725" b="0">
                <a:solidFill>
                  <a:srgbClr val="2876A8"/>
                </a:solidFill>
                <a:latin typeface="Yu Gothic"/>
                <a:ea typeface="Yu Gothic"/>
                <a:cs typeface="Yu Gothic"/>
              </a:defRPr>
            </a:lvl1pPr>
            <a:lvl2pPr>
              <a:buNone/>
              <a:defRPr sz="1725" b="0">
                <a:solidFill>
                  <a:srgbClr val="2876A8"/>
                </a:solidFill>
                <a:latin typeface="Yu Gothic"/>
                <a:ea typeface="Yu Gothic"/>
                <a:cs typeface="Yu Gothic"/>
              </a:defRPr>
            </a:lvl2pPr>
            <a:lvl3pPr>
              <a:buNone/>
              <a:defRPr sz="1725" b="0">
                <a:solidFill>
                  <a:srgbClr val="2876A8"/>
                </a:solidFill>
                <a:latin typeface="Yu Gothic"/>
                <a:ea typeface="Yu Gothic"/>
                <a:cs typeface="Yu Gothic"/>
              </a:defRPr>
            </a:lvl3pPr>
            <a:lvl4pPr>
              <a:buNone/>
              <a:defRPr sz="1725" b="0">
                <a:solidFill>
                  <a:srgbClr val="2876A8"/>
                </a:solidFill>
                <a:latin typeface="Yu Gothic"/>
                <a:ea typeface="Yu Gothic"/>
                <a:cs typeface="Yu Gothic"/>
              </a:defRPr>
            </a:lvl4pPr>
            <a:lvl5pPr>
              <a:buNone/>
              <a:defRPr sz="1725" b="0">
                <a:solidFill>
                  <a:srgbClr val="2876A8"/>
                </a:solidFill>
                <a:latin typeface="Yu Gothic"/>
                <a:ea typeface="Yu Gothic"/>
                <a:cs typeface="Yu Gothic"/>
              </a:defRPr>
            </a:lvl5pPr>
            <a:lvl6pPr>
              <a:buNone/>
              <a:defRPr sz="1725" b="0">
                <a:solidFill>
                  <a:srgbClr val="2876A8"/>
                </a:solidFill>
                <a:latin typeface="Yu Gothic"/>
                <a:ea typeface="Yu Gothic"/>
                <a:cs typeface="Yu Gothic"/>
              </a:defRPr>
            </a:lvl6pPr>
            <a:lvl7pPr>
              <a:buNone/>
              <a:defRPr sz="1725" b="0">
                <a:solidFill>
                  <a:srgbClr val="2876A8"/>
                </a:solidFill>
                <a:latin typeface="Yu Gothic"/>
                <a:ea typeface="Yu Gothic"/>
                <a:cs typeface="Yu Gothic"/>
              </a:defRPr>
            </a:lvl7pPr>
            <a:lvl8pPr>
              <a:buNone/>
              <a:defRPr sz="1725" b="0">
                <a:solidFill>
                  <a:srgbClr val="2876A8"/>
                </a:solidFill>
                <a:latin typeface="Yu Gothic"/>
                <a:ea typeface="Yu Gothic"/>
                <a:cs typeface="Yu Gothic"/>
              </a:defRPr>
            </a:lvl8pPr>
            <a:lvl9pPr>
              <a:buNone/>
              <a:defRPr sz="1725" b="0">
                <a:solidFill>
                  <a:srgbClr val="2876A8"/>
                </a:solidFill>
                <a:latin typeface="Yu Gothic"/>
                <a:ea typeface="Yu Gothic"/>
                <a:cs typeface="Yu Gothic"/>
              </a:defRPr>
            </a:lvl9pPr>
          </a:lstStyle>
          <a:p>
            <a:pPr>
              <a:buNone/>
              <a:defRPr sz="1725" b="0">
                <a:solidFill>
                  <a:srgbClr val="2876A8"/>
                </a:solidFill>
                <a:latin typeface="Yu Gothic"/>
                <a:ea typeface="Yu Gothic"/>
                <a:cs typeface="Yu Gothic"/>
              </a:defRPr>
            </a:pPr>
            <a:r>
              <a:rPr sz="1725" b="0">
                <a:solidFill>
                  <a:srgbClr val="2876A8"/>
                </a:solidFill>
                <a:latin typeface="Yu Gothic"/>
                <a:ea typeface="Yu Gothic"/>
                <a:cs typeface="Yu Gothic"/>
                <a:hlinkClick r:id="rId4"/>
              </a:rPr>
              <a:t>構法の出典：White Arkitekter</a:t>
            </a:r>
          </a:p>
        </p:txBody>
      </p:sp>
      <p:sp>
        <p:nvSpPr>
          <p:cNvPr id="10" name="正方形/長方形 9">
            <a:extLst>
              <a:ext uri="{FF2B5EF4-FFF2-40B4-BE49-F238E27FC236}">
                <a16:creationId xmlns:a16="http://schemas.microsoft.com/office/drawing/2014/main" id="{48247649-F299-490B-AB4A-E20C0610AE55}"/>
              </a:ext>
            </a:extLst>
          </p:cNvPr>
          <p:cNvSpPr>
            <a:spLocks noGrp="1"/>
          </p:cNvSpPr>
          <p:nvPr/>
        </p:nvSpPr>
        <p:spPr>
          <a:xfrm>
            <a:off x="4619625" y="5619750"/>
            <a:ext cx="6762750" cy="333375"/>
          </a:xfrm>
          <a:prstGeom prst="rect">
            <a:avLst/>
          </a:prstGeom>
          <a:noFill/>
          <a:ln w="0">
            <a:noFill/>
          </a:ln>
        </p:spPr>
        <p:txBody>
          <a:bodyPr lIns="0" tIns="0" rIns="0" bIns="0" anchor="ctr">
            <a:noAutofit/>
          </a:bodyPr>
          <a:lstStyle>
            <a:defPPr>
              <a:defRPr sz="1275" b="0">
                <a:solidFill>
                  <a:srgbClr val="2876A8"/>
                </a:solidFill>
                <a:latin typeface="Yu Gothic"/>
                <a:ea typeface="Yu Gothic"/>
                <a:cs typeface="Yu Gothic"/>
              </a:defRPr>
            </a:defPPr>
            <a:lvl1pPr>
              <a:buNone/>
              <a:defRPr sz="1275" b="0">
                <a:solidFill>
                  <a:srgbClr val="2876A8"/>
                </a:solidFill>
                <a:latin typeface="Yu Gothic"/>
                <a:ea typeface="Yu Gothic"/>
                <a:cs typeface="Yu Gothic"/>
              </a:defRPr>
            </a:lvl1pPr>
            <a:lvl2pPr>
              <a:buNone/>
              <a:defRPr sz="1275" b="0">
                <a:solidFill>
                  <a:srgbClr val="2876A8"/>
                </a:solidFill>
                <a:latin typeface="Yu Gothic"/>
                <a:ea typeface="Yu Gothic"/>
                <a:cs typeface="Yu Gothic"/>
              </a:defRPr>
            </a:lvl2pPr>
            <a:lvl3pPr>
              <a:buNone/>
              <a:defRPr sz="1275" b="0">
                <a:solidFill>
                  <a:srgbClr val="2876A8"/>
                </a:solidFill>
                <a:latin typeface="Yu Gothic"/>
                <a:ea typeface="Yu Gothic"/>
                <a:cs typeface="Yu Gothic"/>
              </a:defRPr>
            </a:lvl3pPr>
            <a:lvl4pPr>
              <a:buNone/>
              <a:defRPr sz="1275" b="0">
                <a:solidFill>
                  <a:srgbClr val="2876A8"/>
                </a:solidFill>
                <a:latin typeface="Yu Gothic"/>
                <a:ea typeface="Yu Gothic"/>
                <a:cs typeface="Yu Gothic"/>
              </a:defRPr>
            </a:lvl4pPr>
            <a:lvl5pPr>
              <a:buNone/>
              <a:defRPr sz="1275" b="0">
                <a:solidFill>
                  <a:srgbClr val="2876A8"/>
                </a:solidFill>
                <a:latin typeface="Yu Gothic"/>
                <a:ea typeface="Yu Gothic"/>
                <a:cs typeface="Yu Gothic"/>
              </a:defRPr>
            </a:lvl5pPr>
            <a:lvl6pPr>
              <a:buNone/>
              <a:defRPr sz="1275" b="0">
                <a:solidFill>
                  <a:srgbClr val="2876A8"/>
                </a:solidFill>
                <a:latin typeface="Yu Gothic"/>
                <a:ea typeface="Yu Gothic"/>
                <a:cs typeface="Yu Gothic"/>
              </a:defRPr>
            </a:lvl6pPr>
            <a:lvl7pPr>
              <a:buNone/>
              <a:defRPr sz="1275" b="0">
                <a:solidFill>
                  <a:srgbClr val="2876A8"/>
                </a:solidFill>
                <a:latin typeface="Yu Gothic"/>
                <a:ea typeface="Yu Gothic"/>
                <a:cs typeface="Yu Gothic"/>
              </a:defRPr>
            </a:lvl7pPr>
            <a:lvl8pPr>
              <a:buNone/>
              <a:defRPr sz="1275" b="0">
                <a:solidFill>
                  <a:srgbClr val="2876A8"/>
                </a:solidFill>
                <a:latin typeface="Yu Gothic"/>
                <a:ea typeface="Yu Gothic"/>
                <a:cs typeface="Yu Gothic"/>
              </a:defRPr>
            </a:lvl8pPr>
            <a:lvl9pPr>
              <a:buNone/>
              <a:defRPr sz="1275" b="0">
                <a:solidFill>
                  <a:srgbClr val="2876A8"/>
                </a:solidFill>
                <a:latin typeface="Yu Gothic"/>
                <a:ea typeface="Yu Gothic"/>
                <a:cs typeface="Yu Gothic"/>
              </a:defRPr>
            </a:lvl9pPr>
          </a:lstStyle>
          <a:p>
            <a:pPr>
              <a:buNone/>
              <a:defRPr sz="1275" b="0">
                <a:solidFill>
                  <a:srgbClr val="2876A8"/>
                </a:solidFill>
                <a:latin typeface="Yu Gothic"/>
                <a:ea typeface="Yu Gothic"/>
                <a:cs typeface="Yu Gothic"/>
              </a:defRPr>
            </a:pPr>
            <a:r>
              <a:rPr sz="1275" b="0">
                <a:solidFill>
                  <a:srgbClr val="2876A8"/>
                </a:solidFill>
                <a:latin typeface="Yu Gothic"/>
                <a:ea typeface="Yu Gothic"/>
                <a:cs typeface="Yu Gothic"/>
                <a:hlinkClick r:id="rId5"/>
              </a:rPr>
              <a:t>写真：Spisen／2021-07-22／CC BY-SA 4.0</a:t>
            </a:r>
          </a:p>
        </p:txBody>
      </p:sp>
      <p:sp>
        <p:nvSpPr>
          <p:cNvPr id="11" name="正方形/長方形 10">
            <a:extLst>
              <a:ext uri="{FF2B5EF4-FFF2-40B4-BE49-F238E27FC236}">
                <a16:creationId xmlns:a16="http://schemas.microsoft.com/office/drawing/2014/main" id="{826E3C32-B770-47B0-B8F3-CB4DDDD1C43C}"/>
              </a:ext>
            </a:extLst>
          </p:cNvPr>
          <p:cNvSpPr>
            <a:spLocks noGrp="1"/>
          </p:cNvSpPr>
          <p:nvPr/>
        </p:nvSpPr>
        <p:spPr>
          <a:xfrm>
            <a:off x="4619625" y="5905500"/>
            <a:ext cx="6762750" cy="333375"/>
          </a:xfrm>
          <a:prstGeom prst="rect">
            <a:avLst/>
          </a:prstGeom>
          <a:noFill/>
          <a:ln w="0">
            <a:noFill/>
          </a:ln>
        </p:spPr>
        <p:txBody>
          <a:bodyPr lIns="0" tIns="0" rIns="0" bIns="0" anchor="ctr">
            <a:noAutofit/>
          </a:bodyPr>
          <a:lstStyle>
            <a:defPPr>
              <a:defRPr sz="1275" b="0">
                <a:solidFill>
                  <a:srgbClr val="2876A8"/>
                </a:solidFill>
                <a:latin typeface="Yu Gothic"/>
                <a:ea typeface="Yu Gothic"/>
                <a:cs typeface="Yu Gothic"/>
              </a:defRPr>
            </a:defPPr>
            <a:lvl1pPr>
              <a:buNone/>
              <a:defRPr sz="1275" b="0">
                <a:solidFill>
                  <a:srgbClr val="2876A8"/>
                </a:solidFill>
                <a:latin typeface="Yu Gothic"/>
                <a:ea typeface="Yu Gothic"/>
                <a:cs typeface="Yu Gothic"/>
              </a:defRPr>
            </a:lvl1pPr>
            <a:lvl2pPr>
              <a:buNone/>
              <a:defRPr sz="1275" b="0">
                <a:solidFill>
                  <a:srgbClr val="2876A8"/>
                </a:solidFill>
                <a:latin typeface="Yu Gothic"/>
                <a:ea typeface="Yu Gothic"/>
                <a:cs typeface="Yu Gothic"/>
              </a:defRPr>
            </a:lvl2pPr>
            <a:lvl3pPr>
              <a:buNone/>
              <a:defRPr sz="1275" b="0">
                <a:solidFill>
                  <a:srgbClr val="2876A8"/>
                </a:solidFill>
                <a:latin typeface="Yu Gothic"/>
                <a:ea typeface="Yu Gothic"/>
                <a:cs typeface="Yu Gothic"/>
              </a:defRPr>
            </a:lvl3pPr>
            <a:lvl4pPr>
              <a:buNone/>
              <a:defRPr sz="1275" b="0">
                <a:solidFill>
                  <a:srgbClr val="2876A8"/>
                </a:solidFill>
                <a:latin typeface="Yu Gothic"/>
                <a:ea typeface="Yu Gothic"/>
                <a:cs typeface="Yu Gothic"/>
              </a:defRPr>
            </a:lvl4pPr>
            <a:lvl5pPr>
              <a:buNone/>
              <a:defRPr sz="1275" b="0">
                <a:solidFill>
                  <a:srgbClr val="2876A8"/>
                </a:solidFill>
                <a:latin typeface="Yu Gothic"/>
                <a:ea typeface="Yu Gothic"/>
                <a:cs typeface="Yu Gothic"/>
              </a:defRPr>
            </a:lvl5pPr>
            <a:lvl6pPr>
              <a:buNone/>
              <a:defRPr sz="1275" b="0">
                <a:solidFill>
                  <a:srgbClr val="2876A8"/>
                </a:solidFill>
                <a:latin typeface="Yu Gothic"/>
                <a:ea typeface="Yu Gothic"/>
                <a:cs typeface="Yu Gothic"/>
              </a:defRPr>
            </a:lvl6pPr>
            <a:lvl7pPr>
              <a:buNone/>
              <a:defRPr sz="1275" b="0">
                <a:solidFill>
                  <a:srgbClr val="2876A8"/>
                </a:solidFill>
                <a:latin typeface="Yu Gothic"/>
                <a:ea typeface="Yu Gothic"/>
                <a:cs typeface="Yu Gothic"/>
              </a:defRPr>
            </a:lvl7pPr>
            <a:lvl8pPr>
              <a:buNone/>
              <a:defRPr sz="1275" b="0">
                <a:solidFill>
                  <a:srgbClr val="2876A8"/>
                </a:solidFill>
                <a:latin typeface="Yu Gothic"/>
                <a:ea typeface="Yu Gothic"/>
                <a:cs typeface="Yu Gothic"/>
              </a:defRPr>
            </a:lvl8pPr>
            <a:lvl9pPr>
              <a:buNone/>
              <a:defRPr sz="1275" b="0">
                <a:solidFill>
                  <a:srgbClr val="2876A8"/>
                </a:solidFill>
                <a:latin typeface="Yu Gothic"/>
                <a:ea typeface="Yu Gothic"/>
                <a:cs typeface="Yu Gothic"/>
              </a:defRPr>
            </a:lvl9pPr>
          </a:lstStyle>
          <a:p>
            <a:pPr>
              <a:buNone/>
              <a:defRPr sz="1275" b="0">
                <a:solidFill>
                  <a:srgbClr val="2876A8"/>
                </a:solidFill>
                <a:latin typeface="Yu Gothic"/>
                <a:ea typeface="Yu Gothic"/>
                <a:cs typeface="Yu Gothic"/>
              </a:defRPr>
            </a:pPr>
            <a:r>
              <a:rPr sz="1275" b="0">
                <a:solidFill>
                  <a:srgbClr val="2876A8"/>
                </a:solidFill>
                <a:latin typeface="Yu Gothic"/>
                <a:ea typeface="Yu Gothic"/>
                <a:cs typeface="Yu Gothic"/>
                <a:hlinkClick r:id="rId6"/>
              </a:rPr>
              <a:t>写真は改変なし・縮小表示／ライセンス</a:t>
            </a:r>
          </a:p>
        </p:txBody>
      </p:sp>
    </p:spTree>
    <p:extLst>
      <p:ext uri="{BB962C8B-B14F-4D97-AF65-F5344CB8AC3E}">
        <p14:creationId xmlns:p14="http://schemas.microsoft.com/office/powerpoint/2010/main" val="284661216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 name="正方形/長方形 44">
            <a:extLst>
              <a:ext uri="{FF2B5EF4-FFF2-40B4-BE49-F238E27FC236}">
                <a16:creationId xmlns:a16="http://schemas.microsoft.com/office/drawing/2014/main" id="{2AC212B7-113E-49B9-8926-B607F4825E04}"/>
              </a:ext>
            </a:extLst>
          </p:cNvPr>
          <p:cNvSpPr>
            <a:spLocks noGrp="1"/>
          </p:cNvSpPr>
          <p:nvPr/>
        </p:nvSpPr>
        <p:spPr>
          <a:xfrm>
            <a:off x="685800" y="342900"/>
            <a:ext cx="10820400" cy="666750"/>
          </a:xfrm>
          <a:prstGeom prst="rect">
            <a:avLst/>
          </a:prstGeom>
          <a:noFill/>
          <a:ln w="0">
            <a:noFill/>
          </a:ln>
        </p:spPr>
        <p:txBody>
          <a:bodyPr lIns="0" tIns="0" rIns="0" bIns="0" anchor="ctr">
            <a:noAutofit/>
          </a:bodyPr>
          <a:lstStyle>
            <a:defPPr>
              <a:defRPr sz="3000" b="1">
                <a:solidFill>
                  <a:srgbClr val="18364F"/>
                </a:solidFill>
                <a:latin typeface="Yu Gothic"/>
                <a:ea typeface="Yu Gothic"/>
                <a:cs typeface="Yu Gothic"/>
              </a:defRPr>
            </a:defPPr>
            <a:lvl1pPr>
              <a:buNone/>
              <a:defRPr sz="3000" b="1">
                <a:solidFill>
                  <a:srgbClr val="18364F"/>
                </a:solidFill>
                <a:latin typeface="Yu Gothic"/>
                <a:ea typeface="Yu Gothic"/>
                <a:cs typeface="Yu Gothic"/>
              </a:defRPr>
            </a:lvl1pPr>
            <a:lvl2pPr>
              <a:buNone/>
              <a:defRPr sz="3000" b="1">
                <a:solidFill>
                  <a:srgbClr val="18364F"/>
                </a:solidFill>
                <a:latin typeface="Yu Gothic"/>
                <a:ea typeface="Yu Gothic"/>
                <a:cs typeface="Yu Gothic"/>
              </a:defRPr>
            </a:lvl2pPr>
            <a:lvl3pPr>
              <a:buNone/>
              <a:defRPr sz="3000" b="1">
                <a:solidFill>
                  <a:srgbClr val="18364F"/>
                </a:solidFill>
                <a:latin typeface="Yu Gothic"/>
                <a:ea typeface="Yu Gothic"/>
                <a:cs typeface="Yu Gothic"/>
              </a:defRPr>
            </a:lvl3pPr>
            <a:lvl4pPr>
              <a:buNone/>
              <a:defRPr sz="3000" b="1">
                <a:solidFill>
                  <a:srgbClr val="18364F"/>
                </a:solidFill>
                <a:latin typeface="Yu Gothic"/>
                <a:ea typeface="Yu Gothic"/>
                <a:cs typeface="Yu Gothic"/>
              </a:defRPr>
            </a:lvl4pPr>
            <a:lvl5pPr>
              <a:buNone/>
              <a:defRPr sz="3000" b="1">
                <a:solidFill>
                  <a:srgbClr val="18364F"/>
                </a:solidFill>
                <a:latin typeface="Yu Gothic"/>
                <a:ea typeface="Yu Gothic"/>
                <a:cs typeface="Yu Gothic"/>
              </a:defRPr>
            </a:lvl5pPr>
            <a:lvl6pPr>
              <a:buNone/>
              <a:defRPr sz="3000" b="1">
                <a:solidFill>
                  <a:srgbClr val="18364F"/>
                </a:solidFill>
                <a:latin typeface="Yu Gothic"/>
                <a:ea typeface="Yu Gothic"/>
                <a:cs typeface="Yu Gothic"/>
              </a:defRPr>
            </a:lvl6pPr>
            <a:lvl7pPr>
              <a:buNone/>
              <a:defRPr sz="3000" b="1">
                <a:solidFill>
                  <a:srgbClr val="18364F"/>
                </a:solidFill>
                <a:latin typeface="Yu Gothic"/>
                <a:ea typeface="Yu Gothic"/>
                <a:cs typeface="Yu Gothic"/>
              </a:defRPr>
            </a:lvl7pPr>
            <a:lvl8pPr>
              <a:buNone/>
              <a:defRPr sz="3000" b="1">
                <a:solidFill>
                  <a:srgbClr val="18364F"/>
                </a:solidFill>
                <a:latin typeface="Yu Gothic"/>
                <a:ea typeface="Yu Gothic"/>
                <a:cs typeface="Yu Gothic"/>
              </a:defRPr>
            </a:lvl8pPr>
            <a:lvl9pPr>
              <a:buNone/>
              <a:defRPr sz="3000" b="1">
                <a:solidFill>
                  <a:srgbClr val="18364F"/>
                </a:solidFill>
                <a:latin typeface="Yu Gothic"/>
                <a:ea typeface="Yu Gothic"/>
                <a:cs typeface="Yu Gothic"/>
              </a:defRPr>
            </a:lvl9pPr>
          </a:lstStyle>
          <a:p>
            <a:pPr>
              <a:buNone/>
              <a:defRPr sz="3000" b="1">
                <a:solidFill>
                  <a:srgbClr val="18364F"/>
                </a:solidFill>
                <a:latin typeface="Yu Gothic"/>
                <a:ea typeface="Yu Gothic"/>
                <a:cs typeface="Yu Gothic"/>
              </a:defRPr>
            </a:pPr>
            <a:r>
              <a:rPr sz="3000" b="1">
                <a:solidFill>
                  <a:srgbClr val="18364F"/>
                </a:solidFill>
                <a:latin typeface="Yu Gothic"/>
                <a:ea typeface="Yu Gothic"/>
                <a:cs typeface="Yu Gothic"/>
              </a:rPr>
              <a:t>Sara：CLTの箱とコアを組み合わせる</a:t>
            </a:r>
          </a:p>
        </p:txBody>
      </p:sp>
      <p:sp>
        <p:nvSpPr>
          <p:cNvPr id="2" name="正方形/長方形 1">
            <a:extLst>
              <a:ext uri="{FF2B5EF4-FFF2-40B4-BE49-F238E27FC236}">
                <a16:creationId xmlns:a16="http://schemas.microsoft.com/office/drawing/2014/main" id="{AF7AB044-552C-48E4-B4D5-629BDF9E607E}"/>
              </a:ext>
            </a:extLst>
          </p:cNvPr>
          <p:cNvSpPr>
            <a:spLocks noGrp="1"/>
          </p:cNvSpPr>
          <p:nvPr/>
        </p:nvSpPr>
        <p:spPr>
          <a:xfrm>
            <a:off x="685800" y="1181100"/>
            <a:ext cx="10820400" cy="19050"/>
          </a:xfrm>
          <a:prstGeom prst="rect">
            <a:avLst/>
          </a:prstGeom>
          <a:solidFill>
            <a:srgbClr val="18364F"/>
          </a:solidFill>
          <a:ln w="0">
            <a:noFill/>
          </a:ln>
        </p:spPr>
      </p:sp>
      <p:sp>
        <p:nvSpPr>
          <p:cNvPr id="3" name="正方形/長方形 2">
            <a:extLst>
              <a:ext uri="{FF2B5EF4-FFF2-40B4-BE49-F238E27FC236}">
                <a16:creationId xmlns:a16="http://schemas.microsoft.com/office/drawing/2014/main" id="{4EE8F9BB-C525-441D-A02E-01178B6E18EB}"/>
              </a:ext>
            </a:extLst>
          </p:cNvPr>
          <p:cNvSpPr>
            <a:spLocks noGrp="1"/>
          </p:cNvSpPr>
          <p:nvPr/>
        </p:nvSpPr>
        <p:spPr>
          <a:xfrm>
            <a:off x="685800" y="6419850"/>
            <a:ext cx="9334500" cy="257175"/>
          </a:xfrm>
          <a:prstGeom prst="rect">
            <a:avLst/>
          </a:prstGeom>
          <a:noFill/>
          <a:ln w="0">
            <a:noFill/>
          </a:ln>
        </p:spPr>
        <p:txBody>
          <a:bodyPr lIns="0" tIns="0" rIns="0" bIns="0" anchor="ctr">
            <a:noAutofit/>
          </a:bodyPr>
          <a:lstStyle>
            <a:defPPr>
              <a:defRPr sz="1425" b="0">
                <a:solidFill>
                  <a:srgbClr val="596875"/>
                </a:solidFill>
                <a:latin typeface="Yu Gothic"/>
                <a:ea typeface="Yu Gothic"/>
                <a:cs typeface="Yu Gothic"/>
              </a:defRPr>
            </a:defPPr>
            <a:lvl1pPr>
              <a:buNone/>
              <a:defRPr sz="1425" b="0">
                <a:solidFill>
                  <a:srgbClr val="596875"/>
                </a:solidFill>
                <a:latin typeface="Yu Gothic"/>
                <a:ea typeface="Yu Gothic"/>
                <a:cs typeface="Yu Gothic"/>
              </a:defRPr>
            </a:lvl1pPr>
            <a:lvl2pPr>
              <a:buNone/>
              <a:defRPr sz="1425" b="0">
                <a:solidFill>
                  <a:srgbClr val="596875"/>
                </a:solidFill>
                <a:latin typeface="Yu Gothic"/>
                <a:ea typeface="Yu Gothic"/>
                <a:cs typeface="Yu Gothic"/>
              </a:defRPr>
            </a:lvl2pPr>
            <a:lvl3pPr>
              <a:buNone/>
              <a:defRPr sz="1425" b="0">
                <a:solidFill>
                  <a:srgbClr val="596875"/>
                </a:solidFill>
                <a:latin typeface="Yu Gothic"/>
                <a:ea typeface="Yu Gothic"/>
                <a:cs typeface="Yu Gothic"/>
              </a:defRPr>
            </a:lvl3pPr>
            <a:lvl4pPr>
              <a:buNone/>
              <a:defRPr sz="1425" b="0">
                <a:solidFill>
                  <a:srgbClr val="596875"/>
                </a:solidFill>
                <a:latin typeface="Yu Gothic"/>
                <a:ea typeface="Yu Gothic"/>
                <a:cs typeface="Yu Gothic"/>
              </a:defRPr>
            </a:lvl4pPr>
            <a:lvl5pPr>
              <a:buNone/>
              <a:defRPr sz="1425" b="0">
                <a:solidFill>
                  <a:srgbClr val="596875"/>
                </a:solidFill>
                <a:latin typeface="Yu Gothic"/>
                <a:ea typeface="Yu Gothic"/>
                <a:cs typeface="Yu Gothic"/>
              </a:defRPr>
            </a:lvl5pPr>
            <a:lvl6pPr>
              <a:buNone/>
              <a:defRPr sz="1425" b="0">
                <a:solidFill>
                  <a:srgbClr val="596875"/>
                </a:solidFill>
                <a:latin typeface="Yu Gothic"/>
                <a:ea typeface="Yu Gothic"/>
                <a:cs typeface="Yu Gothic"/>
              </a:defRPr>
            </a:lvl6pPr>
            <a:lvl7pPr>
              <a:buNone/>
              <a:defRPr sz="1425" b="0">
                <a:solidFill>
                  <a:srgbClr val="596875"/>
                </a:solidFill>
                <a:latin typeface="Yu Gothic"/>
                <a:ea typeface="Yu Gothic"/>
                <a:cs typeface="Yu Gothic"/>
              </a:defRPr>
            </a:lvl7pPr>
            <a:lvl8pPr>
              <a:buNone/>
              <a:defRPr sz="1425" b="0">
                <a:solidFill>
                  <a:srgbClr val="596875"/>
                </a:solidFill>
                <a:latin typeface="Yu Gothic"/>
                <a:ea typeface="Yu Gothic"/>
                <a:cs typeface="Yu Gothic"/>
              </a:defRPr>
            </a:lvl8pPr>
            <a:lvl9pPr>
              <a:buNone/>
              <a:defRPr sz="1425" b="0">
                <a:solidFill>
                  <a:srgbClr val="596875"/>
                </a:solidFill>
                <a:latin typeface="Yu Gothic"/>
                <a:ea typeface="Yu Gothic"/>
                <a:cs typeface="Yu Gothic"/>
              </a:defRPr>
            </a:lvl9pPr>
          </a:lstStyle>
          <a:p>
            <a:pPr>
              <a:buNone/>
              <a:defRPr sz="1425" b="0">
                <a:solidFill>
                  <a:srgbClr val="596875"/>
                </a:solidFill>
                <a:latin typeface="Yu Gothic"/>
                <a:ea typeface="Yu Gothic"/>
                <a:cs typeface="Yu Gothic"/>
              </a:defRPr>
            </a:pPr>
            <a:r>
              <a:rPr lang="ja-JP" altLang="en-US" sz="1425" b="0">
                <a:solidFill>
                  <a:srgbClr val="596875"/>
                </a:solidFill>
                <a:latin typeface="Yu Gothic"/>
                <a:ea typeface="Yu Gothic"/>
                <a:cs typeface="Yu Gothic"/>
              </a:rPr>
              <a:t>木材及び木質材料学　新第</a:t>
            </a:r>
            <a:r>
              <a:rPr lang="en-US" altLang="ja-JP" sz="1425" b="0">
                <a:solidFill>
                  <a:srgbClr val="596875"/>
                </a:solidFill>
                <a:latin typeface="Yu Gothic"/>
                <a:ea typeface="Yu Gothic"/>
                <a:cs typeface="Yu Gothic"/>
              </a:rPr>
              <a:t>14</a:t>
            </a:r>
            <a:r>
              <a:rPr lang="ja-JP" altLang="en-US" sz="1425" b="0">
                <a:solidFill>
                  <a:srgbClr val="596875"/>
                </a:solidFill>
                <a:latin typeface="Yu Gothic"/>
                <a:ea typeface="Yu Gothic"/>
                <a:cs typeface="Yu Gothic"/>
              </a:rPr>
              <a:t>回　構造・燃焼</a:t>
            </a:r>
            <a:endParaRPr sz="1425" b="0">
              <a:solidFill>
                <a:srgbClr val="596875"/>
              </a:solidFill>
              <a:latin typeface="Yu Gothic"/>
              <a:ea typeface="Yu Gothic"/>
              <a:cs typeface="Yu Gothic"/>
            </a:endParaRPr>
          </a:p>
        </p:txBody>
      </p:sp>
      <p:sp>
        <p:nvSpPr>
          <p:cNvPr id="4" name="正方形/長方形 3">
            <a:extLst>
              <a:ext uri="{FF2B5EF4-FFF2-40B4-BE49-F238E27FC236}">
                <a16:creationId xmlns:a16="http://schemas.microsoft.com/office/drawing/2014/main" id="{4FF9A135-6E76-487B-90C4-B807EDB14B76}"/>
              </a:ext>
            </a:extLst>
          </p:cNvPr>
          <p:cNvSpPr>
            <a:spLocks noGrp="1"/>
          </p:cNvSpPr>
          <p:nvPr/>
        </p:nvSpPr>
        <p:spPr>
          <a:xfrm>
            <a:off x="10763250" y="6419850"/>
            <a:ext cx="742950" cy="257175"/>
          </a:xfrm>
          <a:prstGeom prst="rect">
            <a:avLst/>
          </a:prstGeom>
          <a:noFill/>
          <a:ln w="0">
            <a:noFill/>
          </a:ln>
        </p:spPr>
        <p:txBody>
          <a:bodyPr lIns="0" tIns="0" rIns="0" bIns="0" anchor="ctr">
            <a:noAutofit/>
          </a:bodyPr>
          <a:lstStyle>
            <a:defPPr>
              <a:defRPr sz="1425" b="0">
                <a:solidFill>
                  <a:srgbClr val="596875"/>
                </a:solidFill>
                <a:latin typeface="Yu Gothic"/>
                <a:ea typeface="Yu Gothic"/>
                <a:cs typeface="Yu Gothic"/>
              </a:defRPr>
            </a:defPPr>
            <a:lvl1pPr>
              <a:buNone/>
              <a:defRPr sz="1425" b="0">
                <a:solidFill>
                  <a:srgbClr val="596875"/>
                </a:solidFill>
                <a:latin typeface="Yu Gothic"/>
                <a:ea typeface="Yu Gothic"/>
                <a:cs typeface="Yu Gothic"/>
              </a:defRPr>
            </a:lvl1pPr>
            <a:lvl2pPr>
              <a:buNone/>
              <a:defRPr sz="1425" b="0">
                <a:solidFill>
                  <a:srgbClr val="596875"/>
                </a:solidFill>
                <a:latin typeface="Yu Gothic"/>
                <a:ea typeface="Yu Gothic"/>
                <a:cs typeface="Yu Gothic"/>
              </a:defRPr>
            </a:lvl2pPr>
            <a:lvl3pPr>
              <a:buNone/>
              <a:defRPr sz="1425" b="0">
                <a:solidFill>
                  <a:srgbClr val="596875"/>
                </a:solidFill>
                <a:latin typeface="Yu Gothic"/>
                <a:ea typeface="Yu Gothic"/>
                <a:cs typeface="Yu Gothic"/>
              </a:defRPr>
            </a:lvl3pPr>
            <a:lvl4pPr>
              <a:buNone/>
              <a:defRPr sz="1425" b="0">
                <a:solidFill>
                  <a:srgbClr val="596875"/>
                </a:solidFill>
                <a:latin typeface="Yu Gothic"/>
                <a:ea typeface="Yu Gothic"/>
                <a:cs typeface="Yu Gothic"/>
              </a:defRPr>
            </a:lvl4pPr>
            <a:lvl5pPr>
              <a:buNone/>
              <a:defRPr sz="1425" b="0">
                <a:solidFill>
                  <a:srgbClr val="596875"/>
                </a:solidFill>
                <a:latin typeface="Yu Gothic"/>
                <a:ea typeface="Yu Gothic"/>
                <a:cs typeface="Yu Gothic"/>
              </a:defRPr>
            </a:lvl5pPr>
            <a:lvl6pPr>
              <a:buNone/>
              <a:defRPr sz="1425" b="0">
                <a:solidFill>
                  <a:srgbClr val="596875"/>
                </a:solidFill>
                <a:latin typeface="Yu Gothic"/>
                <a:ea typeface="Yu Gothic"/>
                <a:cs typeface="Yu Gothic"/>
              </a:defRPr>
            </a:lvl6pPr>
            <a:lvl7pPr>
              <a:buNone/>
              <a:defRPr sz="1425" b="0">
                <a:solidFill>
                  <a:srgbClr val="596875"/>
                </a:solidFill>
                <a:latin typeface="Yu Gothic"/>
                <a:ea typeface="Yu Gothic"/>
                <a:cs typeface="Yu Gothic"/>
              </a:defRPr>
            </a:lvl7pPr>
            <a:lvl8pPr>
              <a:buNone/>
              <a:defRPr sz="1425" b="0">
                <a:solidFill>
                  <a:srgbClr val="596875"/>
                </a:solidFill>
                <a:latin typeface="Yu Gothic"/>
                <a:ea typeface="Yu Gothic"/>
                <a:cs typeface="Yu Gothic"/>
              </a:defRPr>
            </a:lvl8pPr>
            <a:lvl9pPr>
              <a:buNone/>
              <a:defRPr sz="1425" b="0">
                <a:solidFill>
                  <a:srgbClr val="596875"/>
                </a:solidFill>
                <a:latin typeface="Yu Gothic"/>
                <a:ea typeface="Yu Gothic"/>
                <a:cs typeface="Yu Gothic"/>
              </a:defRPr>
            </a:lvl9pPr>
          </a:lstStyle>
          <a:p>
            <a:pPr>
              <a:buNone/>
              <a:defRPr sz="1425" b="0">
                <a:solidFill>
                  <a:srgbClr val="596875"/>
                </a:solidFill>
                <a:latin typeface="Yu Gothic"/>
                <a:ea typeface="Yu Gothic"/>
                <a:cs typeface="Yu Gothic"/>
              </a:defRPr>
            </a:pPr>
            <a:r>
              <a:rPr lang="en-US" altLang="ja-JP" sz="1425" b="0">
                <a:solidFill>
                  <a:srgbClr val="596875"/>
                </a:solidFill>
                <a:latin typeface="Yu Gothic"/>
                <a:ea typeface="Yu Gothic"/>
                <a:cs typeface="Yu Gothic"/>
              </a:rPr>
              <a:t>22</a:t>
            </a:r>
            <a:endParaRPr sz="1425" b="0">
              <a:solidFill>
                <a:srgbClr val="596875"/>
              </a:solidFill>
              <a:latin typeface="Yu Gothic"/>
              <a:ea typeface="Yu Gothic"/>
              <a:cs typeface="Yu Gothic"/>
            </a:endParaRPr>
          </a:p>
        </p:txBody>
      </p:sp>
      <p:sp>
        <p:nvSpPr>
          <p:cNvPr id="5" name="正方形/長方形 4">
            <a:extLst>
              <a:ext uri="{FF2B5EF4-FFF2-40B4-BE49-F238E27FC236}">
                <a16:creationId xmlns:a16="http://schemas.microsoft.com/office/drawing/2014/main" id="{1457562E-9248-4A93-84BD-C01CBAC63317}"/>
              </a:ext>
            </a:extLst>
          </p:cNvPr>
          <p:cNvSpPr>
            <a:spLocks noGrp="1"/>
          </p:cNvSpPr>
          <p:nvPr/>
        </p:nvSpPr>
        <p:spPr>
          <a:xfrm>
            <a:off x="838200" y="1476375"/>
            <a:ext cx="10477500" cy="619125"/>
          </a:xfrm>
          <a:prstGeom prst="rect">
            <a:avLst/>
          </a:prstGeom>
          <a:noFill/>
          <a:ln w="0">
            <a:noFill/>
          </a:ln>
        </p:spPr>
        <p:txBody>
          <a:bodyPr lIns="0" tIns="0" rIns="0" bIns="0" anchor="ctr">
            <a:noAutofit/>
          </a:bodyPr>
          <a:lstStyle>
            <a:defPPr>
              <a:defRPr sz="2175" b="1">
                <a:solidFill>
                  <a:srgbClr val="253C4D"/>
                </a:solidFill>
                <a:latin typeface="Yu Gothic"/>
                <a:ea typeface="Yu Gothic"/>
                <a:cs typeface="Yu Gothic"/>
              </a:defRPr>
            </a:defPPr>
            <a:lvl1pPr>
              <a:buNone/>
              <a:defRPr sz="2175" b="1">
                <a:solidFill>
                  <a:srgbClr val="253C4D"/>
                </a:solidFill>
                <a:latin typeface="Yu Gothic"/>
                <a:ea typeface="Yu Gothic"/>
                <a:cs typeface="Yu Gothic"/>
              </a:defRPr>
            </a:lvl1pPr>
            <a:lvl2pPr>
              <a:buNone/>
              <a:defRPr sz="2175" b="1">
                <a:solidFill>
                  <a:srgbClr val="253C4D"/>
                </a:solidFill>
                <a:latin typeface="Yu Gothic"/>
                <a:ea typeface="Yu Gothic"/>
                <a:cs typeface="Yu Gothic"/>
              </a:defRPr>
            </a:lvl2pPr>
            <a:lvl3pPr>
              <a:buNone/>
              <a:defRPr sz="2175" b="1">
                <a:solidFill>
                  <a:srgbClr val="253C4D"/>
                </a:solidFill>
                <a:latin typeface="Yu Gothic"/>
                <a:ea typeface="Yu Gothic"/>
                <a:cs typeface="Yu Gothic"/>
              </a:defRPr>
            </a:lvl3pPr>
            <a:lvl4pPr>
              <a:buNone/>
              <a:defRPr sz="2175" b="1">
                <a:solidFill>
                  <a:srgbClr val="253C4D"/>
                </a:solidFill>
                <a:latin typeface="Yu Gothic"/>
                <a:ea typeface="Yu Gothic"/>
                <a:cs typeface="Yu Gothic"/>
              </a:defRPr>
            </a:lvl4pPr>
            <a:lvl5pPr>
              <a:buNone/>
              <a:defRPr sz="2175" b="1">
                <a:solidFill>
                  <a:srgbClr val="253C4D"/>
                </a:solidFill>
                <a:latin typeface="Yu Gothic"/>
                <a:ea typeface="Yu Gothic"/>
                <a:cs typeface="Yu Gothic"/>
              </a:defRPr>
            </a:lvl5pPr>
            <a:lvl6pPr>
              <a:buNone/>
              <a:defRPr sz="2175" b="1">
                <a:solidFill>
                  <a:srgbClr val="253C4D"/>
                </a:solidFill>
                <a:latin typeface="Yu Gothic"/>
                <a:ea typeface="Yu Gothic"/>
                <a:cs typeface="Yu Gothic"/>
              </a:defRPr>
            </a:lvl6pPr>
            <a:lvl7pPr>
              <a:buNone/>
              <a:defRPr sz="2175" b="1">
                <a:solidFill>
                  <a:srgbClr val="253C4D"/>
                </a:solidFill>
                <a:latin typeface="Yu Gothic"/>
                <a:ea typeface="Yu Gothic"/>
                <a:cs typeface="Yu Gothic"/>
              </a:defRPr>
            </a:lvl7pPr>
            <a:lvl8pPr>
              <a:buNone/>
              <a:defRPr sz="2175" b="1">
                <a:solidFill>
                  <a:srgbClr val="253C4D"/>
                </a:solidFill>
                <a:latin typeface="Yu Gothic"/>
                <a:ea typeface="Yu Gothic"/>
                <a:cs typeface="Yu Gothic"/>
              </a:defRPr>
            </a:lvl8pPr>
            <a:lvl9pPr>
              <a:buNone/>
              <a:defRPr sz="2175" b="1">
                <a:solidFill>
                  <a:srgbClr val="253C4D"/>
                </a:solidFill>
                <a:latin typeface="Yu Gothic"/>
                <a:ea typeface="Yu Gothic"/>
                <a:cs typeface="Yu Gothic"/>
              </a:defRPr>
            </a:lvl9pPr>
          </a:lstStyle>
          <a:p>
            <a:pPr>
              <a:buNone/>
              <a:defRPr sz="2175" b="1">
                <a:solidFill>
                  <a:srgbClr val="253C4D"/>
                </a:solidFill>
                <a:latin typeface="Yu Gothic"/>
                <a:ea typeface="Yu Gothic"/>
                <a:cs typeface="Yu Gothic"/>
              </a:defRPr>
            </a:pPr>
            <a:r>
              <a:rPr sz="2175" b="1">
                <a:solidFill>
                  <a:srgbClr val="253C4D"/>
                </a:solidFill>
                <a:latin typeface="Yu Gothic"/>
                <a:ea typeface="Yu Gothic"/>
                <a:cs typeface="Yu Gothic"/>
              </a:rPr>
              <a:t>CLTの箱（モジュール）＋ CLTコア ＋ 接合・下部構造</a:t>
            </a:r>
          </a:p>
        </p:txBody>
      </p:sp>
      <p:sp>
        <p:nvSpPr>
          <p:cNvPr id="6" name="正方形/長方形 5">
            <a:extLst>
              <a:ext uri="{FF2B5EF4-FFF2-40B4-BE49-F238E27FC236}">
                <a16:creationId xmlns:a16="http://schemas.microsoft.com/office/drawing/2014/main" id="{2C3D6B50-1F0B-482E-ABF2-5C877ECA1F79}"/>
              </a:ext>
            </a:extLst>
          </p:cNvPr>
          <p:cNvSpPr>
            <a:spLocks noGrp="1"/>
          </p:cNvSpPr>
          <p:nvPr/>
        </p:nvSpPr>
        <p:spPr>
          <a:xfrm>
            <a:off x="1333500" y="2333625"/>
            <a:ext cx="619125" cy="2857500"/>
          </a:xfrm>
          <a:prstGeom prst="rect">
            <a:avLst/>
          </a:prstGeom>
          <a:solidFill>
            <a:srgbClr val="B5D9E1"/>
          </a:solidFill>
          <a:ln w="19050">
            <a:solidFill>
              <a:srgbClr val="18364F"/>
            </a:solidFill>
          </a:ln>
        </p:spPr>
      </p:sp>
      <p:sp>
        <p:nvSpPr>
          <p:cNvPr id="7" name="正方形/長方形 6">
            <a:extLst>
              <a:ext uri="{FF2B5EF4-FFF2-40B4-BE49-F238E27FC236}">
                <a16:creationId xmlns:a16="http://schemas.microsoft.com/office/drawing/2014/main" id="{570A3936-AF5C-4F4F-ADDD-99BCB8A2B4C6}"/>
              </a:ext>
            </a:extLst>
          </p:cNvPr>
          <p:cNvSpPr>
            <a:spLocks noGrp="1"/>
          </p:cNvSpPr>
          <p:nvPr/>
        </p:nvSpPr>
        <p:spPr>
          <a:xfrm>
            <a:off x="5572125" y="2333625"/>
            <a:ext cx="619125" cy="2857500"/>
          </a:xfrm>
          <a:prstGeom prst="rect">
            <a:avLst/>
          </a:prstGeom>
          <a:solidFill>
            <a:srgbClr val="B5D9E1"/>
          </a:solidFill>
          <a:ln w="19050">
            <a:solidFill>
              <a:srgbClr val="18364F"/>
            </a:solidFill>
          </a:ln>
        </p:spPr>
      </p:sp>
      <p:sp>
        <p:nvSpPr>
          <p:cNvPr id="8" name="正方形/長方形 7">
            <a:extLst>
              <a:ext uri="{FF2B5EF4-FFF2-40B4-BE49-F238E27FC236}">
                <a16:creationId xmlns:a16="http://schemas.microsoft.com/office/drawing/2014/main" id="{86A26543-24F4-4382-A144-B6A8CB028852}"/>
              </a:ext>
            </a:extLst>
          </p:cNvPr>
          <p:cNvSpPr>
            <a:spLocks noGrp="1"/>
          </p:cNvSpPr>
          <p:nvPr/>
        </p:nvSpPr>
        <p:spPr>
          <a:xfrm>
            <a:off x="2190750" y="2409825"/>
            <a:ext cx="1343025" cy="552450"/>
          </a:xfrm>
          <a:prstGeom prst="rect">
            <a:avLst/>
          </a:prstGeom>
          <a:solidFill>
            <a:srgbClr val="EBD7B8"/>
          </a:solidFill>
          <a:ln w="19050">
            <a:solidFill>
              <a:srgbClr val="596875"/>
            </a:solidFill>
          </a:ln>
        </p:spPr>
      </p:sp>
      <p:sp>
        <p:nvSpPr>
          <p:cNvPr id="9" name="フリーフォーム: 図形 8">
            <a:extLst>
              <a:ext uri="{FF2B5EF4-FFF2-40B4-BE49-F238E27FC236}">
                <a16:creationId xmlns:a16="http://schemas.microsoft.com/office/drawing/2014/main" id="{F93D8D74-E36B-47B3-943F-51CAF0211F36}"/>
              </a:ext>
            </a:extLst>
          </p:cNvPr>
          <p:cNvSpPr>
            <a:spLocks noGrp="1"/>
          </p:cNvSpPr>
          <p:nvPr/>
        </p:nvSpPr>
        <p:spPr>
          <a:xfrm>
            <a:off x="2190750" y="2295525"/>
            <a:ext cx="142875" cy="114300"/>
          </a:xfrm>
          <a:custGeom>
            <a:avLst/>
            <a:gdLst/>
            <a:ahLst/>
            <a:cxnLst/>
            <a:rect l="0" t="0" r="0" b="0"/>
            <a:pathLst>
              <a:path w="142875" h="114300">
                <a:moveTo>
                  <a:pt x="0" y="114300"/>
                </a:moveTo>
                <a:lnTo>
                  <a:pt x="142875" y="0"/>
                </a:lnTo>
              </a:path>
            </a:pathLst>
          </a:custGeom>
          <a:noFill/>
          <a:ln w="19050">
            <a:solidFill>
              <a:srgbClr val="596875"/>
            </a:solidFill>
          </a:ln>
        </p:spPr>
      </p:sp>
      <p:sp>
        <p:nvSpPr>
          <p:cNvPr id="10" name="フリーフォーム: 図形 9">
            <a:extLst>
              <a:ext uri="{FF2B5EF4-FFF2-40B4-BE49-F238E27FC236}">
                <a16:creationId xmlns:a16="http://schemas.microsoft.com/office/drawing/2014/main" id="{98FC4D96-437C-49C9-83C2-130C8E8F2090}"/>
              </a:ext>
            </a:extLst>
          </p:cNvPr>
          <p:cNvSpPr>
            <a:spLocks noGrp="1"/>
          </p:cNvSpPr>
          <p:nvPr/>
        </p:nvSpPr>
        <p:spPr>
          <a:xfrm>
            <a:off x="2333625" y="2295525"/>
            <a:ext cx="1343025" cy="9525"/>
          </a:xfrm>
          <a:custGeom>
            <a:avLst/>
            <a:gdLst/>
            <a:ahLst/>
            <a:cxnLst/>
            <a:rect l="0" t="0" r="0" b="0"/>
            <a:pathLst>
              <a:path w="1343025" h="9525">
                <a:moveTo>
                  <a:pt x="0" y="0"/>
                </a:moveTo>
                <a:lnTo>
                  <a:pt x="1343025" y="0"/>
                </a:lnTo>
              </a:path>
            </a:pathLst>
          </a:custGeom>
          <a:noFill/>
          <a:ln w="19050">
            <a:solidFill>
              <a:srgbClr val="596875"/>
            </a:solidFill>
          </a:ln>
        </p:spPr>
      </p:sp>
      <p:sp>
        <p:nvSpPr>
          <p:cNvPr id="11" name="フリーフォーム: 図形 10">
            <a:extLst>
              <a:ext uri="{FF2B5EF4-FFF2-40B4-BE49-F238E27FC236}">
                <a16:creationId xmlns:a16="http://schemas.microsoft.com/office/drawing/2014/main" id="{1DB86E9F-7F9F-4974-8F49-9C76690507A4}"/>
              </a:ext>
            </a:extLst>
          </p:cNvPr>
          <p:cNvSpPr>
            <a:spLocks noGrp="1"/>
          </p:cNvSpPr>
          <p:nvPr/>
        </p:nvSpPr>
        <p:spPr>
          <a:xfrm>
            <a:off x="3533775" y="2295525"/>
            <a:ext cx="142875" cy="114300"/>
          </a:xfrm>
          <a:custGeom>
            <a:avLst/>
            <a:gdLst/>
            <a:ahLst/>
            <a:cxnLst/>
            <a:rect l="0" t="0" r="0" b="0"/>
            <a:pathLst>
              <a:path w="142875" h="114300">
                <a:moveTo>
                  <a:pt x="0" y="114300"/>
                </a:moveTo>
                <a:lnTo>
                  <a:pt x="142875" y="0"/>
                </a:lnTo>
              </a:path>
            </a:pathLst>
          </a:custGeom>
          <a:noFill/>
          <a:ln w="19050">
            <a:solidFill>
              <a:srgbClr val="596875"/>
            </a:solidFill>
          </a:ln>
        </p:spPr>
      </p:sp>
      <p:sp>
        <p:nvSpPr>
          <p:cNvPr id="12" name="正方形/長方形 11">
            <a:extLst>
              <a:ext uri="{FF2B5EF4-FFF2-40B4-BE49-F238E27FC236}">
                <a16:creationId xmlns:a16="http://schemas.microsoft.com/office/drawing/2014/main" id="{7F5BCA6A-A3D1-417A-BE5E-A548E00D39C0}"/>
              </a:ext>
            </a:extLst>
          </p:cNvPr>
          <p:cNvSpPr>
            <a:spLocks noGrp="1"/>
          </p:cNvSpPr>
          <p:nvPr/>
        </p:nvSpPr>
        <p:spPr>
          <a:xfrm>
            <a:off x="3686175" y="2409825"/>
            <a:ext cx="1343025" cy="552450"/>
          </a:xfrm>
          <a:prstGeom prst="rect">
            <a:avLst/>
          </a:prstGeom>
          <a:solidFill>
            <a:srgbClr val="EBD7B8"/>
          </a:solidFill>
          <a:ln w="19050">
            <a:solidFill>
              <a:srgbClr val="596875"/>
            </a:solidFill>
          </a:ln>
        </p:spPr>
      </p:sp>
      <p:sp>
        <p:nvSpPr>
          <p:cNvPr id="13" name="フリーフォーム: 図形 12">
            <a:extLst>
              <a:ext uri="{FF2B5EF4-FFF2-40B4-BE49-F238E27FC236}">
                <a16:creationId xmlns:a16="http://schemas.microsoft.com/office/drawing/2014/main" id="{766D128E-A9DE-4D63-8896-BEE12D57CC2F}"/>
              </a:ext>
            </a:extLst>
          </p:cNvPr>
          <p:cNvSpPr>
            <a:spLocks noGrp="1"/>
          </p:cNvSpPr>
          <p:nvPr/>
        </p:nvSpPr>
        <p:spPr>
          <a:xfrm>
            <a:off x="3686175" y="2295525"/>
            <a:ext cx="142875" cy="114300"/>
          </a:xfrm>
          <a:custGeom>
            <a:avLst/>
            <a:gdLst/>
            <a:ahLst/>
            <a:cxnLst/>
            <a:rect l="0" t="0" r="0" b="0"/>
            <a:pathLst>
              <a:path w="142875" h="114300">
                <a:moveTo>
                  <a:pt x="0" y="114300"/>
                </a:moveTo>
                <a:lnTo>
                  <a:pt x="142875" y="0"/>
                </a:lnTo>
              </a:path>
            </a:pathLst>
          </a:custGeom>
          <a:noFill/>
          <a:ln w="19050">
            <a:solidFill>
              <a:srgbClr val="596875"/>
            </a:solidFill>
          </a:ln>
        </p:spPr>
      </p:sp>
      <p:sp>
        <p:nvSpPr>
          <p:cNvPr id="14" name="フリーフォーム: 図形 13">
            <a:extLst>
              <a:ext uri="{FF2B5EF4-FFF2-40B4-BE49-F238E27FC236}">
                <a16:creationId xmlns:a16="http://schemas.microsoft.com/office/drawing/2014/main" id="{D1ADE9C8-F71A-4363-BC47-ED362B1A921A}"/>
              </a:ext>
            </a:extLst>
          </p:cNvPr>
          <p:cNvSpPr>
            <a:spLocks noGrp="1"/>
          </p:cNvSpPr>
          <p:nvPr/>
        </p:nvSpPr>
        <p:spPr>
          <a:xfrm>
            <a:off x="3829050" y="2295525"/>
            <a:ext cx="1343025" cy="9525"/>
          </a:xfrm>
          <a:custGeom>
            <a:avLst/>
            <a:gdLst/>
            <a:ahLst/>
            <a:cxnLst/>
            <a:rect l="0" t="0" r="0" b="0"/>
            <a:pathLst>
              <a:path w="1343025" h="9525">
                <a:moveTo>
                  <a:pt x="0" y="0"/>
                </a:moveTo>
                <a:lnTo>
                  <a:pt x="1343025" y="0"/>
                </a:lnTo>
              </a:path>
            </a:pathLst>
          </a:custGeom>
          <a:noFill/>
          <a:ln w="19050">
            <a:solidFill>
              <a:srgbClr val="596875"/>
            </a:solidFill>
          </a:ln>
        </p:spPr>
      </p:sp>
      <p:sp>
        <p:nvSpPr>
          <p:cNvPr id="15" name="フリーフォーム: 図形 14">
            <a:extLst>
              <a:ext uri="{FF2B5EF4-FFF2-40B4-BE49-F238E27FC236}">
                <a16:creationId xmlns:a16="http://schemas.microsoft.com/office/drawing/2014/main" id="{B62C6127-5F09-4ED6-9CF3-C3140FEB2E1E}"/>
              </a:ext>
            </a:extLst>
          </p:cNvPr>
          <p:cNvSpPr>
            <a:spLocks noGrp="1"/>
          </p:cNvSpPr>
          <p:nvPr/>
        </p:nvSpPr>
        <p:spPr>
          <a:xfrm>
            <a:off x="5029200" y="2295525"/>
            <a:ext cx="142875" cy="114300"/>
          </a:xfrm>
          <a:custGeom>
            <a:avLst/>
            <a:gdLst/>
            <a:ahLst/>
            <a:cxnLst/>
            <a:rect l="0" t="0" r="0" b="0"/>
            <a:pathLst>
              <a:path w="142875" h="114300">
                <a:moveTo>
                  <a:pt x="0" y="114300"/>
                </a:moveTo>
                <a:lnTo>
                  <a:pt x="142875" y="0"/>
                </a:lnTo>
              </a:path>
            </a:pathLst>
          </a:custGeom>
          <a:noFill/>
          <a:ln w="19050">
            <a:solidFill>
              <a:srgbClr val="596875"/>
            </a:solidFill>
          </a:ln>
        </p:spPr>
      </p:sp>
      <p:sp>
        <p:nvSpPr>
          <p:cNvPr id="16" name="正方形/長方形 15">
            <a:extLst>
              <a:ext uri="{FF2B5EF4-FFF2-40B4-BE49-F238E27FC236}">
                <a16:creationId xmlns:a16="http://schemas.microsoft.com/office/drawing/2014/main" id="{37C2F23A-5198-4F08-886A-F40535F234E9}"/>
              </a:ext>
            </a:extLst>
          </p:cNvPr>
          <p:cNvSpPr>
            <a:spLocks noGrp="1"/>
          </p:cNvSpPr>
          <p:nvPr/>
        </p:nvSpPr>
        <p:spPr>
          <a:xfrm>
            <a:off x="2190750" y="3067050"/>
            <a:ext cx="1343025" cy="552450"/>
          </a:xfrm>
          <a:prstGeom prst="rect">
            <a:avLst/>
          </a:prstGeom>
          <a:solidFill>
            <a:srgbClr val="EBD7B8"/>
          </a:solidFill>
          <a:ln w="19050">
            <a:solidFill>
              <a:srgbClr val="596875"/>
            </a:solidFill>
          </a:ln>
        </p:spPr>
      </p:sp>
      <p:sp>
        <p:nvSpPr>
          <p:cNvPr id="17" name="フリーフォーム: 図形 16">
            <a:extLst>
              <a:ext uri="{FF2B5EF4-FFF2-40B4-BE49-F238E27FC236}">
                <a16:creationId xmlns:a16="http://schemas.microsoft.com/office/drawing/2014/main" id="{036561B8-C28B-4066-ADBF-CF81676C6FA7}"/>
              </a:ext>
            </a:extLst>
          </p:cNvPr>
          <p:cNvSpPr>
            <a:spLocks noGrp="1"/>
          </p:cNvSpPr>
          <p:nvPr/>
        </p:nvSpPr>
        <p:spPr>
          <a:xfrm>
            <a:off x="2190750" y="2952750"/>
            <a:ext cx="142875" cy="114300"/>
          </a:xfrm>
          <a:custGeom>
            <a:avLst/>
            <a:gdLst/>
            <a:ahLst/>
            <a:cxnLst/>
            <a:rect l="0" t="0" r="0" b="0"/>
            <a:pathLst>
              <a:path w="142875" h="114300">
                <a:moveTo>
                  <a:pt x="0" y="114300"/>
                </a:moveTo>
                <a:lnTo>
                  <a:pt x="142875" y="0"/>
                </a:lnTo>
              </a:path>
            </a:pathLst>
          </a:custGeom>
          <a:noFill/>
          <a:ln w="19050">
            <a:solidFill>
              <a:srgbClr val="596875"/>
            </a:solidFill>
          </a:ln>
        </p:spPr>
      </p:sp>
      <p:sp>
        <p:nvSpPr>
          <p:cNvPr id="18" name="フリーフォーム: 図形 17">
            <a:extLst>
              <a:ext uri="{FF2B5EF4-FFF2-40B4-BE49-F238E27FC236}">
                <a16:creationId xmlns:a16="http://schemas.microsoft.com/office/drawing/2014/main" id="{BE977CCD-13B2-4946-8347-B052CCFAE0C0}"/>
              </a:ext>
            </a:extLst>
          </p:cNvPr>
          <p:cNvSpPr>
            <a:spLocks noGrp="1"/>
          </p:cNvSpPr>
          <p:nvPr/>
        </p:nvSpPr>
        <p:spPr>
          <a:xfrm>
            <a:off x="2333625" y="2952750"/>
            <a:ext cx="1343025" cy="9525"/>
          </a:xfrm>
          <a:custGeom>
            <a:avLst/>
            <a:gdLst/>
            <a:ahLst/>
            <a:cxnLst/>
            <a:rect l="0" t="0" r="0" b="0"/>
            <a:pathLst>
              <a:path w="1343025" h="9525">
                <a:moveTo>
                  <a:pt x="0" y="0"/>
                </a:moveTo>
                <a:lnTo>
                  <a:pt x="1343025" y="0"/>
                </a:lnTo>
              </a:path>
            </a:pathLst>
          </a:custGeom>
          <a:noFill/>
          <a:ln w="19050">
            <a:solidFill>
              <a:srgbClr val="596875"/>
            </a:solidFill>
          </a:ln>
        </p:spPr>
      </p:sp>
      <p:sp>
        <p:nvSpPr>
          <p:cNvPr id="19" name="フリーフォーム: 図形 18">
            <a:extLst>
              <a:ext uri="{FF2B5EF4-FFF2-40B4-BE49-F238E27FC236}">
                <a16:creationId xmlns:a16="http://schemas.microsoft.com/office/drawing/2014/main" id="{1F5D8F2F-FB7E-4C33-B243-F9412CBC47C7}"/>
              </a:ext>
            </a:extLst>
          </p:cNvPr>
          <p:cNvSpPr>
            <a:spLocks noGrp="1"/>
          </p:cNvSpPr>
          <p:nvPr/>
        </p:nvSpPr>
        <p:spPr>
          <a:xfrm>
            <a:off x="3533775" y="2952750"/>
            <a:ext cx="142875" cy="114300"/>
          </a:xfrm>
          <a:custGeom>
            <a:avLst/>
            <a:gdLst/>
            <a:ahLst/>
            <a:cxnLst/>
            <a:rect l="0" t="0" r="0" b="0"/>
            <a:pathLst>
              <a:path w="142875" h="114300">
                <a:moveTo>
                  <a:pt x="0" y="114300"/>
                </a:moveTo>
                <a:lnTo>
                  <a:pt x="142875" y="0"/>
                </a:lnTo>
              </a:path>
            </a:pathLst>
          </a:custGeom>
          <a:noFill/>
          <a:ln w="19050">
            <a:solidFill>
              <a:srgbClr val="596875"/>
            </a:solidFill>
          </a:ln>
        </p:spPr>
      </p:sp>
      <p:sp>
        <p:nvSpPr>
          <p:cNvPr id="20" name="正方形/長方形 19">
            <a:extLst>
              <a:ext uri="{FF2B5EF4-FFF2-40B4-BE49-F238E27FC236}">
                <a16:creationId xmlns:a16="http://schemas.microsoft.com/office/drawing/2014/main" id="{C5D6FDDD-88BE-4BB3-B85B-F47338D66259}"/>
              </a:ext>
            </a:extLst>
          </p:cNvPr>
          <p:cNvSpPr>
            <a:spLocks noGrp="1"/>
          </p:cNvSpPr>
          <p:nvPr/>
        </p:nvSpPr>
        <p:spPr>
          <a:xfrm>
            <a:off x="3686175" y="3067050"/>
            <a:ext cx="1343025" cy="552450"/>
          </a:xfrm>
          <a:prstGeom prst="rect">
            <a:avLst/>
          </a:prstGeom>
          <a:solidFill>
            <a:srgbClr val="EBD7B8"/>
          </a:solidFill>
          <a:ln w="19050">
            <a:solidFill>
              <a:srgbClr val="596875"/>
            </a:solidFill>
          </a:ln>
        </p:spPr>
      </p:sp>
      <p:sp>
        <p:nvSpPr>
          <p:cNvPr id="21" name="フリーフォーム: 図形 20">
            <a:extLst>
              <a:ext uri="{FF2B5EF4-FFF2-40B4-BE49-F238E27FC236}">
                <a16:creationId xmlns:a16="http://schemas.microsoft.com/office/drawing/2014/main" id="{5F913174-B6AF-434A-9CC4-34AC4E790A41}"/>
              </a:ext>
            </a:extLst>
          </p:cNvPr>
          <p:cNvSpPr>
            <a:spLocks noGrp="1"/>
          </p:cNvSpPr>
          <p:nvPr/>
        </p:nvSpPr>
        <p:spPr>
          <a:xfrm>
            <a:off x="3686175" y="2952750"/>
            <a:ext cx="142875" cy="114300"/>
          </a:xfrm>
          <a:custGeom>
            <a:avLst/>
            <a:gdLst/>
            <a:ahLst/>
            <a:cxnLst/>
            <a:rect l="0" t="0" r="0" b="0"/>
            <a:pathLst>
              <a:path w="142875" h="114300">
                <a:moveTo>
                  <a:pt x="0" y="114300"/>
                </a:moveTo>
                <a:lnTo>
                  <a:pt x="142875" y="0"/>
                </a:lnTo>
              </a:path>
            </a:pathLst>
          </a:custGeom>
          <a:noFill/>
          <a:ln w="19050">
            <a:solidFill>
              <a:srgbClr val="596875"/>
            </a:solidFill>
          </a:ln>
        </p:spPr>
      </p:sp>
      <p:sp>
        <p:nvSpPr>
          <p:cNvPr id="22" name="フリーフォーム: 図形 21">
            <a:extLst>
              <a:ext uri="{FF2B5EF4-FFF2-40B4-BE49-F238E27FC236}">
                <a16:creationId xmlns:a16="http://schemas.microsoft.com/office/drawing/2014/main" id="{E5A2AFAD-26E7-4C69-B887-EB37F41F35E4}"/>
              </a:ext>
            </a:extLst>
          </p:cNvPr>
          <p:cNvSpPr>
            <a:spLocks noGrp="1"/>
          </p:cNvSpPr>
          <p:nvPr/>
        </p:nvSpPr>
        <p:spPr>
          <a:xfrm>
            <a:off x="3829050" y="2952750"/>
            <a:ext cx="1343025" cy="9525"/>
          </a:xfrm>
          <a:custGeom>
            <a:avLst/>
            <a:gdLst/>
            <a:ahLst/>
            <a:cxnLst/>
            <a:rect l="0" t="0" r="0" b="0"/>
            <a:pathLst>
              <a:path w="1343025" h="9525">
                <a:moveTo>
                  <a:pt x="0" y="0"/>
                </a:moveTo>
                <a:lnTo>
                  <a:pt x="1343025" y="0"/>
                </a:lnTo>
              </a:path>
            </a:pathLst>
          </a:custGeom>
          <a:noFill/>
          <a:ln w="19050">
            <a:solidFill>
              <a:srgbClr val="596875"/>
            </a:solidFill>
          </a:ln>
        </p:spPr>
      </p:sp>
      <p:sp>
        <p:nvSpPr>
          <p:cNvPr id="23" name="フリーフォーム: 図形 22">
            <a:extLst>
              <a:ext uri="{FF2B5EF4-FFF2-40B4-BE49-F238E27FC236}">
                <a16:creationId xmlns:a16="http://schemas.microsoft.com/office/drawing/2014/main" id="{C084D2CB-605E-443E-82E0-84451A8B8981}"/>
              </a:ext>
            </a:extLst>
          </p:cNvPr>
          <p:cNvSpPr>
            <a:spLocks noGrp="1"/>
          </p:cNvSpPr>
          <p:nvPr/>
        </p:nvSpPr>
        <p:spPr>
          <a:xfrm>
            <a:off x="5029200" y="2952750"/>
            <a:ext cx="142875" cy="114300"/>
          </a:xfrm>
          <a:custGeom>
            <a:avLst/>
            <a:gdLst/>
            <a:ahLst/>
            <a:cxnLst/>
            <a:rect l="0" t="0" r="0" b="0"/>
            <a:pathLst>
              <a:path w="142875" h="114300">
                <a:moveTo>
                  <a:pt x="0" y="114300"/>
                </a:moveTo>
                <a:lnTo>
                  <a:pt x="142875" y="0"/>
                </a:lnTo>
              </a:path>
            </a:pathLst>
          </a:custGeom>
          <a:noFill/>
          <a:ln w="19050">
            <a:solidFill>
              <a:srgbClr val="596875"/>
            </a:solidFill>
          </a:ln>
        </p:spPr>
      </p:sp>
      <p:sp>
        <p:nvSpPr>
          <p:cNvPr id="24" name="正方形/長方形 23">
            <a:extLst>
              <a:ext uri="{FF2B5EF4-FFF2-40B4-BE49-F238E27FC236}">
                <a16:creationId xmlns:a16="http://schemas.microsoft.com/office/drawing/2014/main" id="{89AA6B87-C000-4543-8B86-6F0E1C32B460}"/>
              </a:ext>
            </a:extLst>
          </p:cNvPr>
          <p:cNvSpPr>
            <a:spLocks noGrp="1"/>
          </p:cNvSpPr>
          <p:nvPr/>
        </p:nvSpPr>
        <p:spPr>
          <a:xfrm>
            <a:off x="2190750" y="3724275"/>
            <a:ext cx="1343025" cy="552450"/>
          </a:xfrm>
          <a:prstGeom prst="rect">
            <a:avLst/>
          </a:prstGeom>
          <a:solidFill>
            <a:srgbClr val="EBD7B8"/>
          </a:solidFill>
          <a:ln w="19050">
            <a:solidFill>
              <a:srgbClr val="596875"/>
            </a:solidFill>
          </a:ln>
        </p:spPr>
      </p:sp>
      <p:sp>
        <p:nvSpPr>
          <p:cNvPr id="25" name="フリーフォーム: 図形 24">
            <a:extLst>
              <a:ext uri="{FF2B5EF4-FFF2-40B4-BE49-F238E27FC236}">
                <a16:creationId xmlns:a16="http://schemas.microsoft.com/office/drawing/2014/main" id="{1403BB53-DBC3-4B0C-86BE-B0F9D59C2F0B}"/>
              </a:ext>
            </a:extLst>
          </p:cNvPr>
          <p:cNvSpPr>
            <a:spLocks noGrp="1"/>
          </p:cNvSpPr>
          <p:nvPr/>
        </p:nvSpPr>
        <p:spPr>
          <a:xfrm>
            <a:off x="2190750" y="3609975"/>
            <a:ext cx="142875" cy="114300"/>
          </a:xfrm>
          <a:custGeom>
            <a:avLst/>
            <a:gdLst/>
            <a:ahLst/>
            <a:cxnLst/>
            <a:rect l="0" t="0" r="0" b="0"/>
            <a:pathLst>
              <a:path w="142875" h="114300">
                <a:moveTo>
                  <a:pt x="0" y="114300"/>
                </a:moveTo>
                <a:lnTo>
                  <a:pt x="142875" y="0"/>
                </a:lnTo>
              </a:path>
            </a:pathLst>
          </a:custGeom>
          <a:noFill/>
          <a:ln w="19050">
            <a:solidFill>
              <a:srgbClr val="596875"/>
            </a:solidFill>
          </a:ln>
        </p:spPr>
      </p:sp>
      <p:sp>
        <p:nvSpPr>
          <p:cNvPr id="26" name="フリーフォーム: 図形 25">
            <a:extLst>
              <a:ext uri="{FF2B5EF4-FFF2-40B4-BE49-F238E27FC236}">
                <a16:creationId xmlns:a16="http://schemas.microsoft.com/office/drawing/2014/main" id="{536F5FB6-3BC7-4AD0-9447-E610B5325414}"/>
              </a:ext>
            </a:extLst>
          </p:cNvPr>
          <p:cNvSpPr>
            <a:spLocks noGrp="1"/>
          </p:cNvSpPr>
          <p:nvPr/>
        </p:nvSpPr>
        <p:spPr>
          <a:xfrm>
            <a:off x="2333625" y="3609975"/>
            <a:ext cx="1343025" cy="9525"/>
          </a:xfrm>
          <a:custGeom>
            <a:avLst/>
            <a:gdLst/>
            <a:ahLst/>
            <a:cxnLst/>
            <a:rect l="0" t="0" r="0" b="0"/>
            <a:pathLst>
              <a:path w="1343025" h="9525">
                <a:moveTo>
                  <a:pt x="0" y="0"/>
                </a:moveTo>
                <a:lnTo>
                  <a:pt x="1343025" y="0"/>
                </a:lnTo>
              </a:path>
            </a:pathLst>
          </a:custGeom>
          <a:noFill/>
          <a:ln w="19050">
            <a:solidFill>
              <a:srgbClr val="596875"/>
            </a:solidFill>
          </a:ln>
        </p:spPr>
      </p:sp>
      <p:sp>
        <p:nvSpPr>
          <p:cNvPr id="27" name="フリーフォーム: 図形 26">
            <a:extLst>
              <a:ext uri="{FF2B5EF4-FFF2-40B4-BE49-F238E27FC236}">
                <a16:creationId xmlns:a16="http://schemas.microsoft.com/office/drawing/2014/main" id="{A14BF712-2166-4E4D-8830-4FD4721A494B}"/>
              </a:ext>
            </a:extLst>
          </p:cNvPr>
          <p:cNvSpPr>
            <a:spLocks noGrp="1"/>
          </p:cNvSpPr>
          <p:nvPr/>
        </p:nvSpPr>
        <p:spPr>
          <a:xfrm>
            <a:off x="3533775" y="3609975"/>
            <a:ext cx="142875" cy="114300"/>
          </a:xfrm>
          <a:custGeom>
            <a:avLst/>
            <a:gdLst/>
            <a:ahLst/>
            <a:cxnLst/>
            <a:rect l="0" t="0" r="0" b="0"/>
            <a:pathLst>
              <a:path w="142875" h="114300">
                <a:moveTo>
                  <a:pt x="0" y="114300"/>
                </a:moveTo>
                <a:lnTo>
                  <a:pt x="142875" y="0"/>
                </a:lnTo>
              </a:path>
            </a:pathLst>
          </a:custGeom>
          <a:noFill/>
          <a:ln w="19050">
            <a:solidFill>
              <a:srgbClr val="596875"/>
            </a:solidFill>
          </a:ln>
        </p:spPr>
      </p:sp>
      <p:sp>
        <p:nvSpPr>
          <p:cNvPr id="28" name="正方形/長方形 27">
            <a:extLst>
              <a:ext uri="{FF2B5EF4-FFF2-40B4-BE49-F238E27FC236}">
                <a16:creationId xmlns:a16="http://schemas.microsoft.com/office/drawing/2014/main" id="{944EA342-0AC0-404A-8C6C-5976B471A5F5}"/>
              </a:ext>
            </a:extLst>
          </p:cNvPr>
          <p:cNvSpPr>
            <a:spLocks noGrp="1"/>
          </p:cNvSpPr>
          <p:nvPr/>
        </p:nvSpPr>
        <p:spPr>
          <a:xfrm>
            <a:off x="3686175" y="3724275"/>
            <a:ext cx="1343025" cy="552450"/>
          </a:xfrm>
          <a:prstGeom prst="rect">
            <a:avLst/>
          </a:prstGeom>
          <a:solidFill>
            <a:srgbClr val="EBD7B8"/>
          </a:solidFill>
          <a:ln w="19050">
            <a:solidFill>
              <a:srgbClr val="596875"/>
            </a:solidFill>
          </a:ln>
        </p:spPr>
      </p:sp>
      <p:sp>
        <p:nvSpPr>
          <p:cNvPr id="29" name="フリーフォーム: 図形 28">
            <a:extLst>
              <a:ext uri="{FF2B5EF4-FFF2-40B4-BE49-F238E27FC236}">
                <a16:creationId xmlns:a16="http://schemas.microsoft.com/office/drawing/2014/main" id="{439FEFE8-D6BE-482D-A1C5-73DC335FAA53}"/>
              </a:ext>
            </a:extLst>
          </p:cNvPr>
          <p:cNvSpPr>
            <a:spLocks noGrp="1"/>
          </p:cNvSpPr>
          <p:nvPr/>
        </p:nvSpPr>
        <p:spPr>
          <a:xfrm>
            <a:off x="3686175" y="3609975"/>
            <a:ext cx="142875" cy="114300"/>
          </a:xfrm>
          <a:custGeom>
            <a:avLst/>
            <a:gdLst/>
            <a:ahLst/>
            <a:cxnLst/>
            <a:rect l="0" t="0" r="0" b="0"/>
            <a:pathLst>
              <a:path w="142875" h="114300">
                <a:moveTo>
                  <a:pt x="0" y="114300"/>
                </a:moveTo>
                <a:lnTo>
                  <a:pt x="142875" y="0"/>
                </a:lnTo>
              </a:path>
            </a:pathLst>
          </a:custGeom>
          <a:noFill/>
          <a:ln w="19050">
            <a:solidFill>
              <a:srgbClr val="596875"/>
            </a:solidFill>
          </a:ln>
        </p:spPr>
      </p:sp>
      <p:sp>
        <p:nvSpPr>
          <p:cNvPr id="30" name="フリーフォーム: 図形 29">
            <a:extLst>
              <a:ext uri="{FF2B5EF4-FFF2-40B4-BE49-F238E27FC236}">
                <a16:creationId xmlns:a16="http://schemas.microsoft.com/office/drawing/2014/main" id="{00BA6CE7-3971-4778-9CD3-25C69119A569}"/>
              </a:ext>
            </a:extLst>
          </p:cNvPr>
          <p:cNvSpPr>
            <a:spLocks noGrp="1"/>
          </p:cNvSpPr>
          <p:nvPr/>
        </p:nvSpPr>
        <p:spPr>
          <a:xfrm>
            <a:off x="3829050" y="3609975"/>
            <a:ext cx="1343025" cy="9525"/>
          </a:xfrm>
          <a:custGeom>
            <a:avLst/>
            <a:gdLst/>
            <a:ahLst/>
            <a:cxnLst/>
            <a:rect l="0" t="0" r="0" b="0"/>
            <a:pathLst>
              <a:path w="1343025" h="9525">
                <a:moveTo>
                  <a:pt x="0" y="0"/>
                </a:moveTo>
                <a:lnTo>
                  <a:pt x="1343025" y="0"/>
                </a:lnTo>
              </a:path>
            </a:pathLst>
          </a:custGeom>
          <a:noFill/>
          <a:ln w="19050">
            <a:solidFill>
              <a:srgbClr val="596875"/>
            </a:solidFill>
          </a:ln>
        </p:spPr>
      </p:sp>
      <p:sp>
        <p:nvSpPr>
          <p:cNvPr id="31" name="フリーフォーム: 図形 30">
            <a:extLst>
              <a:ext uri="{FF2B5EF4-FFF2-40B4-BE49-F238E27FC236}">
                <a16:creationId xmlns:a16="http://schemas.microsoft.com/office/drawing/2014/main" id="{9240E728-32A9-45A0-8FFE-DE92C3C77752}"/>
              </a:ext>
            </a:extLst>
          </p:cNvPr>
          <p:cNvSpPr>
            <a:spLocks noGrp="1"/>
          </p:cNvSpPr>
          <p:nvPr/>
        </p:nvSpPr>
        <p:spPr>
          <a:xfrm>
            <a:off x="5029200" y="3609975"/>
            <a:ext cx="142875" cy="114300"/>
          </a:xfrm>
          <a:custGeom>
            <a:avLst/>
            <a:gdLst/>
            <a:ahLst/>
            <a:cxnLst/>
            <a:rect l="0" t="0" r="0" b="0"/>
            <a:pathLst>
              <a:path w="142875" h="114300">
                <a:moveTo>
                  <a:pt x="0" y="114300"/>
                </a:moveTo>
                <a:lnTo>
                  <a:pt x="142875" y="0"/>
                </a:lnTo>
              </a:path>
            </a:pathLst>
          </a:custGeom>
          <a:noFill/>
          <a:ln w="19050">
            <a:solidFill>
              <a:srgbClr val="596875"/>
            </a:solidFill>
          </a:ln>
        </p:spPr>
      </p:sp>
      <p:sp>
        <p:nvSpPr>
          <p:cNvPr id="32" name="正方形/長方形 31">
            <a:extLst>
              <a:ext uri="{FF2B5EF4-FFF2-40B4-BE49-F238E27FC236}">
                <a16:creationId xmlns:a16="http://schemas.microsoft.com/office/drawing/2014/main" id="{800D9A97-4736-4B73-976C-40FC0230AE99}"/>
              </a:ext>
            </a:extLst>
          </p:cNvPr>
          <p:cNvSpPr>
            <a:spLocks noGrp="1"/>
          </p:cNvSpPr>
          <p:nvPr/>
        </p:nvSpPr>
        <p:spPr>
          <a:xfrm>
            <a:off x="2190750" y="4381500"/>
            <a:ext cx="1343025" cy="552450"/>
          </a:xfrm>
          <a:prstGeom prst="rect">
            <a:avLst/>
          </a:prstGeom>
          <a:solidFill>
            <a:srgbClr val="EBD7B8"/>
          </a:solidFill>
          <a:ln w="19050">
            <a:solidFill>
              <a:srgbClr val="596875"/>
            </a:solidFill>
          </a:ln>
        </p:spPr>
      </p:sp>
      <p:sp>
        <p:nvSpPr>
          <p:cNvPr id="33" name="フリーフォーム: 図形 32">
            <a:extLst>
              <a:ext uri="{FF2B5EF4-FFF2-40B4-BE49-F238E27FC236}">
                <a16:creationId xmlns:a16="http://schemas.microsoft.com/office/drawing/2014/main" id="{29CE8D0F-862A-4E3B-B8B8-25D92E60F627}"/>
              </a:ext>
            </a:extLst>
          </p:cNvPr>
          <p:cNvSpPr>
            <a:spLocks noGrp="1"/>
          </p:cNvSpPr>
          <p:nvPr/>
        </p:nvSpPr>
        <p:spPr>
          <a:xfrm>
            <a:off x="2190750" y="4267200"/>
            <a:ext cx="142875" cy="114300"/>
          </a:xfrm>
          <a:custGeom>
            <a:avLst/>
            <a:gdLst/>
            <a:ahLst/>
            <a:cxnLst/>
            <a:rect l="0" t="0" r="0" b="0"/>
            <a:pathLst>
              <a:path w="142875" h="114300">
                <a:moveTo>
                  <a:pt x="0" y="114300"/>
                </a:moveTo>
                <a:lnTo>
                  <a:pt x="142875" y="0"/>
                </a:lnTo>
              </a:path>
            </a:pathLst>
          </a:custGeom>
          <a:noFill/>
          <a:ln w="19050">
            <a:solidFill>
              <a:srgbClr val="596875"/>
            </a:solidFill>
          </a:ln>
        </p:spPr>
      </p:sp>
      <p:sp>
        <p:nvSpPr>
          <p:cNvPr id="34" name="フリーフォーム: 図形 33">
            <a:extLst>
              <a:ext uri="{FF2B5EF4-FFF2-40B4-BE49-F238E27FC236}">
                <a16:creationId xmlns:a16="http://schemas.microsoft.com/office/drawing/2014/main" id="{E11075CA-F6C0-42FC-B61B-BE064F390179}"/>
              </a:ext>
            </a:extLst>
          </p:cNvPr>
          <p:cNvSpPr>
            <a:spLocks noGrp="1"/>
          </p:cNvSpPr>
          <p:nvPr/>
        </p:nvSpPr>
        <p:spPr>
          <a:xfrm>
            <a:off x="2333625" y="4267200"/>
            <a:ext cx="1343025" cy="9525"/>
          </a:xfrm>
          <a:custGeom>
            <a:avLst/>
            <a:gdLst/>
            <a:ahLst/>
            <a:cxnLst/>
            <a:rect l="0" t="0" r="0" b="0"/>
            <a:pathLst>
              <a:path w="1343025" h="9525">
                <a:moveTo>
                  <a:pt x="0" y="0"/>
                </a:moveTo>
                <a:lnTo>
                  <a:pt x="1343025" y="0"/>
                </a:lnTo>
              </a:path>
            </a:pathLst>
          </a:custGeom>
          <a:noFill/>
          <a:ln w="19050">
            <a:solidFill>
              <a:srgbClr val="596875"/>
            </a:solidFill>
          </a:ln>
        </p:spPr>
      </p:sp>
      <p:sp>
        <p:nvSpPr>
          <p:cNvPr id="35" name="フリーフォーム: 図形 34">
            <a:extLst>
              <a:ext uri="{FF2B5EF4-FFF2-40B4-BE49-F238E27FC236}">
                <a16:creationId xmlns:a16="http://schemas.microsoft.com/office/drawing/2014/main" id="{A2220857-F690-4F24-8512-A76D37F220A6}"/>
              </a:ext>
            </a:extLst>
          </p:cNvPr>
          <p:cNvSpPr>
            <a:spLocks noGrp="1"/>
          </p:cNvSpPr>
          <p:nvPr/>
        </p:nvSpPr>
        <p:spPr>
          <a:xfrm>
            <a:off x="3533775" y="4267200"/>
            <a:ext cx="142875" cy="114300"/>
          </a:xfrm>
          <a:custGeom>
            <a:avLst/>
            <a:gdLst/>
            <a:ahLst/>
            <a:cxnLst/>
            <a:rect l="0" t="0" r="0" b="0"/>
            <a:pathLst>
              <a:path w="142875" h="114300">
                <a:moveTo>
                  <a:pt x="0" y="114300"/>
                </a:moveTo>
                <a:lnTo>
                  <a:pt x="142875" y="0"/>
                </a:lnTo>
              </a:path>
            </a:pathLst>
          </a:custGeom>
          <a:noFill/>
          <a:ln w="19050">
            <a:solidFill>
              <a:srgbClr val="596875"/>
            </a:solidFill>
          </a:ln>
        </p:spPr>
      </p:sp>
      <p:sp>
        <p:nvSpPr>
          <p:cNvPr id="36" name="正方形/長方形 35">
            <a:extLst>
              <a:ext uri="{FF2B5EF4-FFF2-40B4-BE49-F238E27FC236}">
                <a16:creationId xmlns:a16="http://schemas.microsoft.com/office/drawing/2014/main" id="{9C6414D2-BDD3-4A63-9E66-C1E2343E6397}"/>
              </a:ext>
            </a:extLst>
          </p:cNvPr>
          <p:cNvSpPr>
            <a:spLocks noGrp="1"/>
          </p:cNvSpPr>
          <p:nvPr/>
        </p:nvSpPr>
        <p:spPr>
          <a:xfrm>
            <a:off x="3686175" y="4381500"/>
            <a:ext cx="1343025" cy="552450"/>
          </a:xfrm>
          <a:prstGeom prst="rect">
            <a:avLst/>
          </a:prstGeom>
          <a:solidFill>
            <a:srgbClr val="EBD7B8"/>
          </a:solidFill>
          <a:ln w="19050">
            <a:solidFill>
              <a:srgbClr val="596875"/>
            </a:solidFill>
          </a:ln>
        </p:spPr>
      </p:sp>
      <p:sp>
        <p:nvSpPr>
          <p:cNvPr id="37" name="フリーフォーム: 図形 36">
            <a:extLst>
              <a:ext uri="{FF2B5EF4-FFF2-40B4-BE49-F238E27FC236}">
                <a16:creationId xmlns:a16="http://schemas.microsoft.com/office/drawing/2014/main" id="{FA3FC23E-F6CB-48A9-8BB1-CDC452EA53E6}"/>
              </a:ext>
            </a:extLst>
          </p:cNvPr>
          <p:cNvSpPr>
            <a:spLocks noGrp="1"/>
          </p:cNvSpPr>
          <p:nvPr/>
        </p:nvSpPr>
        <p:spPr>
          <a:xfrm>
            <a:off x="3686175" y="4267200"/>
            <a:ext cx="142875" cy="114300"/>
          </a:xfrm>
          <a:custGeom>
            <a:avLst/>
            <a:gdLst/>
            <a:ahLst/>
            <a:cxnLst/>
            <a:rect l="0" t="0" r="0" b="0"/>
            <a:pathLst>
              <a:path w="142875" h="114300">
                <a:moveTo>
                  <a:pt x="0" y="114300"/>
                </a:moveTo>
                <a:lnTo>
                  <a:pt x="142875" y="0"/>
                </a:lnTo>
              </a:path>
            </a:pathLst>
          </a:custGeom>
          <a:noFill/>
          <a:ln w="19050">
            <a:solidFill>
              <a:srgbClr val="596875"/>
            </a:solidFill>
          </a:ln>
        </p:spPr>
      </p:sp>
      <p:sp>
        <p:nvSpPr>
          <p:cNvPr id="38" name="フリーフォーム: 図形 37">
            <a:extLst>
              <a:ext uri="{FF2B5EF4-FFF2-40B4-BE49-F238E27FC236}">
                <a16:creationId xmlns:a16="http://schemas.microsoft.com/office/drawing/2014/main" id="{9AB7D89F-6EF2-4199-AF6C-34F2BA8374DB}"/>
              </a:ext>
            </a:extLst>
          </p:cNvPr>
          <p:cNvSpPr>
            <a:spLocks noGrp="1"/>
          </p:cNvSpPr>
          <p:nvPr/>
        </p:nvSpPr>
        <p:spPr>
          <a:xfrm>
            <a:off x="3829050" y="4267200"/>
            <a:ext cx="1343025" cy="9525"/>
          </a:xfrm>
          <a:custGeom>
            <a:avLst/>
            <a:gdLst/>
            <a:ahLst/>
            <a:cxnLst/>
            <a:rect l="0" t="0" r="0" b="0"/>
            <a:pathLst>
              <a:path w="1343025" h="9525">
                <a:moveTo>
                  <a:pt x="0" y="0"/>
                </a:moveTo>
                <a:lnTo>
                  <a:pt x="1343025" y="0"/>
                </a:lnTo>
              </a:path>
            </a:pathLst>
          </a:custGeom>
          <a:noFill/>
          <a:ln w="19050">
            <a:solidFill>
              <a:srgbClr val="596875"/>
            </a:solidFill>
          </a:ln>
        </p:spPr>
      </p:sp>
      <p:sp>
        <p:nvSpPr>
          <p:cNvPr id="39" name="フリーフォーム: 図形 38">
            <a:extLst>
              <a:ext uri="{FF2B5EF4-FFF2-40B4-BE49-F238E27FC236}">
                <a16:creationId xmlns:a16="http://schemas.microsoft.com/office/drawing/2014/main" id="{E323293F-E456-4695-A816-280F12594FBF}"/>
              </a:ext>
            </a:extLst>
          </p:cNvPr>
          <p:cNvSpPr>
            <a:spLocks noGrp="1"/>
          </p:cNvSpPr>
          <p:nvPr/>
        </p:nvSpPr>
        <p:spPr>
          <a:xfrm>
            <a:off x="5029200" y="4267200"/>
            <a:ext cx="142875" cy="114300"/>
          </a:xfrm>
          <a:custGeom>
            <a:avLst/>
            <a:gdLst/>
            <a:ahLst/>
            <a:cxnLst/>
            <a:rect l="0" t="0" r="0" b="0"/>
            <a:pathLst>
              <a:path w="142875" h="114300">
                <a:moveTo>
                  <a:pt x="0" y="114300"/>
                </a:moveTo>
                <a:lnTo>
                  <a:pt x="142875" y="0"/>
                </a:lnTo>
              </a:path>
            </a:pathLst>
          </a:custGeom>
          <a:noFill/>
          <a:ln w="19050">
            <a:solidFill>
              <a:srgbClr val="596875"/>
            </a:solidFill>
          </a:ln>
        </p:spPr>
      </p:sp>
      <p:sp>
        <p:nvSpPr>
          <p:cNvPr id="40" name="正方形/長方形 39">
            <a:extLst>
              <a:ext uri="{FF2B5EF4-FFF2-40B4-BE49-F238E27FC236}">
                <a16:creationId xmlns:a16="http://schemas.microsoft.com/office/drawing/2014/main" id="{C1ACF698-449F-45AB-A493-8591441D01F8}"/>
              </a:ext>
            </a:extLst>
          </p:cNvPr>
          <p:cNvSpPr>
            <a:spLocks noGrp="1"/>
          </p:cNvSpPr>
          <p:nvPr/>
        </p:nvSpPr>
        <p:spPr>
          <a:xfrm>
            <a:off x="1171575" y="5276850"/>
            <a:ext cx="5238750" cy="209550"/>
          </a:xfrm>
          <a:prstGeom prst="rect">
            <a:avLst/>
          </a:prstGeom>
          <a:solidFill>
            <a:srgbClr val="B5BFC7"/>
          </a:solidFill>
          <a:ln w="0">
            <a:noFill/>
          </a:ln>
        </p:spPr>
      </p:sp>
      <p:sp>
        <p:nvSpPr>
          <p:cNvPr id="41" name="正方形/長方形 40">
            <a:extLst>
              <a:ext uri="{FF2B5EF4-FFF2-40B4-BE49-F238E27FC236}">
                <a16:creationId xmlns:a16="http://schemas.microsoft.com/office/drawing/2014/main" id="{EF3A8842-E079-4E86-B169-A5BF3B0E751D}"/>
              </a:ext>
            </a:extLst>
          </p:cNvPr>
          <p:cNvSpPr>
            <a:spLocks noGrp="1"/>
          </p:cNvSpPr>
          <p:nvPr/>
        </p:nvSpPr>
        <p:spPr>
          <a:xfrm>
            <a:off x="1905000" y="5495925"/>
            <a:ext cx="4667250" cy="342900"/>
          </a:xfrm>
          <a:prstGeom prst="rect">
            <a:avLst/>
          </a:prstGeom>
          <a:noFill/>
          <a:ln w="0">
            <a:noFill/>
          </a:ln>
        </p:spPr>
        <p:txBody>
          <a:bodyPr lIns="0" tIns="0" rIns="0" bIns="0" anchor="ctr">
            <a:noAutofit/>
          </a:bodyPr>
          <a:lstStyle>
            <a:defPPr>
              <a:defRPr sz="1800" b="1">
                <a:solidFill>
                  <a:srgbClr val="253C4D"/>
                </a:solidFill>
                <a:latin typeface="Yu Gothic"/>
                <a:ea typeface="Yu Gothic"/>
                <a:cs typeface="Yu Gothic"/>
              </a:defRPr>
            </a:defPPr>
            <a:lvl1pPr>
              <a:buNone/>
              <a:defRPr sz="1800" b="1">
                <a:solidFill>
                  <a:srgbClr val="253C4D"/>
                </a:solidFill>
                <a:latin typeface="Yu Gothic"/>
                <a:ea typeface="Yu Gothic"/>
                <a:cs typeface="Yu Gothic"/>
              </a:defRPr>
            </a:lvl1pPr>
            <a:lvl2pPr>
              <a:buNone/>
              <a:defRPr sz="1800" b="1">
                <a:solidFill>
                  <a:srgbClr val="253C4D"/>
                </a:solidFill>
                <a:latin typeface="Yu Gothic"/>
                <a:ea typeface="Yu Gothic"/>
                <a:cs typeface="Yu Gothic"/>
              </a:defRPr>
            </a:lvl2pPr>
            <a:lvl3pPr>
              <a:buNone/>
              <a:defRPr sz="1800" b="1">
                <a:solidFill>
                  <a:srgbClr val="253C4D"/>
                </a:solidFill>
                <a:latin typeface="Yu Gothic"/>
                <a:ea typeface="Yu Gothic"/>
                <a:cs typeface="Yu Gothic"/>
              </a:defRPr>
            </a:lvl3pPr>
            <a:lvl4pPr>
              <a:buNone/>
              <a:defRPr sz="1800" b="1">
                <a:solidFill>
                  <a:srgbClr val="253C4D"/>
                </a:solidFill>
                <a:latin typeface="Yu Gothic"/>
                <a:ea typeface="Yu Gothic"/>
                <a:cs typeface="Yu Gothic"/>
              </a:defRPr>
            </a:lvl4pPr>
            <a:lvl5pPr>
              <a:buNone/>
              <a:defRPr sz="1800" b="1">
                <a:solidFill>
                  <a:srgbClr val="253C4D"/>
                </a:solidFill>
                <a:latin typeface="Yu Gothic"/>
                <a:ea typeface="Yu Gothic"/>
                <a:cs typeface="Yu Gothic"/>
              </a:defRPr>
            </a:lvl5pPr>
            <a:lvl6pPr>
              <a:buNone/>
              <a:defRPr sz="1800" b="1">
                <a:solidFill>
                  <a:srgbClr val="253C4D"/>
                </a:solidFill>
                <a:latin typeface="Yu Gothic"/>
                <a:ea typeface="Yu Gothic"/>
                <a:cs typeface="Yu Gothic"/>
              </a:defRPr>
            </a:lvl6pPr>
            <a:lvl7pPr>
              <a:buNone/>
              <a:defRPr sz="1800" b="1">
                <a:solidFill>
                  <a:srgbClr val="253C4D"/>
                </a:solidFill>
                <a:latin typeface="Yu Gothic"/>
                <a:ea typeface="Yu Gothic"/>
                <a:cs typeface="Yu Gothic"/>
              </a:defRPr>
            </a:lvl7pPr>
            <a:lvl8pPr>
              <a:buNone/>
              <a:defRPr sz="1800" b="1">
                <a:solidFill>
                  <a:srgbClr val="253C4D"/>
                </a:solidFill>
                <a:latin typeface="Yu Gothic"/>
                <a:ea typeface="Yu Gothic"/>
                <a:cs typeface="Yu Gothic"/>
              </a:defRPr>
            </a:lvl8pPr>
            <a:lvl9pPr>
              <a:buNone/>
              <a:defRPr sz="1800" b="1">
                <a:solidFill>
                  <a:srgbClr val="253C4D"/>
                </a:solidFill>
                <a:latin typeface="Yu Gothic"/>
                <a:ea typeface="Yu Gothic"/>
                <a:cs typeface="Yu Gothic"/>
              </a:defRPr>
            </a:lvl9pPr>
          </a:lstStyle>
          <a:p>
            <a:pPr>
              <a:buNone/>
              <a:defRPr sz="1800" b="1">
                <a:solidFill>
                  <a:srgbClr val="253C4D"/>
                </a:solidFill>
                <a:latin typeface="Yu Gothic"/>
                <a:ea typeface="Yu Gothic"/>
                <a:cs typeface="Yu Gothic"/>
              </a:defRPr>
            </a:pPr>
            <a:r>
              <a:rPr sz="1800" b="1">
                <a:solidFill>
                  <a:srgbClr val="253C4D"/>
                </a:solidFill>
                <a:latin typeface="Yu Gothic"/>
                <a:ea typeface="Yu Gothic"/>
                <a:cs typeface="Yu Gothic"/>
              </a:rPr>
              <a:t>下部構造へ伝える</a:t>
            </a:r>
          </a:p>
        </p:txBody>
      </p:sp>
      <p:sp>
        <p:nvSpPr>
          <p:cNvPr id="42" name="正方形/長方形 41">
            <a:extLst>
              <a:ext uri="{FF2B5EF4-FFF2-40B4-BE49-F238E27FC236}">
                <a16:creationId xmlns:a16="http://schemas.microsoft.com/office/drawing/2014/main" id="{5A7DD48B-8ED7-4CFC-A5E3-F8FAB18CC310}"/>
              </a:ext>
            </a:extLst>
          </p:cNvPr>
          <p:cNvSpPr>
            <a:spLocks noGrp="1"/>
          </p:cNvSpPr>
          <p:nvPr/>
        </p:nvSpPr>
        <p:spPr>
          <a:xfrm>
            <a:off x="7048500" y="2486025"/>
            <a:ext cx="4429125" cy="1095375"/>
          </a:xfrm>
          <a:prstGeom prst="rect">
            <a:avLst/>
          </a:prstGeom>
          <a:noFill/>
          <a:ln w="0">
            <a:noFill/>
          </a:ln>
        </p:spPr>
        <p:txBody>
          <a:bodyPr lIns="0" tIns="0" rIns="0" bIns="0" anchor="ctr">
            <a:noAutofit/>
          </a:bodyPr>
          <a:lstStyle>
            <a:defPPr>
              <a:defRPr sz="2250" b="1">
                <a:solidFill>
                  <a:srgbClr val="253C4D"/>
                </a:solidFill>
                <a:latin typeface="Yu Gothic"/>
                <a:ea typeface="Yu Gothic"/>
                <a:cs typeface="Yu Gothic"/>
              </a:defRPr>
            </a:defPPr>
            <a:lvl1pPr>
              <a:buNone/>
              <a:defRPr sz="2250" b="1">
                <a:solidFill>
                  <a:srgbClr val="253C4D"/>
                </a:solidFill>
                <a:latin typeface="Yu Gothic"/>
                <a:ea typeface="Yu Gothic"/>
                <a:cs typeface="Yu Gothic"/>
              </a:defRPr>
            </a:lvl1pPr>
            <a:lvl2pPr>
              <a:buNone/>
              <a:defRPr sz="2250" b="1">
                <a:solidFill>
                  <a:srgbClr val="253C4D"/>
                </a:solidFill>
                <a:latin typeface="Yu Gothic"/>
                <a:ea typeface="Yu Gothic"/>
                <a:cs typeface="Yu Gothic"/>
              </a:defRPr>
            </a:lvl2pPr>
            <a:lvl3pPr>
              <a:buNone/>
              <a:defRPr sz="2250" b="1">
                <a:solidFill>
                  <a:srgbClr val="253C4D"/>
                </a:solidFill>
                <a:latin typeface="Yu Gothic"/>
                <a:ea typeface="Yu Gothic"/>
                <a:cs typeface="Yu Gothic"/>
              </a:defRPr>
            </a:lvl3pPr>
            <a:lvl4pPr>
              <a:buNone/>
              <a:defRPr sz="2250" b="1">
                <a:solidFill>
                  <a:srgbClr val="253C4D"/>
                </a:solidFill>
                <a:latin typeface="Yu Gothic"/>
                <a:ea typeface="Yu Gothic"/>
                <a:cs typeface="Yu Gothic"/>
              </a:defRPr>
            </a:lvl4pPr>
            <a:lvl5pPr>
              <a:buNone/>
              <a:defRPr sz="2250" b="1">
                <a:solidFill>
                  <a:srgbClr val="253C4D"/>
                </a:solidFill>
                <a:latin typeface="Yu Gothic"/>
                <a:ea typeface="Yu Gothic"/>
                <a:cs typeface="Yu Gothic"/>
              </a:defRPr>
            </a:lvl5pPr>
            <a:lvl6pPr>
              <a:buNone/>
              <a:defRPr sz="2250" b="1">
                <a:solidFill>
                  <a:srgbClr val="253C4D"/>
                </a:solidFill>
                <a:latin typeface="Yu Gothic"/>
                <a:ea typeface="Yu Gothic"/>
                <a:cs typeface="Yu Gothic"/>
              </a:defRPr>
            </a:lvl6pPr>
            <a:lvl7pPr>
              <a:buNone/>
              <a:defRPr sz="2250" b="1">
                <a:solidFill>
                  <a:srgbClr val="253C4D"/>
                </a:solidFill>
                <a:latin typeface="Yu Gothic"/>
                <a:ea typeface="Yu Gothic"/>
                <a:cs typeface="Yu Gothic"/>
              </a:defRPr>
            </a:lvl7pPr>
            <a:lvl8pPr>
              <a:buNone/>
              <a:defRPr sz="2250" b="1">
                <a:solidFill>
                  <a:srgbClr val="253C4D"/>
                </a:solidFill>
                <a:latin typeface="Yu Gothic"/>
                <a:ea typeface="Yu Gothic"/>
                <a:cs typeface="Yu Gothic"/>
              </a:defRPr>
            </a:lvl8pPr>
            <a:lvl9pPr>
              <a:buNone/>
              <a:defRPr sz="2250" b="1">
                <a:solidFill>
                  <a:srgbClr val="253C4D"/>
                </a:solidFill>
                <a:latin typeface="Yu Gothic"/>
                <a:ea typeface="Yu Gothic"/>
                <a:cs typeface="Yu Gothic"/>
              </a:defRPr>
            </a:lvl9pPr>
          </a:lstStyle>
          <a:p>
            <a:pPr>
              <a:buNone/>
              <a:defRPr sz="2250" b="1">
                <a:solidFill>
                  <a:srgbClr val="253C4D"/>
                </a:solidFill>
                <a:latin typeface="Yu Gothic"/>
                <a:ea typeface="Yu Gothic"/>
                <a:cs typeface="Yu Gothic"/>
              </a:defRPr>
            </a:pPr>
            <a:r>
              <a:rPr sz="2250" b="1">
                <a:solidFill>
                  <a:srgbClr val="253C4D"/>
                </a:solidFill>
                <a:latin typeface="Yu Gothic"/>
                <a:ea typeface="Yu Gothic"/>
                <a:cs typeface="Yu Gothic"/>
              </a:rPr>
              <a:t>工場で立体的に製作</a:t>
            </a:r>
          </a:p>
          <a:p>
            <a:pPr>
              <a:buNone/>
              <a:defRPr sz="2250" b="1">
                <a:solidFill>
                  <a:srgbClr val="253C4D"/>
                </a:solidFill>
                <a:latin typeface="Yu Gothic"/>
                <a:ea typeface="Yu Gothic"/>
                <a:cs typeface="Yu Gothic"/>
              </a:defRPr>
            </a:pPr>
            <a:r>
              <a:rPr sz="2250" b="1">
                <a:solidFill>
                  <a:srgbClr val="253C4D"/>
                </a:solidFill>
                <a:latin typeface="Yu Gothic"/>
                <a:ea typeface="Yu Gothic"/>
                <a:cs typeface="Yu Gothic"/>
              </a:rPr>
              <a:t>→ 現場で組立・接合</a:t>
            </a:r>
          </a:p>
        </p:txBody>
      </p:sp>
      <p:sp>
        <p:nvSpPr>
          <p:cNvPr id="43" name="正方形/長方形 42">
            <a:extLst>
              <a:ext uri="{FF2B5EF4-FFF2-40B4-BE49-F238E27FC236}">
                <a16:creationId xmlns:a16="http://schemas.microsoft.com/office/drawing/2014/main" id="{BFC80751-9DD7-470A-8CBB-26B7E621A591}"/>
              </a:ext>
            </a:extLst>
          </p:cNvPr>
          <p:cNvSpPr>
            <a:spLocks noGrp="1"/>
          </p:cNvSpPr>
          <p:nvPr/>
        </p:nvSpPr>
        <p:spPr>
          <a:xfrm>
            <a:off x="7048500" y="4067175"/>
            <a:ext cx="4476750" cy="1190625"/>
          </a:xfrm>
          <a:prstGeom prst="rect">
            <a:avLst/>
          </a:prstGeom>
          <a:noFill/>
          <a:ln w="0">
            <a:noFill/>
          </a:ln>
        </p:spPr>
        <p:txBody>
          <a:bodyPr lIns="0" tIns="0" rIns="0" bIns="0" anchor="ctr">
            <a:noAutofit/>
          </a:bodyPr>
          <a:lstStyle>
            <a:defPPr>
              <a:defRPr sz="2175" b="0">
                <a:solidFill>
                  <a:srgbClr val="253C4D"/>
                </a:solidFill>
                <a:latin typeface="Yu Gothic"/>
                <a:ea typeface="Yu Gothic"/>
                <a:cs typeface="Yu Gothic"/>
              </a:defRPr>
            </a:defPPr>
            <a:lvl1pPr>
              <a:buNone/>
              <a:defRPr sz="2175" b="0">
                <a:solidFill>
                  <a:srgbClr val="253C4D"/>
                </a:solidFill>
                <a:latin typeface="Yu Gothic"/>
                <a:ea typeface="Yu Gothic"/>
                <a:cs typeface="Yu Gothic"/>
              </a:defRPr>
            </a:lvl1pPr>
            <a:lvl2pPr>
              <a:buNone/>
              <a:defRPr sz="2175" b="0">
                <a:solidFill>
                  <a:srgbClr val="253C4D"/>
                </a:solidFill>
                <a:latin typeface="Yu Gothic"/>
                <a:ea typeface="Yu Gothic"/>
                <a:cs typeface="Yu Gothic"/>
              </a:defRPr>
            </a:lvl2pPr>
            <a:lvl3pPr>
              <a:buNone/>
              <a:defRPr sz="2175" b="0">
                <a:solidFill>
                  <a:srgbClr val="253C4D"/>
                </a:solidFill>
                <a:latin typeface="Yu Gothic"/>
                <a:ea typeface="Yu Gothic"/>
                <a:cs typeface="Yu Gothic"/>
              </a:defRPr>
            </a:lvl3pPr>
            <a:lvl4pPr>
              <a:buNone/>
              <a:defRPr sz="2175" b="0">
                <a:solidFill>
                  <a:srgbClr val="253C4D"/>
                </a:solidFill>
                <a:latin typeface="Yu Gothic"/>
                <a:ea typeface="Yu Gothic"/>
                <a:cs typeface="Yu Gothic"/>
              </a:defRPr>
            </a:lvl4pPr>
            <a:lvl5pPr>
              <a:buNone/>
              <a:defRPr sz="2175" b="0">
                <a:solidFill>
                  <a:srgbClr val="253C4D"/>
                </a:solidFill>
                <a:latin typeface="Yu Gothic"/>
                <a:ea typeface="Yu Gothic"/>
                <a:cs typeface="Yu Gothic"/>
              </a:defRPr>
            </a:lvl5pPr>
            <a:lvl6pPr>
              <a:buNone/>
              <a:defRPr sz="2175" b="0">
                <a:solidFill>
                  <a:srgbClr val="253C4D"/>
                </a:solidFill>
                <a:latin typeface="Yu Gothic"/>
                <a:ea typeface="Yu Gothic"/>
                <a:cs typeface="Yu Gothic"/>
              </a:defRPr>
            </a:lvl6pPr>
            <a:lvl7pPr>
              <a:buNone/>
              <a:defRPr sz="2175" b="0">
                <a:solidFill>
                  <a:srgbClr val="253C4D"/>
                </a:solidFill>
                <a:latin typeface="Yu Gothic"/>
                <a:ea typeface="Yu Gothic"/>
                <a:cs typeface="Yu Gothic"/>
              </a:defRPr>
            </a:lvl7pPr>
            <a:lvl8pPr>
              <a:buNone/>
              <a:defRPr sz="2175" b="0">
                <a:solidFill>
                  <a:srgbClr val="253C4D"/>
                </a:solidFill>
                <a:latin typeface="Yu Gothic"/>
                <a:ea typeface="Yu Gothic"/>
                <a:cs typeface="Yu Gothic"/>
              </a:defRPr>
            </a:lvl8pPr>
            <a:lvl9pPr>
              <a:buNone/>
              <a:defRPr sz="2175" b="0">
                <a:solidFill>
                  <a:srgbClr val="253C4D"/>
                </a:solidFill>
                <a:latin typeface="Yu Gothic"/>
                <a:ea typeface="Yu Gothic"/>
                <a:cs typeface="Yu Gothic"/>
              </a:defRPr>
            </a:lvl9pPr>
          </a:lstStyle>
          <a:p>
            <a:pPr>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基礎などには</a:t>
            </a:r>
          </a:p>
          <a:p>
            <a:pPr>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コンクリートも組み合わせる</a:t>
            </a:r>
          </a:p>
        </p:txBody>
      </p:sp>
      <p:sp>
        <p:nvSpPr>
          <p:cNvPr id="44" name="正方形/長方形 43">
            <a:extLst>
              <a:ext uri="{FF2B5EF4-FFF2-40B4-BE49-F238E27FC236}">
                <a16:creationId xmlns:a16="http://schemas.microsoft.com/office/drawing/2014/main" id="{10ABB7AB-19D5-47C8-9765-050F806C2400}"/>
              </a:ext>
            </a:extLst>
          </p:cNvPr>
          <p:cNvSpPr>
            <a:spLocks noGrp="1"/>
          </p:cNvSpPr>
          <p:nvPr/>
        </p:nvSpPr>
        <p:spPr>
          <a:xfrm>
            <a:off x="838200" y="5867400"/>
            <a:ext cx="10477500" cy="400050"/>
          </a:xfrm>
          <a:prstGeom prst="rect">
            <a:avLst/>
          </a:prstGeom>
          <a:noFill/>
          <a:ln w="0">
            <a:noFill/>
          </a:ln>
        </p:spPr>
        <p:txBody>
          <a:bodyPr lIns="0" tIns="0" rIns="0" bIns="0" anchor="ctr">
            <a:noAutofit/>
          </a:bodyPr>
          <a:lstStyle>
            <a:defPPr>
              <a:defRPr sz="1425" b="1">
                <a:solidFill>
                  <a:srgbClr val="087E8B"/>
                </a:solidFill>
                <a:latin typeface="Yu Gothic"/>
                <a:ea typeface="Yu Gothic"/>
                <a:cs typeface="Yu Gothic"/>
              </a:defRPr>
            </a:defPPr>
            <a:lvl1pPr>
              <a:buNone/>
              <a:defRPr sz="1425" b="1">
                <a:solidFill>
                  <a:srgbClr val="087E8B"/>
                </a:solidFill>
                <a:latin typeface="Yu Gothic"/>
                <a:ea typeface="Yu Gothic"/>
                <a:cs typeface="Yu Gothic"/>
              </a:defRPr>
            </a:lvl1pPr>
            <a:lvl2pPr>
              <a:buNone/>
              <a:defRPr sz="1425" b="1">
                <a:solidFill>
                  <a:srgbClr val="087E8B"/>
                </a:solidFill>
                <a:latin typeface="Yu Gothic"/>
                <a:ea typeface="Yu Gothic"/>
                <a:cs typeface="Yu Gothic"/>
              </a:defRPr>
            </a:lvl2pPr>
            <a:lvl3pPr>
              <a:buNone/>
              <a:defRPr sz="1425" b="1">
                <a:solidFill>
                  <a:srgbClr val="087E8B"/>
                </a:solidFill>
                <a:latin typeface="Yu Gothic"/>
                <a:ea typeface="Yu Gothic"/>
                <a:cs typeface="Yu Gothic"/>
              </a:defRPr>
            </a:lvl3pPr>
            <a:lvl4pPr>
              <a:buNone/>
              <a:defRPr sz="1425" b="1">
                <a:solidFill>
                  <a:srgbClr val="087E8B"/>
                </a:solidFill>
                <a:latin typeface="Yu Gothic"/>
                <a:ea typeface="Yu Gothic"/>
                <a:cs typeface="Yu Gothic"/>
              </a:defRPr>
            </a:lvl4pPr>
            <a:lvl5pPr>
              <a:buNone/>
              <a:defRPr sz="1425" b="1">
                <a:solidFill>
                  <a:srgbClr val="087E8B"/>
                </a:solidFill>
                <a:latin typeface="Yu Gothic"/>
                <a:ea typeface="Yu Gothic"/>
                <a:cs typeface="Yu Gothic"/>
              </a:defRPr>
            </a:lvl5pPr>
            <a:lvl6pPr>
              <a:buNone/>
              <a:defRPr sz="1425" b="1">
                <a:solidFill>
                  <a:srgbClr val="087E8B"/>
                </a:solidFill>
                <a:latin typeface="Yu Gothic"/>
                <a:ea typeface="Yu Gothic"/>
                <a:cs typeface="Yu Gothic"/>
              </a:defRPr>
            </a:lvl6pPr>
            <a:lvl7pPr>
              <a:buNone/>
              <a:defRPr sz="1425" b="1">
                <a:solidFill>
                  <a:srgbClr val="087E8B"/>
                </a:solidFill>
                <a:latin typeface="Yu Gothic"/>
                <a:ea typeface="Yu Gothic"/>
                <a:cs typeface="Yu Gothic"/>
              </a:defRPr>
            </a:lvl7pPr>
            <a:lvl8pPr>
              <a:buNone/>
              <a:defRPr sz="1425" b="1">
                <a:solidFill>
                  <a:srgbClr val="087E8B"/>
                </a:solidFill>
                <a:latin typeface="Yu Gothic"/>
                <a:ea typeface="Yu Gothic"/>
                <a:cs typeface="Yu Gothic"/>
              </a:defRPr>
            </a:lvl8pPr>
            <a:lvl9pPr>
              <a:buNone/>
              <a:defRPr sz="1425" b="1">
                <a:solidFill>
                  <a:srgbClr val="087E8B"/>
                </a:solidFill>
                <a:latin typeface="Yu Gothic"/>
                <a:ea typeface="Yu Gothic"/>
                <a:cs typeface="Yu Gothic"/>
              </a:defRPr>
            </a:lvl9pPr>
          </a:lstStyle>
          <a:p>
            <a:pPr>
              <a:buNone/>
              <a:defRPr sz="1425" b="1">
                <a:solidFill>
                  <a:srgbClr val="087E8B"/>
                </a:solidFill>
                <a:latin typeface="Yu Gothic"/>
                <a:ea typeface="Yu Gothic"/>
                <a:cs typeface="Yu Gothic"/>
              </a:defRPr>
            </a:pPr>
            <a:r>
              <a:rPr sz="1425" b="1">
                <a:solidFill>
                  <a:srgbClr val="087E8B"/>
                </a:solidFill>
                <a:latin typeface="Yu Gothic"/>
                <a:ea typeface="Yu Gothic"/>
                <a:cs typeface="Yu Gothic"/>
              </a:rPr>
              <a:t>三次元モジュールとCLTコアの概念図。実建物の組立図ではない。</a:t>
            </a:r>
          </a:p>
        </p:txBody>
      </p:sp>
    </p:spTree>
    <p:extLst>
      <p:ext uri="{BB962C8B-B14F-4D97-AF65-F5344CB8AC3E}">
        <p14:creationId xmlns:p14="http://schemas.microsoft.com/office/powerpoint/2010/main" val="185447747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正方形/長方形 7">
            <a:extLst>
              <a:ext uri="{FF2B5EF4-FFF2-40B4-BE49-F238E27FC236}">
                <a16:creationId xmlns:a16="http://schemas.microsoft.com/office/drawing/2014/main" id="{57E8CA72-C37E-4A66-B2C5-187E56AF72E4}"/>
              </a:ext>
            </a:extLst>
          </p:cNvPr>
          <p:cNvSpPr>
            <a:spLocks noGrp="1"/>
          </p:cNvSpPr>
          <p:nvPr/>
        </p:nvSpPr>
        <p:spPr>
          <a:xfrm>
            <a:off x="685800" y="342900"/>
            <a:ext cx="10820400" cy="666750"/>
          </a:xfrm>
          <a:prstGeom prst="rect">
            <a:avLst/>
          </a:prstGeom>
          <a:noFill/>
          <a:ln w="0">
            <a:noFill/>
          </a:ln>
        </p:spPr>
        <p:txBody>
          <a:bodyPr lIns="0" tIns="0" rIns="0" bIns="0" anchor="ctr">
            <a:noAutofit/>
          </a:bodyPr>
          <a:lstStyle>
            <a:defPPr>
              <a:defRPr sz="3000" b="1">
                <a:solidFill>
                  <a:srgbClr val="18364F"/>
                </a:solidFill>
                <a:latin typeface="Yu Gothic"/>
                <a:ea typeface="Yu Gothic"/>
                <a:cs typeface="Yu Gothic"/>
              </a:defRPr>
            </a:defPPr>
            <a:lvl1pPr>
              <a:buNone/>
              <a:defRPr sz="3000" b="1">
                <a:solidFill>
                  <a:srgbClr val="18364F"/>
                </a:solidFill>
                <a:latin typeface="Yu Gothic"/>
                <a:ea typeface="Yu Gothic"/>
                <a:cs typeface="Yu Gothic"/>
              </a:defRPr>
            </a:lvl1pPr>
            <a:lvl2pPr>
              <a:buNone/>
              <a:defRPr sz="3000" b="1">
                <a:solidFill>
                  <a:srgbClr val="18364F"/>
                </a:solidFill>
                <a:latin typeface="Yu Gothic"/>
                <a:ea typeface="Yu Gothic"/>
                <a:cs typeface="Yu Gothic"/>
              </a:defRPr>
            </a:lvl2pPr>
            <a:lvl3pPr>
              <a:buNone/>
              <a:defRPr sz="3000" b="1">
                <a:solidFill>
                  <a:srgbClr val="18364F"/>
                </a:solidFill>
                <a:latin typeface="Yu Gothic"/>
                <a:ea typeface="Yu Gothic"/>
                <a:cs typeface="Yu Gothic"/>
              </a:defRPr>
            </a:lvl3pPr>
            <a:lvl4pPr>
              <a:buNone/>
              <a:defRPr sz="3000" b="1">
                <a:solidFill>
                  <a:srgbClr val="18364F"/>
                </a:solidFill>
                <a:latin typeface="Yu Gothic"/>
                <a:ea typeface="Yu Gothic"/>
                <a:cs typeface="Yu Gothic"/>
              </a:defRPr>
            </a:lvl4pPr>
            <a:lvl5pPr>
              <a:buNone/>
              <a:defRPr sz="3000" b="1">
                <a:solidFill>
                  <a:srgbClr val="18364F"/>
                </a:solidFill>
                <a:latin typeface="Yu Gothic"/>
                <a:ea typeface="Yu Gothic"/>
                <a:cs typeface="Yu Gothic"/>
              </a:defRPr>
            </a:lvl5pPr>
            <a:lvl6pPr>
              <a:buNone/>
              <a:defRPr sz="3000" b="1">
                <a:solidFill>
                  <a:srgbClr val="18364F"/>
                </a:solidFill>
                <a:latin typeface="Yu Gothic"/>
                <a:ea typeface="Yu Gothic"/>
                <a:cs typeface="Yu Gothic"/>
              </a:defRPr>
            </a:lvl6pPr>
            <a:lvl7pPr>
              <a:buNone/>
              <a:defRPr sz="3000" b="1">
                <a:solidFill>
                  <a:srgbClr val="18364F"/>
                </a:solidFill>
                <a:latin typeface="Yu Gothic"/>
                <a:ea typeface="Yu Gothic"/>
                <a:cs typeface="Yu Gothic"/>
              </a:defRPr>
            </a:lvl7pPr>
            <a:lvl8pPr>
              <a:buNone/>
              <a:defRPr sz="3000" b="1">
                <a:solidFill>
                  <a:srgbClr val="18364F"/>
                </a:solidFill>
                <a:latin typeface="Yu Gothic"/>
                <a:ea typeface="Yu Gothic"/>
                <a:cs typeface="Yu Gothic"/>
              </a:defRPr>
            </a:lvl8pPr>
            <a:lvl9pPr>
              <a:buNone/>
              <a:defRPr sz="3000" b="1">
                <a:solidFill>
                  <a:srgbClr val="18364F"/>
                </a:solidFill>
                <a:latin typeface="Yu Gothic"/>
                <a:ea typeface="Yu Gothic"/>
                <a:cs typeface="Yu Gothic"/>
              </a:defRPr>
            </a:lvl9pPr>
          </a:lstStyle>
          <a:p>
            <a:pPr>
              <a:buNone/>
              <a:defRPr sz="3000" b="1">
                <a:solidFill>
                  <a:srgbClr val="18364F"/>
                </a:solidFill>
                <a:latin typeface="Yu Gothic"/>
                <a:ea typeface="Yu Gothic"/>
                <a:cs typeface="Yu Gothic"/>
              </a:defRPr>
            </a:pPr>
            <a:r>
              <a:rPr sz="3000" b="1">
                <a:solidFill>
                  <a:srgbClr val="18364F"/>
                </a:solidFill>
                <a:latin typeface="Yu Gothic"/>
                <a:ea typeface="Yu Gothic"/>
                <a:cs typeface="Yu Gothic"/>
              </a:rPr>
              <a:t>同じ「高層木造」でも、構成は違う</a:t>
            </a:r>
          </a:p>
        </p:txBody>
      </p:sp>
      <p:sp>
        <p:nvSpPr>
          <p:cNvPr id="2" name="正方形/長方形 1">
            <a:extLst>
              <a:ext uri="{FF2B5EF4-FFF2-40B4-BE49-F238E27FC236}">
                <a16:creationId xmlns:a16="http://schemas.microsoft.com/office/drawing/2014/main" id="{1B53164A-830E-4BD5-B2E5-3EF65E57624C}"/>
              </a:ext>
            </a:extLst>
          </p:cNvPr>
          <p:cNvSpPr>
            <a:spLocks noGrp="1"/>
          </p:cNvSpPr>
          <p:nvPr/>
        </p:nvSpPr>
        <p:spPr>
          <a:xfrm>
            <a:off x="685800" y="1181100"/>
            <a:ext cx="10820400" cy="19050"/>
          </a:xfrm>
          <a:prstGeom prst="rect">
            <a:avLst/>
          </a:prstGeom>
          <a:solidFill>
            <a:srgbClr val="18364F"/>
          </a:solidFill>
          <a:ln w="0">
            <a:noFill/>
          </a:ln>
        </p:spPr>
      </p:sp>
      <p:sp>
        <p:nvSpPr>
          <p:cNvPr id="3" name="正方形/長方形 2">
            <a:extLst>
              <a:ext uri="{FF2B5EF4-FFF2-40B4-BE49-F238E27FC236}">
                <a16:creationId xmlns:a16="http://schemas.microsoft.com/office/drawing/2014/main" id="{3ACFE59F-1E21-48F3-A3B1-CE32DCE85EBB}"/>
              </a:ext>
            </a:extLst>
          </p:cNvPr>
          <p:cNvSpPr>
            <a:spLocks noGrp="1"/>
          </p:cNvSpPr>
          <p:nvPr/>
        </p:nvSpPr>
        <p:spPr>
          <a:xfrm>
            <a:off x="685800" y="6419850"/>
            <a:ext cx="9334500" cy="257175"/>
          </a:xfrm>
          <a:prstGeom prst="rect">
            <a:avLst/>
          </a:prstGeom>
          <a:noFill/>
          <a:ln w="0">
            <a:noFill/>
          </a:ln>
        </p:spPr>
        <p:txBody>
          <a:bodyPr lIns="0" tIns="0" rIns="0" bIns="0" anchor="ctr">
            <a:noAutofit/>
          </a:bodyPr>
          <a:lstStyle>
            <a:defPPr>
              <a:defRPr sz="1425" b="0">
                <a:solidFill>
                  <a:srgbClr val="596875"/>
                </a:solidFill>
                <a:latin typeface="Yu Gothic"/>
                <a:ea typeface="Yu Gothic"/>
                <a:cs typeface="Yu Gothic"/>
              </a:defRPr>
            </a:defPPr>
            <a:lvl1pPr>
              <a:buNone/>
              <a:defRPr sz="1425" b="0">
                <a:solidFill>
                  <a:srgbClr val="596875"/>
                </a:solidFill>
                <a:latin typeface="Yu Gothic"/>
                <a:ea typeface="Yu Gothic"/>
                <a:cs typeface="Yu Gothic"/>
              </a:defRPr>
            </a:lvl1pPr>
            <a:lvl2pPr>
              <a:buNone/>
              <a:defRPr sz="1425" b="0">
                <a:solidFill>
                  <a:srgbClr val="596875"/>
                </a:solidFill>
                <a:latin typeface="Yu Gothic"/>
                <a:ea typeface="Yu Gothic"/>
                <a:cs typeface="Yu Gothic"/>
              </a:defRPr>
            </a:lvl2pPr>
            <a:lvl3pPr>
              <a:buNone/>
              <a:defRPr sz="1425" b="0">
                <a:solidFill>
                  <a:srgbClr val="596875"/>
                </a:solidFill>
                <a:latin typeface="Yu Gothic"/>
                <a:ea typeface="Yu Gothic"/>
                <a:cs typeface="Yu Gothic"/>
              </a:defRPr>
            </a:lvl3pPr>
            <a:lvl4pPr>
              <a:buNone/>
              <a:defRPr sz="1425" b="0">
                <a:solidFill>
                  <a:srgbClr val="596875"/>
                </a:solidFill>
                <a:latin typeface="Yu Gothic"/>
                <a:ea typeface="Yu Gothic"/>
                <a:cs typeface="Yu Gothic"/>
              </a:defRPr>
            </a:lvl4pPr>
            <a:lvl5pPr>
              <a:buNone/>
              <a:defRPr sz="1425" b="0">
                <a:solidFill>
                  <a:srgbClr val="596875"/>
                </a:solidFill>
                <a:latin typeface="Yu Gothic"/>
                <a:ea typeface="Yu Gothic"/>
                <a:cs typeface="Yu Gothic"/>
              </a:defRPr>
            </a:lvl5pPr>
            <a:lvl6pPr>
              <a:buNone/>
              <a:defRPr sz="1425" b="0">
                <a:solidFill>
                  <a:srgbClr val="596875"/>
                </a:solidFill>
                <a:latin typeface="Yu Gothic"/>
                <a:ea typeface="Yu Gothic"/>
                <a:cs typeface="Yu Gothic"/>
              </a:defRPr>
            </a:lvl6pPr>
            <a:lvl7pPr>
              <a:buNone/>
              <a:defRPr sz="1425" b="0">
                <a:solidFill>
                  <a:srgbClr val="596875"/>
                </a:solidFill>
                <a:latin typeface="Yu Gothic"/>
                <a:ea typeface="Yu Gothic"/>
                <a:cs typeface="Yu Gothic"/>
              </a:defRPr>
            </a:lvl7pPr>
            <a:lvl8pPr>
              <a:buNone/>
              <a:defRPr sz="1425" b="0">
                <a:solidFill>
                  <a:srgbClr val="596875"/>
                </a:solidFill>
                <a:latin typeface="Yu Gothic"/>
                <a:ea typeface="Yu Gothic"/>
                <a:cs typeface="Yu Gothic"/>
              </a:defRPr>
            </a:lvl8pPr>
            <a:lvl9pPr>
              <a:buNone/>
              <a:defRPr sz="1425" b="0">
                <a:solidFill>
                  <a:srgbClr val="596875"/>
                </a:solidFill>
                <a:latin typeface="Yu Gothic"/>
                <a:ea typeface="Yu Gothic"/>
                <a:cs typeface="Yu Gothic"/>
              </a:defRPr>
            </a:lvl9pPr>
          </a:lstStyle>
          <a:p>
            <a:pPr>
              <a:buNone/>
              <a:defRPr sz="1425" b="0">
                <a:solidFill>
                  <a:srgbClr val="596875"/>
                </a:solidFill>
                <a:latin typeface="Yu Gothic"/>
                <a:ea typeface="Yu Gothic"/>
                <a:cs typeface="Yu Gothic"/>
              </a:defRPr>
            </a:pPr>
            <a:r>
              <a:rPr lang="ja-JP" altLang="en-US" sz="1425" b="0">
                <a:solidFill>
                  <a:srgbClr val="596875"/>
                </a:solidFill>
                <a:latin typeface="Yu Gothic"/>
                <a:ea typeface="Yu Gothic"/>
                <a:cs typeface="Yu Gothic"/>
              </a:rPr>
              <a:t>木材及び木質材料学　新第</a:t>
            </a:r>
            <a:r>
              <a:rPr lang="en-US" altLang="ja-JP" sz="1425" b="0">
                <a:solidFill>
                  <a:srgbClr val="596875"/>
                </a:solidFill>
                <a:latin typeface="Yu Gothic"/>
                <a:ea typeface="Yu Gothic"/>
                <a:cs typeface="Yu Gothic"/>
              </a:rPr>
              <a:t>14</a:t>
            </a:r>
            <a:r>
              <a:rPr lang="ja-JP" altLang="en-US" sz="1425" b="0">
                <a:solidFill>
                  <a:srgbClr val="596875"/>
                </a:solidFill>
                <a:latin typeface="Yu Gothic"/>
                <a:ea typeface="Yu Gothic"/>
                <a:cs typeface="Yu Gothic"/>
              </a:rPr>
              <a:t>回　構造・燃焼</a:t>
            </a:r>
            <a:endParaRPr sz="1425" b="0">
              <a:solidFill>
                <a:srgbClr val="596875"/>
              </a:solidFill>
              <a:latin typeface="Yu Gothic"/>
              <a:ea typeface="Yu Gothic"/>
              <a:cs typeface="Yu Gothic"/>
            </a:endParaRPr>
          </a:p>
        </p:txBody>
      </p:sp>
      <p:sp>
        <p:nvSpPr>
          <p:cNvPr id="4" name="正方形/長方形 3">
            <a:extLst>
              <a:ext uri="{FF2B5EF4-FFF2-40B4-BE49-F238E27FC236}">
                <a16:creationId xmlns:a16="http://schemas.microsoft.com/office/drawing/2014/main" id="{FBE778DA-2243-4B4D-8E49-BB72B0718FF4}"/>
              </a:ext>
            </a:extLst>
          </p:cNvPr>
          <p:cNvSpPr>
            <a:spLocks noGrp="1"/>
          </p:cNvSpPr>
          <p:nvPr/>
        </p:nvSpPr>
        <p:spPr>
          <a:xfrm>
            <a:off x="10763250" y="6419850"/>
            <a:ext cx="742950" cy="257175"/>
          </a:xfrm>
          <a:prstGeom prst="rect">
            <a:avLst/>
          </a:prstGeom>
          <a:noFill/>
          <a:ln w="0">
            <a:noFill/>
          </a:ln>
        </p:spPr>
        <p:txBody>
          <a:bodyPr lIns="0" tIns="0" rIns="0" bIns="0" anchor="ctr">
            <a:noAutofit/>
          </a:bodyPr>
          <a:lstStyle>
            <a:defPPr>
              <a:defRPr sz="1425" b="0">
                <a:solidFill>
                  <a:srgbClr val="596875"/>
                </a:solidFill>
                <a:latin typeface="Yu Gothic"/>
                <a:ea typeface="Yu Gothic"/>
                <a:cs typeface="Yu Gothic"/>
              </a:defRPr>
            </a:defPPr>
            <a:lvl1pPr>
              <a:buNone/>
              <a:defRPr sz="1425" b="0">
                <a:solidFill>
                  <a:srgbClr val="596875"/>
                </a:solidFill>
                <a:latin typeface="Yu Gothic"/>
                <a:ea typeface="Yu Gothic"/>
                <a:cs typeface="Yu Gothic"/>
              </a:defRPr>
            </a:lvl1pPr>
            <a:lvl2pPr>
              <a:buNone/>
              <a:defRPr sz="1425" b="0">
                <a:solidFill>
                  <a:srgbClr val="596875"/>
                </a:solidFill>
                <a:latin typeface="Yu Gothic"/>
                <a:ea typeface="Yu Gothic"/>
                <a:cs typeface="Yu Gothic"/>
              </a:defRPr>
            </a:lvl2pPr>
            <a:lvl3pPr>
              <a:buNone/>
              <a:defRPr sz="1425" b="0">
                <a:solidFill>
                  <a:srgbClr val="596875"/>
                </a:solidFill>
                <a:latin typeface="Yu Gothic"/>
                <a:ea typeface="Yu Gothic"/>
                <a:cs typeface="Yu Gothic"/>
              </a:defRPr>
            </a:lvl3pPr>
            <a:lvl4pPr>
              <a:buNone/>
              <a:defRPr sz="1425" b="0">
                <a:solidFill>
                  <a:srgbClr val="596875"/>
                </a:solidFill>
                <a:latin typeface="Yu Gothic"/>
                <a:ea typeface="Yu Gothic"/>
                <a:cs typeface="Yu Gothic"/>
              </a:defRPr>
            </a:lvl4pPr>
            <a:lvl5pPr>
              <a:buNone/>
              <a:defRPr sz="1425" b="0">
                <a:solidFill>
                  <a:srgbClr val="596875"/>
                </a:solidFill>
                <a:latin typeface="Yu Gothic"/>
                <a:ea typeface="Yu Gothic"/>
                <a:cs typeface="Yu Gothic"/>
              </a:defRPr>
            </a:lvl5pPr>
            <a:lvl6pPr>
              <a:buNone/>
              <a:defRPr sz="1425" b="0">
                <a:solidFill>
                  <a:srgbClr val="596875"/>
                </a:solidFill>
                <a:latin typeface="Yu Gothic"/>
                <a:ea typeface="Yu Gothic"/>
                <a:cs typeface="Yu Gothic"/>
              </a:defRPr>
            </a:lvl6pPr>
            <a:lvl7pPr>
              <a:buNone/>
              <a:defRPr sz="1425" b="0">
                <a:solidFill>
                  <a:srgbClr val="596875"/>
                </a:solidFill>
                <a:latin typeface="Yu Gothic"/>
                <a:ea typeface="Yu Gothic"/>
                <a:cs typeface="Yu Gothic"/>
              </a:defRPr>
            </a:lvl7pPr>
            <a:lvl8pPr>
              <a:buNone/>
              <a:defRPr sz="1425" b="0">
                <a:solidFill>
                  <a:srgbClr val="596875"/>
                </a:solidFill>
                <a:latin typeface="Yu Gothic"/>
                <a:ea typeface="Yu Gothic"/>
                <a:cs typeface="Yu Gothic"/>
              </a:defRPr>
            </a:lvl8pPr>
            <a:lvl9pPr>
              <a:buNone/>
              <a:defRPr sz="1425" b="0">
                <a:solidFill>
                  <a:srgbClr val="596875"/>
                </a:solidFill>
                <a:latin typeface="Yu Gothic"/>
                <a:ea typeface="Yu Gothic"/>
                <a:cs typeface="Yu Gothic"/>
              </a:defRPr>
            </a:lvl9pPr>
          </a:lstStyle>
          <a:p>
            <a:pPr>
              <a:buNone/>
              <a:defRPr sz="1425" b="0">
                <a:solidFill>
                  <a:srgbClr val="596875"/>
                </a:solidFill>
                <a:latin typeface="Yu Gothic"/>
                <a:ea typeface="Yu Gothic"/>
                <a:cs typeface="Yu Gothic"/>
              </a:defRPr>
            </a:pPr>
            <a:r>
              <a:rPr lang="en-US" altLang="ja-JP" sz="1425" b="0">
                <a:solidFill>
                  <a:srgbClr val="596875"/>
                </a:solidFill>
                <a:latin typeface="Yu Gothic"/>
                <a:ea typeface="Yu Gothic"/>
                <a:cs typeface="Yu Gothic"/>
              </a:rPr>
              <a:t>23</a:t>
            </a:r>
            <a:endParaRPr sz="1425" b="0">
              <a:solidFill>
                <a:srgbClr val="596875"/>
              </a:solidFill>
              <a:latin typeface="Yu Gothic"/>
              <a:ea typeface="Yu Gothic"/>
              <a:cs typeface="Yu Gothic"/>
            </a:endParaRPr>
          </a:p>
        </p:txBody>
      </p:sp>
      <p:graphicFrame>
        <p:nvGraphicFramePr>
          <p:cNvPr id="5" name="表 4">
            <a:extLst>
              <a:ext uri="{FF2B5EF4-FFF2-40B4-BE49-F238E27FC236}">
                <a16:creationId xmlns:a16="http://schemas.microsoft.com/office/drawing/2014/main" id="{012692A2-0A29-4C55-808D-769126705FDA}"/>
              </a:ext>
            </a:extLst>
          </p:cNvPr>
          <p:cNvGraphicFramePr/>
          <p:nvPr/>
        </p:nvGraphicFramePr>
        <p:xfrm>
          <a:off x="838200" y="1685925"/>
          <a:ext cx="10477500" cy="3371850"/>
        </p:xfrm>
        <a:graphic>
          <a:graphicData uri="http://schemas.openxmlformats.org/drawingml/2006/table">
            <a:tbl>
              <a:tblPr/>
              <a:tblGrid>
                <a:gridCol w="2857500">
                  <a:extLst>
                    <a:ext uri="{9D8B030D-6E8A-4147-A177-3AD203B41FA5}">
                      <a16:colId xmlns:a16="http://schemas.microsoft.com/office/drawing/2014/main" val="20000"/>
                    </a:ext>
                  </a:extLst>
                </a:gridCol>
                <a:gridCol w="3810000">
                  <a:extLst>
                    <a:ext uri="{9D8B030D-6E8A-4147-A177-3AD203B41FA5}">
                      <a16:colId xmlns:a16="http://schemas.microsoft.com/office/drawing/2014/main" val="20001"/>
                    </a:ext>
                  </a:extLst>
                </a:gridCol>
                <a:gridCol w="3810000">
                  <a:extLst>
                    <a:ext uri="{9D8B030D-6E8A-4147-A177-3AD203B41FA5}">
                      <a16:colId xmlns:a16="http://schemas.microsoft.com/office/drawing/2014/main" val="20002"/>
                    </a:ext>
                  </a:extLst>
                </a:gridCol>
              </a:tblGrid>
              <a:tr h="674370">
                <a:tc>
                  <a:txBody>
                    <a:bodyPr/>
                    <a:lstStyle/>
                    <a:p>
                      <a:r>
                        <a:rPr sz="1875" b="1">
                          <a:solidFill>
                            <a:srgbClr val="FFFFFF"/>
                          </a:solidFill>
                          <a:latin typeface="Yu Gothic"/>
                          <a:ea typeface="Yu Gothic"/>
                          <a:cs typeface="Yu Gothic"/>
                        </a:rPr>
                        <a:t>比較する点</a:t>
                      </a:r>
                    </a:p>
                  </a:txBody>
                  <a:tcPr>
                    <a:solidFill>
                      <a:srgbClr val="18364F"/>
                    </a:solidFill>
                  </a:tcPr>
                </a:tc>
                <a:tc>
                  <a:txBody>
                    <a:bodyPr/>
                    <a:lstStyle/>
                    <a:p>
                      <a:r>
                        <a:rPr sz="1875" b="1">
                          <a:solidFill>
                            <a:srgbClr val="FFFFFF"/>
                          </a:solidFill>
                          <a:latin typeface="Yu Gothic"/>
                          <a:ea typeface="Yu Gothic"/>
                          <a:cs typeface="Yu Gothic"/>
                        </a:rPr>
                        <a:t>Brock Commons</a:t>
                      </a:r>
                    </a:p>
                  </a:txBody>
                  <a:tcPr>
                    <a:solidFill>
                      <a:srgbClr val="18364F"/>
                    </a:solidFill>
                  </a:tcPr>
                </a:tc>
                <a:tc>
                  <a:txBody>
                    <a:bodyPr/>
                    <a:lstStyle/>
                    <a:p>
                      <a:r>
                        <a:rPr sz="1875" b="1">
                          <a:solidFill>
                            <a:srgbClr val="FFFFFF"/>
                          </a:solidFill>
                          <a:latin typeface="Yu Gothic"/>
                          <a:ea typeface="Yu Gothic"/>
                          <a:cs typeface="Yu Gothic"/>
                        </a:rPr>
                        <a:t>Sara</a:t>
                      </a:r>
                    </a:p>
                  </a:txBody>
                  <a:tcPr>
                    <a:solidFill>
                      <a:srgbClr val="18364F"/>
                    </a:solidFill>
                  </a:tcPr>
                </a:tc>
                <a:extLst>
                  <a:ext uri="{0D108BD9-81ED-4DB2-BD59-A6C34878D82A}">
                    <a16:rowId xmlns:a16="http://schemas.microsoft.com/office/drawing/2014/main" val="10000"/>
                  </a:ext>
                </a:extLst>
              </a:tr>
              <a:tr h="674370">
                <a:tc>
                  <a:txBody>
                    <a:bodyPr/>
                    <a:lstStyle/>
                    <a:p>
                      <a:r>
                        <a:rPr sz="1875" b="0">
                          <a:solidFill>
                            <a:srgbClr val="253C4D"/>
                          </a:solidFill>
                          <a:latin typeface="Yu Gothic"/>
                          <a:ea typeface="Yu Gothic"/>
                          <a:cs typeface="Yu Gothic"/>
                        </a:rPr>
                        <a:t>高さの規模</a:t>
                      </a:r>
                    </a:p>
                  </a:txBody>
                  <a:tcPr>
                    <a:solidFill>
                      <a:srgbClr val="F1F5F7"/>
                    </a:solidFill>
                  </a:tcPr>
                </a:tc>
                <a:tc>
                  <a:txBody>
                    <a:bodyPr/>
                    <a:lstStyle/>
                    <a:p>
                      <a:r>
                        <a:rPr sz="1875" b="0">
                          <a:solidFill>
                            <a:srgbClr val="253C4D"/>
                          </a:solidFill>
                          <a:latin typeface="Yu Gothic"/>
                          <a:ea typeface="Yu Gothic"/>
                          <a:cs typeface="Yu Gothic"/>
                        </a:rPr>
                        <a:t>18階</a:t>
                      </a:r>
                    </a:p>
                  </a:txBody>
                  <a:tcPr>
                    <a:solidFill>
                      <a:srgbClr val="F1F5F7"/>
                    </a:solidFill>
                  </a:tcPr>
                </a:tc>
                <a:tc>
                  <a:txBody>
                    <a:bodyPr/>
                    <a:lstStyle/>
                    <a:p>
                      <a:r>
                        <a:rPr sz="1875" b="0">
                          <a:solidFill>
                            <a:srgbClr val="253C4D"/>
                          </a:solidFill>
                          <a:latin typeface="Yu Gothic"/>
                          <a:ea typeface="Yu Gothic"/>
                          <a:cs typeface="Yu Gothic"/>
                        </a:rPr>
                        <a:t>20階・75 m</a:t>
                      </a:r>
                    </a:p>
                  </a:txBody>
                  <a:tcPr>
                    <a:solidFill>
                      <a:srgbClr val="F1F5F7"/>
                    </a:solidFill>
                  </a:tcPr>
                </a:tc>
                <a:extLst>
                  <a:ext uri="{0D108BD9-81ED-4DB2-BD59-A6C34878D82A}">
                    <a16:rowId xmlns:a16="http://schemas.microsoft.com/office/drawing/2014/main" val="10001"/>
                  </a:ext>
                </a:extLst>
              </a:tr>
              <a:tr h="674370">
                <a:tc>
                  <a:txBody>
                    <a:bodyPr/>
                    <a:lstStyle/>
                    <a:p>
                      <a:r>
                        <a:rPr sz="1875" b="0">
                          <a:solidFill>
                            <a:srgbClr val="253C4D"/>
                          </a:solidFill>
                          <a:latin typeface="Yu Gothic"/>
                          <a:ea typeface="Yu Gothic"/>
                          <a:cs typeface="Yu Gothic"/>
                        </a:rPr>
                        <a:t>主なCLTの役割</a:t>
                      </a:r>
                    </a:p>
                  </a:txBody>
                  <a:tcPr>
                    <a:solidFill>
                      <a:srgbClr val="FFFFFF"/>
                    </a:solidFill>
                  </a:tcPr>
                </a:tc>
                <a:tc>
                  <a:txBody>
                    <a:bodyPr/>
                    <a:lstStyle/>
                    <a:p>
                      <a:r>
                        <a:rPr sz="1875" b="0">
                          <a:solidFill>
                            <a:srgbClr val="253C4D"/>
                          </a:solidFill>
                          <a:latin typeface="Yu Gothic"/>
                          <a:ea typeface="Yu Gothic"/>
                          <a:cs typeface="Yu Gothic"/>
                        </a:rPr>
                        <a:t>床パネル</a:t>
                      </a:r>
                    </a:p>
                  </a:txBody>
                  <a:tcPr>
                    <a:solidFill>
                      <a:srgbClr val="FFFFFF"/>
                    </a:solidFill>
                  </a:tcPr>
                </a:tc>
                <a:tc>
                  <a:txBody>
                    <a:bodyPr/>
                    <a:lstStyle/>
                    <a:p>
                      <a:r>
                        <a:rPr sz="1875" b="0">
                          <a:solidFill>
                            <a:srgbClr val="253C4D"/>
                          </a:solidFill>
                          <a:latin typeface="Yu Gothic"/>
                          <a:ea typeface="Yu Gothic"/>
                          <a:cs typeface="Yu Gothic"/>
                        </a:rPr>
                        <a:t>立体モジュール・コア</a:t>
                      </a:r>
                    </a:p>
                  </a:txBody>
                  <a:tcPr>
                    <a:solidFill>
                      <a:srgbClr val="FFFFFF"/>
                    </a:solidFill>
                  </a:tcPr>
                </a:tc>
                <a:extLst>
                  <a:ext uri="{0D108BD9-81ED-4DB2-BD59-A6C34878D82A}">
                    <a16:rowId xmlns:a16="http://schemas.microsoft.com/office/drawing/2014/main" val="10002"/>
                  </a:ext>
                </a:extLst>
              </a:tr>
              <a:tr h="674370">
                <a:tc>
                  <a:txBody>
                    <a:bodyPr/>
                    <a:lstStyle/>
                    <a:p>
                      <a:r>
                        <a:rPr sz="1875" b="0">
                          <a:solidFill>
                            <a:srgbClr val="253C4D"/>
                          </a:solidFill>
                          <a:latin typeface="Yu Gothic"/>
                          <a:ea typeface="Yu Gothic"/>
                          <a:cs typeface="Yu Gothic"/>
                        </a:rPr>
                        <a:t>コアの材料</a:t>
                      </a:r>
                    </a:p>
                  </a:txBody>
                  <a:tcPr>
                    <a:solidFill>
                      <a:srgbClr val="F1F5F7"/>
                    </a:solidFill>
                  </a:tcPr>
                </a:tc>
                <a:tc>
                  <a:txBody>
                    <a:bodyPr/>
                    <a:lstStyle/>
                    <a:p>
                      <a:r>
                        <a:rPr sz="1875" b="0">
                          <a:solidFill>
                            <a:srgbClr val="253C4D"/>
                          </a:solidFill>
                          <a:latin typeface="Yu Gothic"/>
                          <a:ea typeface="Yu Gothic"/>
                          <a:cs typeface="Yu Gothic"/>
                        </a:rPr>
                        <a:t>RC</a:t>
                      </a:r>
                    </a:p>
                  </a:txBody>
                  <a:tcPr>
                    <a:solidFill>
                      <a:srgbClr val="F1F5F7"/>
                    </a:solidFill>
                  </a:tcPr>
                </a:tc>
                <a:tc>
                  <a:txBody>
                    <a:bodyPr/>
                    <a:lstStyle/>
                    <a:p>
                      <a:r>
                        <a:rPr sz="1875" b="0">
                          <a:solidFill>
                            <a:srgbClr val="253C4D"/>
                          </a:solidFill>
                          <a:latin typeface="Yu Gothic"/>
                          <a:ea typeface="Yu Gothic"/>
                          <a:cs typeface="Yu Gothic"/>
                        </a:rPr>
                        <a:t>CLT</a:t>
                      </a:r>
                    </a:p>
                  </a:txBody>
                  <a:tcPr>
                    <a:solidFill>
                      <a:srgbClr val="F1F5F7"/>
                    </a:solidFill>
                  </a:tcPr>
                </a:tc>
                <a:extLst>
                  <a:ext uri="{0D108BD9-81ED-4DB2-BD59-A6C34878D82A}">
                    <a16:rowId xmlns:a16="http://schemas.microsoft.com/office/drawing/2014/main" val="10003"/>
                  </a:ext>
                </a:extLst>
              </a:tr>
              <a:tr h="674370">
                <a:tc>
                  <a:txBody>
                    <a:bodyPr/>
                    <a:lstStyle/>
                    <a:p>
                      <a:r>
                        <a:rPr sz="1875" b="0">
                          <a:solidFill>
                            <a:srgbClr val="253C4D"/>
                          </a:solidFill>
                          <a:latin typeface="Yu Gothic"/>
                          <a:ea typeface="Yu Gothic"/>
                          <a:cs typeface="Yu Gothic"/>
                        </a:rPr>
                        <a:t>他材料の利用</a:t>
                      </a:r>
                    </a:p>
                  </a:txBody>
                  <a:tcPr>
                    <a:solidFill>
                      <a:srgbClr val="FFFFFF"/>
                    </a:solidFill>
                  </a:tcPr>
                </a:tc>
                <a:tc>
                  <a:txBody>
                    <a:bodyPr/>
                    <a:lstStyle/>
                    <a:p>
                      <a:r>
                        <a:rPr sz="1875" b="0">
                          <a:solidFill>
                            <a:srgbClr val="253C4D"/>
                          </a:solidFill>
                          <a:latin typeface="Yu Gothic"/>
                          <a:ea typeface="Yu Gothic"/>
                          <a:cs typeface="Yu Gothic"/>
                        </a:rPr>
                        <a:t>RC・鋼材など</a:t>
                      </a:r>
                    </a:p>
                  </a:txBody>
                  <a:tcPr>
                    <a:solidFill>
                      <a:srgbClr val="FFFFFF"/>
                    </a:solidFill>
                  </a:tcPr>
                </a:tc>
                <a:tc>
                  <a:txBody>
                    <a:bodyPr/>
                    <a:lstStyle/>
                    <a:p>
                      <a:r>
                        <a:rPr sz="1875" b="0">
                          <a:solidFill>
                            <a:srgbClr val="253C4D"/>
                          </a:solidFill>
                          <a:latin typeface="Yu Gothic"/>
                          <a:ea typeface="Yu Gothic"/>
                          <a:cs typeface="Yu Gothic"/>
                        </a:rPr>
                        <a:t>集成材・RC・鋼材など</a:t>
                      </a:r>
                    </a:p>
                  </a:txBody>
                  <a:tcPr>
                    <a:solidFill>
                      <a:srgbClr val="FFFFFF"/>
                    </a:solidFill>
                  </a:tcPr>
                </a:tc>
                <a:extLst>
                  <a:ext uri="{0D108BD9-81ED-4DB2-BD59-A6C34878D82A}">
                    <a16:rowId xmlns:a16="http://schemas.microsoft.com/office/drawing/2014/main" val="10004"/>
                  </a:ext>
                </a:extLst>
              </a:tr>
            </a:tbl>
          </a:graphicData>
        </a:graphic>
      </p:graphicFrame>
      <p:sp>
        <p:nvSpPr>
          <p:cNvPr id="6" name="正方形/長方形 5">
            <a:extLst>
              <a:ext uri="{FF2B5EF4-FFF2-40B4-BE49-F238E27FC236}">
                <a16:creationId xmlns:a16="http://schemas.microsoft.com/office/drawing/2014/main" id="{02A770EE-0143-41F6-B83F-99E7EA16F4EF}"/>
              </a:ext>
            </a:extLst>
          </p:cNvPr>
          <p:cNvSpPr>
            <a:spLocks noGrp="1"/>
          </p:cNvSpPr>
          <p:nvPr/>
        </p:nvSpPr>
        <p:spPr>
          <a:xfrm>
            <a:off x="838200" y="5305425"/>
            <a:ext cx="10477500" cy="333375"/>
          </a:xfrm>
          <a:prstGeom prst="rect">
            <a:avLst/>
          </a:prstGeom>
          <a:noFill/>
          <a:ln w="0">
            <a:noFill/>
          </a:ln>
        </p:spPr>
        <p:txBody>
          <a:bodyPr lIns="0" tIns="0" rIns="0" bIns="0" anchor="ctr">
            <a:noAutofit/>
          </a:bodyPr>
          <a:lstStyle>
            <a:defPPr>
              <a:defRPr sz="1650" b="0">
                <a:solidFill>
                  <a:srgbClr val="2876A8"/>
                </a:solidFill>
                <a:latin typeface="Yu Gothic"/>
                <a:ea typeface="Yu Gothic"/>
                <a:cs typeface="Yu Gothic"/>
              </a:defRPr>
            </a:defPPr>
            <a:lvl1pPr>
              <a:buNone/>
              <a:defRPr sz="1650" b="0">
                <a:solidFill>
                  <a:srgbClr val="2876A8"/>
                </a:solidFill>
                <a:latin typeface="Yu Gothic"/>
                <a:ea typeface="Yu Gothic"/>
                <a:cs typeface="Yu Gothic"/>
              </a:defRPr>
            </a:lvl1pPr>
            <a:lvl2pPr>
              <a:buNone/>
              <a:defRPr sz="1650" b="0">
                <a:solidFill>
                  <a:srgbClr val="2876A8"/>
                </a:solidFill>
                <a:latin typeface="Yu Gothic"/>
                <a:ea typeface="Yu Gothic"/>
                <a:cs typeface="Yu Gothic"/>
              </a:defRPr>
            </a:lvl2pPr>
            <a:lvl3pPr>
              <a:buNone/>
              <a:defRPr sz="1650" b="0">
                <a:solidFill>
                  <a:srgbClr val="2876A8"/>
                </a:solidFill>
                <a:latin typeface="Yu Gothic"/>
                <a:ea typeface="Yu Gothic"/>
                <a:cs typeface="Yu Gothic"/>
              </a:defRPr>
            </a:lvl3pPr>
            <a:lvl4pPr>
              <a:buNone/>
              <a:defRPr sz="1650" b="0">
                <a:solidFill>
                  <a:srgbClr val="2876A8"/>
                </a:solidFill>
                <a:latin typeface="Yu Gothic"/>
                <a:ea typeface="Yu Gothic"/>
                <a:cs typeface="Yu Gothic"/>
              </a:defRPr>
            </a:lvl4pPr>
            <a:lvl5pPr>
              <a:buNone/>
              <a:defRPr sz="1650" b="0">
                <a:solidFill>
                  <a:srgbClr val="2876A8"/>
                </a:solidFill>
                <a:latin typeface="Yu Gothic"/>
                <a:ea typeface="Yu Gothic"/>
                <a:cs typeface="Yu Gothic"/>
              </a:defRPr>
            </a:lvl5pPr>
            <a:lvl6pPr>
              <a:buNone/>
              <a:defRPr sz="1650" b="0">
                <a:solidFill>
                  <a:srgbClr val="2876A8"/>
                </a:solidFill>
                <a:latin typeface="Yu Gothic"/>
                <a:ea typeface="Yu Gothic"/>
                <a:cs typeface="Yu Gothic"/>
              </a:defRPr>
            </a:lvl6pPr>
            <a:lvl7pPr>
              <a:buNone/>
              <a:defRPr sz="1650" b="0">
                <a:solidFill>
                  <a:srgbClr val="2876A8"/>
                </a:solidFill>
                <a:latin typeface="Yu Gothic"/>
                <a:ea typeface="Yu Gothic"/>
                <a:cs typeface="Yu Gothic"/>
              </a:defRPr>
            </a:lvl7pPr>
            <a:lvl8pPr>
              <a:buNone/>
              <a:defRPr sz="1650" b="0">
                <a:solidFill>
                  <a:srgbClr val="2876A8"/>
                </a:solidFill>
                <a:latin typeface="Yu Gothic"/>
                <a:ea typeface="Yu Gothic"/>
                <a:cs typeface="Yu Gothic"/>
              </a:defRPr>
            </a:lvl8pPr>
            <a:lvl9pPr>
              <a:buNone/>
              <a:defRPr sz="1650" b="0">
                <a:solidFill>
                  <a:srgbClr val="2876A8"/>
                </a:solidFill>
                <a:latin typeface="Yu Gothic"/>
                <a:ea typeface="Yu Gothic"/>
                <a:cs typeface="Yu Gothic"/>
              </a:defRPr>
            </a:lvl9pPr>
          </a:lstStyle>
          <a:p>
            <a:pPr>
              <a:buNone/>
              <a:defRPr sz="1650" b="0">
                <a:solidFill>
                  <a:srgbClr val="2876A8"/>
                </a:solidFill>
                <a:latin typeface="Yu Gothic"/>
                <a:ea typeface="Yu Gothic"/>
                <a:cs typeface="Yu Gothic"/>
              </a:defRPr>
            </a:pPr>
            <a:r>
              <a:rPr sz="1650" b="0">
                <a:solidFill>
                  <a:srgbClr val="2876A8"/>
                </a:solidFill>
                <a:latin typeface="Yu Gothic"/>
                <a:ea typeface="Yu Gothic"/>
                <a:cs typeface="Yu Gothic"/>
                <a:hlinkClick r:id="rId3"/>
              </a:rPr>
              <a:t>出典：UBC ／ White Arkitekter（詳細URLはノート・解説資料）</a:t>
            </a:r>
          </a:p>
        </p:txBody>
      </p:sp>
      <p:sp>
        <p:nvSpPr>
          <p:cNvPr id="7" name="正方形/長方形 6">
            <a:extLst>
              <a:ext uri="{FF2B5EF4-FFF2-40B4-BE49-F238E27FC236}">
                <a16:creationId xmlns:a16="http://schemas.microsoft.com/office/drawing/2014/main" id="{803EB484-4C96-45C5-A338-CC89A04609F6}"/>
              </a:ext>
            </a:extLst>
          </p:cNvPr>
          <p:cNvSpPr>
            <a:spLocks noGrp="1"/>
          </p:cNvSpPr>
          <p:nvPr/>
        </p:nvSpPr>
        <p:spPr>
          <a:xfrm>
            <a:off x="838200" y="5867400"/>
            <a:ext cx="10477500" cy="400050"/>
          </a:xfrm>
          <a:prstGeom prst="rect">
            <a:avLst/>
          </a:prstGeom>
          <a:noFill/>
          <a:ln w="0">
            <a:noFill/>
          </a:ln>
        </p:spPr>
        <p:txBody>
          <a:bodyPr lIns="0" tIns="0" rIns="0" bIns="0" anchor="ctr">
            <a:noAutofit/>
          </a:bodyPr>
          <a:lstStyle>
            <a:defPPr>
              <a:defRPr sz="1425" b="1">
                <a:solidFill>
                  <a:srgbClr val="087E8B"/>
                </a:solidFill>
                <a:latin typeface="Yu Gothic"/>
                <a:ea typeface="Yu Gothic"/>
                <a:cs typeface="Yu Gothic"/>
              </a:defRPr>
            </a:defPPr>
            <a:lvl1pPr>
              <a:buNone/>
              <a:defRPr sz="1425" b="1">
                <a:solidFill>
                  <a:srgbClr val="087E8B"/>
                </a:solidFill>
                <a:latin typeface="Yu Gothic"/>
                <a:ea typeface="Yu Gothic"/>
                <a:cs typeface="Yu Gothic"/>
              </a:defRPr>
            </a:lvl1pPr>
            <a:lvl2pPr>
              <a:buNone/>
              <a:defRPr sz="1425" b="1">
                <a:solidFill>
                  <a:srgbClr val="087E8B"/>
                </a:solidFill>
                <a:latin typeface="Yu Gothic"/>
                <a:ea typeface="Yu Gothic"/>
                <a:cs typeface="Yu Gothic"/>
              </a:defRPr>
            </a:lvl2pPr>
            <a:lvl3pPr>
              <a:buNone/>
              <a:defRPr sz="1425" b="1">
                <a:solidFill>
                  <a:srgbClr val="087E8B"/>
                </a:solidFill>
                <a:latin typeface="Yu Gothic"/>
                <a:ea typeface="Yu Gothic"/>
                <a:cs typeface="Yu Gothic"/>
              </a:defRPr>
            </a:lvl3pPr>
            <a:lvl4pPr>
              <a:buNone/>
              <a:defRPr sz="1425" b="1">
                <a:solidFill>
                  <a:srgbClr val="087E8B"/>
                </a:solidFill>
                <a:latin typeface="Yu Gothic"/>
                <a:ea typeface="Yu Gothic"/>
                <a:cs typeface="Yu Gothic"/>
              </a:defRPr>
            </a:lvl4pPr>
            <a:lvl5pPr>
              <a:buNone/>
              <a:defRPr sz="1425" b="1">
                <a:solidFill>
                  <a:srgbClr val="087E8B"/>
                </a:solidFill>
                <a:latin typeface="Yu Gothic"/>
                <a:ea typeface="Yu Gothic"/>
                <a:cs typeface="Yu Gothic"/>
              </a:defRPr>
            </a:lvl5pPr>
            <a:lvl6pPr>
              <a:buNone/>
              <a:defRPr sz="1425" b="1">
                <a:solidFill>
                  <a:srgbClr val="087E8B"/>
                </a:solidFill>
                <a:latin typeface="Yu Gothic"/>
                <a:ea typeface="Yu Gothic"/>
                <a:cs typeface="Yu Gothic"/>
              </a:defRPr>
            </a:lvl6pPr>
            <a:lvl7pPr>
              <a:buNone/>
              <a:defRPr sz="1425" b="1">
                <a:solidFill>
                  <a:srgbClr val="087E8B"/>
                </a:solidFill>
                <a:latin typeface="Yu Gothic"/>
                <a:ea typeface="Yu Gothic"/>
                <a:cs typeface="Yu Gothic"/>
              </a:defRPr>
            </a:lvl7pPr>
            <a:lvl8pPr>
              <a:buNone/>
              <a:defRPr sz="1425" b="1">
                <a:solidFill>
                  <a:srgbClr val="087E8B"/>
                </a:solidFill>
                <a:latin typeface="Yu Gothic"/>
                <a:ea typeface="Yu Gothic"/>
                <a:cs typeface="Yu Gothic"/>
              </a:defRPr>
            </a:lvl8pPr>
            <a:lvl9pPr>
              <a:buNone/>
              <a:defRPr sz="1425" b="1">
                <a:solidFill>
                  <a:srgbClr val="087E8B"/>
                </a:solidFill>
                <a:latin typeface="Yu Gothic"/>
                <a:ea typeface="Yu Gothic"/>
                <a:cs typeface="Yu Gothic"/>
              </a:defRPr>
            </a:lvl9pPr>
          </a:lstStyle>
          <a:p>
            <a:pPr>
              <a:buNone/>
              <a:defRPr sz="1425" b="1">
                <a:solidFill>
                  <a:srgbClr val="087E8B"/>
                </a:solidFill>
                <a:latin typeface="Yu Gothic"/>
                <a:ea typeface="Yu Gothic"/>
                <a:cs typeface="Yu Gothic"/>
              </a:defRPr>
            </a:pPr>
            <a:r>
              <a:rPr sz="1425" b="1">
                <a:solidFill>
                  <a:srgbClr val="087E8B"/>
                </a:solidFill>
                <a:latin typeface="Yu Gothic"/>
                <a:ea typeface="Yu Gothic"/>
                <a:cs typeface="Yu Gothic"/>
              </a:rPr>
              <a:t>材料名 → 使う部位 → 荷重の経路 → 根拠資料 の順で読む。</a:t>
            </a:r>
          </a:p>
        </p:txBody>
      </p:sp>
    </p:spTree>
    <p:extLst>
      <p:ext uri="{BB962C8B-B14F-4D97-AF65-F5344CB8AC3E}">
        <p14:creationId xmlns:p14="http://schemas.microsoft.com/office/powerpoint/2010/main" val="70846711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正方形/長方形 9">
            <a:extLst>
              <a:ext uri="{FF2B5EF4-FFF2-40B4-BE49-F238E27FC236}">
                <a16:creationId xmlns:a16="http://schemas.microsoft.com/office/drawing/2014/main" id="{EC67C200-AFCD-4A1E-9D3A-4A756A45D9D8}"/>
              </a:ext>
            </a:extLst>
          </p:cNvPr>
          <p:cNvSpPr>
            <a:spLocks noGrp="1"/>
          </p:cNvSpPr>
          <p:nvPr/>
        </p:nvSpPr>
        <p:spPr>
          <a:xfrm>
            <a:off x="685800" y="361950"/>
            <a:ext cx="10820400" cy="647700"/>
          </a:xfrm>
          <a:prstGeom prst="rect">
            <a:avLst/>
          </a:prstGeom>
          <a:noFill/>
          <a:ln w="0">
            <a:noFill/>
          </a:ln>
        </p:spPr>
        <p:txBody>
          <a:bodyPr lIns="0" tIns="0" rIns="0" bIns="0" anchor="ctr">
            <a:noAutofit/>
          </a:bodyPr>
          <a:lstStyle>
            <a:defPPr algn="l">
              <a:defRPr sz="3000" b="1">
                <a:solidFill>
                  <a:srgbClr val="18364F"/>
                </a:solidFill>
                <a:latin typeface="Yu Gothic"/>
                <a:ea typeface="Yu Gothic"/>
                <a:cs typeface="Yu Gothic"/>
              </a:defRPr>
            </a:defPPr>
            <a:lvl1pPr algn="l">
              <a:buNone/>
              <a:defRPr sz="3000" b="1">
                <a:solidFill>
                  <a:srgbClr val="18364F"/>
                </a:solidFill>
                <a:latin typeface="Yu Gothic"/>
                <a:ea typeface="Yu Gothic"/>
                <a:cs typeface="Yu Gothic"/>
              </a:defRPr>
            </a:lvl1pPr>
            <a:lvl2pPr algn="l">
              <a:buNone/>
              <a:defRPr sz="3000" b="1">
                <a:solidFill>
                  <a:srgbClr val="18364F"/>
                </a:solidFill>
                <a:latin typeface="Yu Gothic"/>
                <a:ea typeface="Yu Gothic"/>
                <a:cs typeface="Yu Gothic"/>
              </a:defRPr>
            </a:lvl2pPr>
            <a:lvl3pPr algn="l">
              <a:buNone/>
              <a:defRPr sz="3000" b="1">
                <a:solidFill>
                  <a:srgbClr val="18364F"/>
                </a:solidFill>
                <a:latin typeface="Yu Gothic"/>
                <a:ea typeface="Yu Gothic"/>
                <a:cs typeface="Yu Gothic"/>
              </a:defRPr>
            </a:lvl3pPr>
            <a:lvl4pPr algn="l">
              <a:buNone/>
              <a:defRPr sz="3000" b="1">
                <a:solidFill>
                  <a:srgbClr val="18364F"/>
                </a:solidFill>
                <a:latin typeface="Yu Gothic"/>
                <a:ea typeface="Yu Gothic"/>
                <a:cs typeface="Yu Gothic"/>
              </a:defRPr>
            </a:lvl4pPr>
            <a:lvl5pPr algn="l">
              <a:buNone/>
              <a:defRPr sz="3000" b="1">
                <a:solidFill>
                  <a:srgbClr val="18364F"/>
                </a:solidFill>
                <a:latin typeface="Yu Gothic"/>
                <a:ea typeface="Yu Gothic"/>
                <a:cs typeface="Yu Gothic"/>
              </a:defRPr>
            </a:lvl5pPr>
            <a:lvl6pPr algn="l">
              <a:buNone/>
              <a:defRPr sz="3000" b="1">
                <a:solidFill>
                  <a:srgbClr val="18364F"/>
                </a:solidFill>
                <a:latin typeface="Yu Gothic"/>
                <a:ea typeface="Yu Gothic"/>
                <a:cs typeface="Yu Gothic"/>
              </a:defRPr>
            </a:lvl6pPr>
            <a:lvl7pPr algn="l">
              <a:buNone/>
              <a:defRPr sz="3000" b="1">
                <a:solidFill>
                  <a:srgbClr val="18364F"/>
                </a:solidFill>
                <a:latin typeface="Yu Gothic"/>
                <a:ea typeface="Yu Gothic"/>
                <a:cs typeface="Yu Gothic"/>
              </a:defRPr>
            </a:lvl7pPr>
            <a:lvl8pPr algn="l">
              <a:buNone/>
              <a:defRPr sz="3000" b="1">
                <a:solidFill>
                  <a:srgbClr val="18364F"/>
                </a:solidFill>
                <a:latin typeface="Yu Gothic"/>
                <a:ea typeface="Yu Gothic"/>
                <a:cs typeface="Yu Gothic"/>
              </a:defRPr>
            </a:lvl8pPr>
            <a:lvl9pPr algn="l">
              <a:buNone/>
              <a:defRPr sz="3000" b="1">
                <a:solidFill>
                  <a:srgbClr val="18364F"/>
                </a:solidFill>
                <a:latin typeface="Yu Gothic"/>
                <a:ea typeface="Yu Gothic"/>
                <a:cs typeface="Yu Gothic"/>
              </a:defRPr>
            </a:lvl9pPr>
          </a:lstStyle>
          <a:p>
            <a:pPr algn="l">
              <a:buNone/>
              <a:defRPr sz="3000" b="1">
                <a:solidFill>
                  <a:srgbClr val="18364F"/>
                </a:solidFill>
                <a:latin typeface="Yu Gothic"/>
                <a:ea typeface="Yu Gothic"/>
                <a:cs typeface="Yu Gothic"/>
              </a:defRPr>
            </a:pPr>
            <a:r>
              <a:rPr sz="3000" b="1">
                <a:solidFill>
                  <a:srgbClr val="18364F"/>
                </a:solidFill>
                <a:latin typeface="Yu Gothic"/>
                <a:ea typeface="Yu Gothic"/>
                <a:cs typeface="Yu Gothic"/>
              </a:rPr>
              <a:t>品質情報と利用条件</a:t>
            </a:r>
          </a:p>
        </p:txBody>
      </p:sp>
      <p:cxnSp>
        <p:nvCxnSpPr>
          <p:cNvPr id="2" name="直線矢印コネクタ 1">
            <a:extLst>
              <a:ext uri="{FF2B5EF4-FFF2-40B4-BE49-F238E27FC236}">
                <a16:creationId xmlns:a16="http://schemas.microsoft.com/office/drawing/2014/main" id="{01B1DE1B-ACFA-44F5-99B2-F4705FB53A32}"/>
              </a:ext>
            </a:extLst>
          </p:cNvPr>
          <p:cNvCxnSpPr/>
          <p:nvPr/>
        </p:nvCxnSpPr>
        <p:spPr>
          <a:xfrm>
            <a:off x="685800" y="1190625"/>
            <a:ext cx="10820400" cy="0"/>
          </a:xfrm>
          <a:prstGeom prst="straightConnector1">
            <a:avLst/>
          </a:prstGeom>
          <a:ln w="22860">
            <a:solidFill>
              <a:srgbClr val="18364F"/>
            </a:solidFill>
          </a:ln>
        </p:spPr>
      </p:cxnSp>
      <p:sp>
        <p:nvSpPr>
          <p:cNvPr id="3" name="正方形/長方形 2">
            <a:extLst>
              <a:ext uri="{FF2B5EF4-FFF2-40B4-BE49-F238E27FC236}">
                <a16:creationId xmlns:a16="http://schemas.microsoft.com/office/drawing/2014/main" id="{5A838A5B-F22F-4679-9B5A-606DBA59C422}"/>
              </a:ext>
            </a:extLst>
          </p:cNvPr>
          <p:cNvSpPr>
            <a:spLocks noGrp="1"/>
          </p:cNvSpPr>
          <p:nvPr/>
        </p:nvSpPr>
        <p:spPr>
          <a:xfrm>
            <a:off x="685800" y="6419850"/>
            <a:ext cx="9048750" cy="238125"/>
          </a:xfrm>
          <a:prstGeom prst="rect">
            <a:avLst/>
          </a:prstGeom>
          <a:noFill/>
          <a:ln w="0">
            <a:noFill/>
          </a:ln>
        </p:spPr>
        <p:txBody>
          <a:bodyPr lIns="0" tIns="0" rIns="0" bIns="0" anchor="ctr">
            <a:noAutofit/>
          </a:bodyPr>
          <a:lstStyle>
            <a:defPPr algn="l">
              <a:defRPr sz="1425" b="0">
                <a:solidFill>
                  <a:srgbClr val="596875"/>
                </a:solidFill>
                <a:latin typeface="Yu Gothic"/>
                <a:ea typeface="Yu Gothic"/>
                <a:cs typeface="Yu Gothic"/>
              </a:defRPr>
            </a:defPPr>
            <a:lvl1pPr algn="l">
              <a:buNone/>
              <a:defRPr sz="1425" b="0">
                <a:solidFill>
                  <a:srgbClr val="596875"/>
                </a:solidFill>
                <a:latin typeface="Yu Gothic"/>
                <a:ea typeface="Yu Gothic"/>
                <a:cs typeface="Yu Gothic"/>
              </a:defRPr>
            </a:lvl1pPr>
            <a:lvl2pPr algn="l">
              <a:buNone/>
              <a:defRPr sz="1425" b="0">
                <a:solidFill>
                  <a:srgbClr val="596875"/>
                </a:solidFill>
                <a:latin typeface="Yu Gothic"/>
                <a:ea typeface="Yu Gothic"/>
                <a:cs typeface="Yu Gothic"/>
              </a:defRPr>
            </a:lvl2pPr>
            <a:lvl3pPr algn="l">
              <a:buNone/>
              <a:defRPr sz="1425" b="0">
                <a:solidFill>
                  <a:srgbClr val="596875"/>
                </a:solidFill>
                <a:latin typeface="Yu Gothic"/>
                <a:ea typeface="Yu Gothic"/>
                <a:cs typeface="Yu Gothic"/>
              </a:defRPr>
            </a:lvl3pPr>
            <a:lvl4pPr algn="l">
              <a:buNone/>
              <a:defRPr sz="1425" b="0">
                <a:solidFill>
                  <a:srgbClr val="596875"/>
                </a:solidFill>
                <a:latin typeface="Yu Gothic"/>
                <a:ea typeface="Yu Gothic"/>
                <a:cs typeface="Yu Gothic"/>
              </a:defRPr>
            </a:lvl4pPr>
            <a:lvl5pPr algn="l">
              <a:buNone/>
              <a:defRPr sz="1425" b="0">
                <a:solidFill>
                  <a:srgbClr val="596875"/>
                </a:solidFill>
                <a:latin typeface="Yu Gothic"/>
                <a:ea typeface="Yu Gothic"/>
                <a:cs typeface="Yu Gothic"/>
              </a:defRPr>
            </a:lvl5pPr>
            <a:lvl6pPr algn="l">
              <a:buNone/>
              <a:defRPr sz="1425" b="0">
                <a:solidFill>
                  <a:srgbClr val="596875"/>
                </a:solidFill>
                <a:latin typeface="Yu Gothic"/>
                <a:ea typeface="Yu Gothic"/>
                <a:cs typeface="Yu Gothic"/>
              </a:defRPr>
            </a:lvl6pPr>
            <a:lvl7pPr algn="l">
              <a:buNone/>
              <a:defRPr sz="1425" b="0">
                <a:solidFill>
                  <a:srgbClr val="596875"/>
                </a:solidFill>
                <a:latin typeface="Yu Gothic"/>
                <a:ea typeface="Yu Gothic"/>
                <a:cs typeface="Yu Gothic"/>
              </a:defRPr>
            </a:lvl7pPr>
            <a:lvl8pPr algn="l">
              <a:buNone/>
              <a:defRPr sz="1425" b="0">
                <a:solidFill>
                  <a:srgbClr val="596875"/>
                </a:solidFill>
                <a:latin typeface="Yu Gothic"/>
                <a:ea typeface="Yu Gothic"/>
                <a:cs typeface="Yu Gothic"/>
              </a:defRPr>
            </a:lvl8pPr>
            <a:lvl9pPr algn="l">
              <a:buNone/>
              <a:defRPr sz="1425" b="0">
                <a:solidFill>
                  <a:srgbClr val="596875"/>
                </a:solidFill>
                <a:latin typeface="Yu Gothic"/>
                <a:ea typeface="Yu Gothic"/>
                <a:cs typeface="Yu Gothic"/>
              </a:defRPr>
            </a:lvl9pPr>
          </a:lstStyle>
          <a:p>
            <a:pPr algn="l">
              <a:buNone/>
              <a:defRPr sz="1425" b="0">
                <a:solidFill>
                  <a:srgbClr val="596875"/>
                </a:solidFill>
                <a:latin typeface="Yu Gothic"/>
                <a:ea typeface="Yu Gothic"/>
                <a:cs typeface="Yu Gothic"/>
              </a:defRPr>
            </a:pPr>
            <a:r>
              <a:rPr lang="ja-JP" altLang="en-US" sz="1425" b="0">
                <a:solidFill>
                  <a:srgbClr val="596875"/>
                </a:solidFill>
                <a:latin typeface="Yu Gothic"/>
                <a:ea typeface="Yu Gothic"/>
                <a:cs typeface="Yu Gothic"/>
              </a:rPr>
              <a:t>木材及び木質材料学　新第</a:t>
            </a:r>
            <a:r>
              <a:rPr lang="en-US" altLang="ja-JP" sz="1425" b="0">
                <a:solidFill>
                  <a:srgbClr val="596875"/>
                </a:solidFill>
                <a:latin typeface="Yu Gothic"/>
                <a:ea typeface="Yu Gothic"/>
                <a:cs typeface="Yu Gothic"/>
              </a:rPr>
              <a:t>14</a:t>
            </a:r>
            <a:r>
              <a:rPr lang="ja-JP" altLang="en-US" sz="1425" b="0">
                <a:solidFill>
                  <a:srgbClr val="596875"/>
                </a:solidFill>
                <a:latin typeface="Yu Gothic"/>
                <a:ea typeface="Yu Gothic"/>
                <a:cs typeface="Yu Gothic"/>
              </a:rPr>
              <a:t>回　構造・燃焼</a:t>
            </a:r>
            <a:endParaRPr sz="1425" b="0">
              <a:solidFill>
                <a:srgbClr val="596875"/>
              </a:solidFill>
              <a:latin typeface="Yu Gothic"/>
              <a:ea typeface="Yu Gothic"/>
              <a:cs typeface="Yu Gothic"/>
            </a:endParaRPr>
          </a:p>
        </p:txBody>
      </p:sp>
      <p:sp>
        <p:nvSpPr>
          <p:cNvPr id="4" name="正方形/長方形 3">
            <a:extLst>
              <a:ext uri="{FF2B5EF4-FFF2-40B4-BE49-F238E27FC236}">
                <a16:creationId xmlns:a16="http://schemas.microsoft.com/office/drawing/2014/main" id="{523D012B-AAF5-425D-95AB-B67EF5D3331F}"/>
              </a:ext>
            </a:extLst>
          </p:cNvPr>
          <p:cNvSpPr>
            <a:spLocks noGrp="1"/>
          </p:cNvSpPr>
          <p:nvPr/>
        </p:nvSpPr>
        <p:spPr>
          <a:xfrm>
            <a:off x="10858500" y="6419850"/>
            <a:ext cx="647700" cy="238125"/>
          </a:xfrm>
          <a:prstGeom prst="rect">
            <a:avLst/>
          </a:prstGeom>
          <a:noFill/>
          <a:ln w="0">
            <a:noFill/>
          </a:ln>
        </p:spPr>
        <p:txBody>
          <a:bodyPr lIns="0" tIns="0" rIns="0" bIns="0" anchor="ctr">
            <a:noAutofit/>
          </a:bodyPr>
          <a:lstStyle>
            <a:defPPr algn="r">
              <a:defRPr sz="1425" b="0">
                <a:solidFill>
                  <a:srgbClr val="596875"/>
                </a:solidFill>
                <a:latin typeface="Yu Gothic"/>
                <a:ea typeface="Yu Gothic"/>
                <a:cs typeface="Yu Gothic"/>
              </a:defRPr>
            </a:defPPr>
            <a:lvl1pPr algn="r">
              <a:buNone/>
              <a:defRPr sz="1425" b="0">
                <a:solidFill>
                  <a:srgbClr val="596875"/>
                </a:solidFill>
                <a:latin typeface="Yu Gothic"/>
                <a:ea typeface="Yu Gothic"/>
                <a:cs typeface="Yu Gothic"/>
              </a:defRPr>
            </a:lvl1pPr>
            <a:lvl2pPr algn="r">
              <a:buNone/>
              <a:defRPr sz="1425" b="0">
                <a:solidFill>
                  <a:srgbClr val="596875"/>
                </a:solidFill>
                <a:latin typeface="Yu Gothic"/>
                <a:ea typeface="Yu Gothic"/>
                <a:cs typeface="Yu Gothic"/>
              </a:defRPr>
            </a:lvl2pPr>
            <a:lvl3pPr algn="r">
              <a:buNone/>
              <a:defRPr sz="1425" b="0">
                <a:solidFill>
                  <a:srgbClr val="596875"/>
                </a:solidFill>
                <a:latin typeface="Yu Gothic"/>
                <a:ea typeface="Yu Gothic"/>
                <a:cs typeface="Yu Gothic"/>
              </a:defRPr>
            </a:lvl3pPr>
            <a:lvl4pPr algn="r">
              <a:buNone/>
              <a:defRPr sz="1425" b="0">
                <a:solidFill>
                  <a:srgbClr val="596875"/>
                </a:solidFill>
                <a:latin typeface="Yu Gothic"/>
                <a:ea typeface="Yu Gothic"/>
                <a:cs typeface="Yu Gothic"/>
              </a:defRPr>
            </a:lvl4pPr>
            <a:lvl5pPr algn="r">
              <a:buNone/>
              <a:defRPr sz="1425" b="0">
                <a:solidFill>
                  <a:srgbClr val="596875"/>
                </a:solidFill>
                <a:latin typeface="Yu Gothic"/>
                <a:ea typeface="Yu Gothic"/>
                <a:cs typeface="Yu Gothic"/>
              </a:defRPr>
            </a:lvl5pPr>
            <a:lvl6pPr algn="r">
              <a:buNone/>
              <a:defRPr sz="1425" b="0">
                <a:solidFill>
                  <a:srgbClr val="596875"/>
                </a:solidFill>
                <a:latin typeface="Yu Gothic"/>
                <a:ea typeface="Yu Gothic"/>
                <a:cs typeface="Yu Gothic"/>
              </a:defRPr>
            </a:lvl6pPr>
            <a:lvl7pPr algn="r">
              <a:buNone/>
              <a:defRPr sz="1425" b="0">
                <a:solidFill>
                  <a:srgbClr val="596875"/>
                </a:solidFill>
                <a:latin typeface="Yu Gothic"/>
                <a:ea typeface="Yu Gothic"/>
                <a:cs typeface="Yu Gothic"/>
              </a:defRPr>
            </a:lvl7pPr>
            <a:lvl8pPr algn="r">
              <a:buNone/>
              <a:defRPr sz="1425" b="0">
                <a:solidFill>
                  <a:srgbClr val="596875"/>
                </a:solidFill>
                <a:latin typeface="Yu Gothic"/>
                <a:ea typeface="Yu Gothic"/>
                <a:cs typeface="Yu Gothic"/>
              </a:defRPr>
            </a:lvl8pPr>
            <a:lvl9pPr algn="r">
              <a:buNone/>
              <a:defRPr sz="1425" b="0">
                <a:solidFill>
                  <a:srgbClr val="596875"/>
                </a:solidFill>
                <a:latin typeface="Yu Gothic"/>
                <a:ea typeface="Yu Gothic"/>
                <a:cs typeface="Yu Gothic"/>
              </a:defRPr>
            </a:lvl9pPr>
          </a:lstStyle>
          <a:p>
            <a:pPr algn="r">
              <a:buNone/>
              <a:defRPr sz="1425" b="0">
                <a:solidFill>
                  <a:srgbClr val="596875"/>
                </a:solidFill>
                <a:latin typeface="Yu Gothic"/>
                <a:ea typeface="Yu Gothic"/>
                <a:cs typeface="Yu Gothic"/>
              </a:defRPr>
            </a:pPr>
            <a:r>
              <a:rPr lang="en-US" altLang="ja-JP" sz="1425" b="0">
                <a:solidFill>
                  <a:srgbClr val="596875"/>
                </a:solidFill>
                <a:latin typeface="Yu Gothic"/>
                <a:ea typeface="Yu Gothic"/>
                <a:cs typeface="Yu Gothic"/>
              </a:rPr>
              <a:t>24</a:t>
            </a:r>
            <a:endParaRPr sz="1425" b="0">
              <a:solidFill>
                <a:srgbClr val="596875"/>
              </a:solidFill>
              <a:latin typeface="Yu Gothic"/>
              <a:ea typeface="Yu Gothic"/>
              <a:cs typeface="Yu Gothic"/>
            </a:endParaRPr>
          </a:p>
        </p:txBody>
      </p:sp>
      <p:sp>
        <p:nvSpPr>
          <p:cNvPr id="5" name="正方形/長方形 4">
            <a:extLst>
              <a:ext uri="{FF2B5EF4-FFF2-40B4-BE49-F238E27FC236}">
                <a16:creationId xmlns:a16="http://schemas.microsoft.com/office/drawing/2014/main" id="{D7B97D40-7922-46AC-9B29-52819F62EF42}"/>
              </a:ext>
            </a:extLst>
          </p:cNvPr>
          <p:cNvSpPr>
            <a:spLocks noGrp="1"/>
          </p:cNvSpPr>
          <p:nvPr/>
        </p:nvSpPr>
        <p:spPr>
          <a:xfrm>
            <a:off x="685800" y="1571625"/>
            <a:ext cx="10820400" cy="666750"/>
          </a:xfrm>
          <a:prstGeom prst="rect">
            <a:avLst/>
          </a:prstGeom>
          <a:noFill/>
          <a:ln w="0">
            <a:noFill/>
          </a:ln>
        </p:spPr>
        <p:txBody>
          <a:bodyPr lIns="0" tIns="0" rIns="0" bIns="0" anchor="ctr">
            <a:noAutofit/>
          </a:bodyPr>
          <a:lstStyle>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製品の等級、ラミナの構成、接着、含水状態を確認する</a:t>
            </a:r>
          </a:p>
        </p:txBody>
      </p:sp>
      <p:sp>
        <p:nvSpPr>
          <p:cNvPr id="6" name="正方形/長方形 5">
            <a:extLst>
              <a:ext uri="{FF2B5EF4-FFF2-40B4-BE49-F238E27FC236}">
                <a16:creationId xmlns:a16="http://schemas.microsoft.com/office/drawing/2014/main" id="{B6F9C434-54B5-4022-BE90-394A851E83A5}"/>
              </a:ext>
            </a:extLst>
          </p:cNvPr>
          <p:cNvSpPr>
            <a:spLocks noGrp="1"/>
          </p:cNvSpPr>
          <p:nvPr/>
        </p:nvSpPr>
        <p:spPr>
          <a:xfrm>
            <a:off x="685800" y="2352675"/>
            <a:ext cx="10820400" cy="666750"/>
          </a:xfrm>
          <a:prstGeom prst="rect">
            <a:avLst/>
          </a:prstGeom>
          <a:noFill/>
          <a:ln w="0">
            <a:noFill/>
          </a:ln>
        </p:spPr>
        <p:txBody>
          <a:bodyPr lIns="0" tIns="0" rIns="0" bIns="0" anchor="ctr">
            <a:noAutofit/>
          </a:bodyPr>
          <a:lstStyle>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実測平均値、製品の表示値、設計で用いる数値を区別する</a:t>
            </a:r>
          </a:p>
        </p:txBody>
      </p:sp>
      <p:sp>
        <p:nvSpPr>
          <p:cNvPr id="7" name="正方形/長方形 6">
            <a:extLst>
              <a:ext uri="{FF2B5EF4-FFF2-40B4-BE49-F238E27FC236}">
                <a16:creationId xmlns:a16="http://schemas.microsoft.com/office/drawing/2014/main" id="{307A8CF8-8AF3-409A-B680-52E710589EAD}"/>
              </a:ext>
            </a:extLst>
          </p:cNvPr>
          <p:cNvSpPr>
            <a:spLocks noGrp="1"/>
          </p:cNvSpPr>
          <p:nvPr/>
        </p:nvSpPr>
        <p:spPr>
          <a:xfrm>
            <a:off x="685800" y="3133725"/>
            <a:ext cx="10820400" cy="666750"/>
          </a:xfrm>
          <a:prstGeom prst="rect">
            <a:avLst/>
          </a:prstGeom>
          <a:noFill/>
          <a:ln w="0">
            <a:noFill/>
          </a:ln>
        </p:spPr>
        <p:txBody>
          <a:bodyPr lIns="0" tIns="0" rIns="0" bIns="0" anchor="ctr">
            <a:noAutofit/>
          </a:bodyPr>
          <a:lstStyle>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施工中や使用中の濡れ、木口や接合部の水分管理も考える</a:t>
            </a:r>
          </a:p>
        </p:txBody>
      </p:sp>
      <p:sp>
        <p:nvSpPr>
          <p:cNvPr id="8" name="正方形/長方形 7">
            <a:extLst>
              <a:ext uri="{FF2B5EF4-FFF2-40B4-BE49-F238E27FC236}">
                <a16:creationId xmlns:a16="http://schemas.microsoft.com/office/drawing/2014/main" id="{BF8630A9-448B-4D12-A781-1612C75ADC8C}"/>
              </a:ext>
            </a:extLst>
          </p:cNvPr>
          <p:cNvSpPr>
            <a:spLocks noGrp="1"/>
          </p:cNvSpPr>
          <p:nvPr/>
        </p:nvSpPr>
        <p:spPr>
          <a:xfrm>
            <a:off x="685800" y="3914775"/>
            <a:ext cx="10820400" cy="666750"/>
          </a:xfrm>
          <a:prstGeom prst="rect">
            <a:avLst/>
          </a:prstGeom>
          <a:noFill/>
          <a:ln w="0">
            <a:noFill/>
          </a:ln>
        </p:spPr>
        <p:txBody>
          <a:bodyPr lIns="0" tIns="0" rIns="0" bIns="0" anchor="ctr">
            <a:noAutofit/>
          </a:bodyPr>
          <a:lstStyle>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点検・補修・交換を含めて、長く使える納まりを検討する</a:t>
            </a:r>
          </a:p>
        </p:txBody>
      </p:sp>
      <p:sp>
        <p:nvSpPr>
          <p:cNvPr id="9" name="正方形/長方形 8">
            <a:extLst>
              <a:ext uri="{FF2B5EF4-FFF2-40B4-BE49-F238E27FC236}">
                <a16:creationId xmlns:a16="http://schemas.microsoft.com/office/drawing/2014/main" id="{ABFAFE66-EDC7-45C8-B43A-A43AF221F5E2}"/>
              </a:ext>
            </a:extLst>
          </p:cNvPr>
          <p:cNvSpPr>
            <a:spLocks noGrp="1"/>
          </p:cNvSpPr>
          <p:nvPr/>
        </p:nvSpPr>
        <p:spPr>
          <a:xfrm>
            <a:off x="685800" y="4695825"/>
            <a:ext cx="10820400" cy="666750"/>
          </a:xfrm>
          <a:prstGeom prst="rect">
            <a:avLst/>
          </a:prstGeom>
          <a:noFill/>
          <a:ln w="0">
            <a:noFill/>
          </a:ln>
        </p:spPr>
        <p:txBody>
          <a:bodyPr lIns="0" tIns="0" rIns="0" bIns="0" anchor="ctr">
            <a:noAutofit/>
          </a:bodyPr>
          <a:lstStyle>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学校では、構成と荷重の関係を模型や断面写真で説明できることを目指す</a:t>
            </a:r>
          </a:p>
        </p:txBody>
      </p:sp>
    </p:spTree>
    <p:extLst>
      <p:ext uri="{BB962C8B-B14F-4D97-AF65-F5344CB8AC3E}">
        <p14:creationId xmlns:p14="http://schemas.microsoft.com/office/powerpoint/2010/main" val="383997180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正方形/長方形 14">
            <a:extLst>
              <a:ext uri="{FF2B5EF4-FFF2-40B4-BE49-F238E27FC236}">
                <a16:creationId xmlns:a16="http://schemas.microsoft.com/office/drawing/2014/main" id="{24DE39ED-6F02-4B62-8BA0-8977EF606DC6}"/>
              </a:ext>
            </a:extLst>
          </p:cNvPr>
          <p:cNvSpPr>
            <a:spLocks noGrp="1"/>
          </p:cNvSpPr>
          <p:nvPr/>
        </p:nvSpPr>
        <p:spPr>
          <a:xfrm>
            <a:off x="685800" y="342900"/>
            <a:ext cx="10820400" cy="666750"/>
          </a:xfrm>
          <a:prstGeom prst="rect">
            <a:avLst/>
          </a:prstGeom>
          <a:noFill/>
          <a:ln w="0">
            <a:noFill/>
          </a:ln>
        </p:spPr>
        <p:txBody>
          <a:bodyPr lIns="0" tIns="0" rIns="0" bIns="0" anchor="ctr">
            <a:noAutofit/>
          </a:bodyPr>
          <a:lstStyle>
            <a:defPPr>
              <a:defRPr sz="3000" b="1">
                <a:solidFill>
                  <a:srgbClr val="18364F"/>
                </a:solidFill>
                <a:latin typeface="Yu Gothic"/>
                <a:ea typeface="Yu Gothic"/>
                <a:cs typeface="Yu Gothic"/>
              </a:defRPr>
            </a:defPPr>
            <a:lvl1pPr>
              <a:buNone/>
              <a:defRPr sz="3000" b="1">
                <a:solidFill>
                  <a:srgbClr val="18364F"/>
                </a:solidFill>
                <a:latin typeface="Yu Gothic"/>
                <a:ea typeface="Yu Gothic"/>
                <a:cs typeface="Yu Gothic"/>
              </a:defRPr>
            </a:lvl1pPr>
            <a:lvl2pPr>
              <a:buNone/>
              <a:defRPr sz="3000" b="1">
                <a:solidFill>
                  <a:srgbClr val="18364F"/>
                </a:solidFill>
                <a:latin typeface="Yu Gothic"/>
                <a:ea typeface="Yu Gothic"/>
                <a:cs typeface="Yu Gothic"/>
              </a:defRPr>
            </a:lvl2pPr>
            <a:lvl3pPr>
              <a:buNone/>
              <a:defRPr sz="3000" b="1">
                <a:solidFill>
                  <a:srgbClr val="18364F"/>
                </a:solidFill>
                <a:latin typeface="Yu Gothic"/>
                <a:ea typeface="Yu Gothic"/>
                <a:cs typeface="Yu Gothic"/>
              </a:defRPr>
            </a:lvl3pPr>
            <a:lvl4pPr>
              <a:buNone/>
              <a:defRPr sz="3000" b="1">
                <a:solidFill>
                  <a:srgbClr val="18364F"/>
                </a:solidFill>
                <a:latin typeface="Yu Gothic"/>
                <a:ea typeface="Yu Gothic"/>
                <a:cs typeface="Yu Gothic"/>
              </a:defRPr>
            </a:lvl4pPr>
            <a:lvl5pPr>
              <a:buNone/>
              <a:defRPr sz="3000" b="1">
                <a:solidFill>
                  <a:srgbClr val="18364F"/>
                </a:solidFill>
                <a:latin typeface="Yu Gothic"/>
                <a:ea typeface="Yu Gothic"/>
                <a:cs typeface="Yu Gothic"/>
              </a:defRPr>
            </a:lvl5pPr>
            <a:lvl6pPr>
              <a:buNone/>
              <a:defRPr sz="3000" b="1">
                <a:solidFill>
                  <a:srgbClr val="18364F"/>
                </a:solidFill>
                <a:latin typeface="Yu Gothic"/>
                <a:ea typeface="Yu Gothic"/>
                <a:cs typeface="Yu Gothic"/>
              </a:defRPr>
            </a:lvl6pPr>
            <a:lvl7pPr>
              <a:buNone/>
              <a:defRPr sz="3000" b="1">
                <a:solidFill>
                  <a:srgbClr val="18364F"/>
                </a:solidFill>
                <a:latin typeface="Yu Gothic"/>
                <a:ea typeface="Yu Gothic"/>
                <a:cs typeface="Yu Gothic"/>
              </a:defRPr>
            </a:lvl7pPr>
            <a:lvl8pPr>
              <a:buNone/>
              <a:defRPr sz="3000" b="1">
                <a:solidFill>
                  <a:srgbClr val="18364F"/>
                </a:solidFill>
                <a:latin typeface="Yu Gothic"/>
                <a:ea typeface="Yu Gothic"/>
                <a:cs typeface="Yu Gothic"/>
              </a:defRPr>
            </a:lvl8pPr>
            <a:lvl9pPr>
              <a:buNone/>
              <a:defRPr sz="3000" b="1">
                <a:solidFill>
                  <a:srgbClr val="18364F"/>
                </a:solidFill>
                <a:latin typeface="Yu Gothic"/>
                <a:ea typeface="Yu Gothic"/>
                <a:cs typeface="Yu Gothic"/>
              </a:defRPr>
            </a:lvl9pPr>
          </a:lstStyle>
          <a:p>
            <a:pPr>
              <a:buNone/>
              <a:defRPr sz="3000" b="1">
                <a:solidFill>
                  <a:srgbClr val="18364F"/>
                </a:solidFill>
                <a:latin typeface="Yu Gothic"/>
                <a:ea typeface="Yu Gothic"/>
                <a:cs typeface="Yu Gothic"/>
              </a:defRPr>
            </a:pPr>
            <a:r>
              <a:rPr sz="3000" b="1">
                <a:solidFill>
                  <a:srgbClr val="18364F"/>
                </a:solidFill>
                <a:latin typeface="Yu Gothic"/>
                <a:ea typeface="Yu Gothic"/>
                <a:cs typeface="Yu Gothic"/>
              </a:rPr>
              <a:t>高くするために、同時に満たす条件</a:t>
            </a:r>
          </a:p>
        </p:txBody>
      </p:sp>
      <p:sp>
        <p:nvSpPr>
          <p:cNvPr id="2" name="正方形/長方形 1">
            <a:extLst>
              <a:ext uri="{FF2B5EF4-FFF2-40B4-BE49-F238E27FC236}">
                <a16:creationId xmlns:a16="http://schemas.microsoft.com/office/drawing/2014/main" id="{18114CC7-4597-4686-8B9C-2A1F6F1AE116}"/>
              </a:ext>
            </a:extLst>
          </p:cNvPr>
          <p:cNvSpPr>
            <a:spLocks noGrp="1"/>
          </p:cNvSpPr>
          <p:nvPr/>
        </p:nvSpPr>
        <p:spPr>
          <a:xfrm>
            <a:off x="685800" y="1181100"/>
            <a:ext cx="10820400" cy="19050"/>
          </a:xfrm>
          <a:prstGeom prst="rect">
            <a:avLst/>
          </a:prstGeom>
          <a:solidFill>
            <a:srgbClr val="18364F"/>
          </a:solidFill>
          <a:ln w="0">
            <a:noFill/>
          </a:ln>
        </p:spPr>
      </p:sp>
      <p:sp>
        <p:nvSpPr>
          <p:cNvPr id="3" name="正方形/長方形 2">
            <a:extLst>
              <a:ext uri="{FF2B5EF4-FFF2-40B4-BE49-F238E27FC236}">
                <a16:creationId xmlns:a16="http://schemas.microsoft.com/office/drawing/2014/main" id="{07C7A28B-5854-41E5-924F-575DB3D2F508}"/>
              </a:ext>
            </a:extLst>
          </p:cNvPr>
          <p:cNvSpPr>
            <a:spLocks noGrp="1"/>
          </p:cNvSpPr>
          <p:nvPr/>
        </p:nvSpPr>
        <p:spPr>
          <a:xfrm>
            <a:off x="685800" y="6419850"/>
            <a:ext cx="9334500" cy="257175"/>
          </a:xfrm>
          <a:prstGeom prst="rect">
            <a:avLst/>
          </a:prstGeom>
          <a:noFill/>
          <a:ln w="0">
            <a:noFill/>
          </a:ln>
        </p:spPr>
        <p:txBody>
          <a:bodyPr lIns="0" tIns="0" rIns="0" bIns="0" anchor="ctr">
            <a:noAutofit/>
          </a:bodyPr>
          <a:lstStyle>
            <a:defPPr>
              <a:defRPr sz="1425" b="0">
                <a:solidFill>
                  <a:srgbClr val="596875"/>
                </a:solidFill>
                <a:latin typeface="Yu Gothic"/>
                <a:ea typeface="Yu Gothic"/>
                <a:cs typeface="Yu Gothic"/>
              </a:defRPr>
            </a:defPPr>
            <a:lvl1pPr>
              <a:buNone/>
              <a:defRPr sz="1425" b="0">
                <a:solidFill>
                  <a:srgbClr val="596875"/>
                </a:solidFill>
                <a:latin typeface="Yu Gothic"/>
                <a:ea typeface="Yu Gothic"/>
                <a:cs typeface="Yu Gothic"/>
              </a:defRPr>
            </a:lvl1pPr>
            <a:lvl2pPr>
              <a:buNone/>
              <a:defRPr sz="1425" b="0">
                <a:solidFill>
                  <a:srgbClr val="596875"/>
                </a:solidFill>
                <a:latin typeface="Yu Gothic"/>
                <a:ea typeface="Yu Gothic"/>
                <a:cs typeface="Yu Gothic"/>
              </a:defRPr>
            </a:lvl2pPr>
            <a:lvl3pPr>
              <a:buNone/>
              <a:defRPr sz="1425" b="0">
                <a:solidFill>
                  <a:srgbClr val="596875"/>
                </a:solidFill>
                <a:latin typeface="Yu Gothic"/>
                <a:ea typeface="Yu Gothic"/>
                <a:cs typeface="Yu Gothic"/>
              </a:defRPr>
            </a:lvl3pPr>
            <a:lvl4pPr>
              <a:buNone/>
              <a:defRPr sz="1425" b="0">
                <a:solidFill>
                  <a:srgbClr val="596875"/>
                </a:solidFill>
                <a:latin typeface="Yu Gothic"/>
                <a:ea typeface="Yu Gothic"/>
                <a:cs typeface="Yu Gothic"/>
              </a:defRPr>
            </a:lvl4pPr>
            <a:lvl5pPr>
              <a:buNone/>
              <a:defRPr sz="1425" b="0">
                <a:solidFill>
                  <a:srgbClr val="596875"/>
                </a:solidFill>
                <a:latin typeface="Yu Gothic"/>
                <a:ea typeface="Yu Gothic"/>
                <a:cs typeface="Yu Gothic"/>
              </a:defRPr>
            </a:lvl5pPr>
            <a:lvl6pPr>
              <a:buNone/>
              <a:defRPr sz="1425" b="0">
                <a:solidFill>
                  <a:srgbClr val="596875"/>
                </a:solidFill>
                <a:latin typeface="Yu Gothic"/>
                <a:ea typeface="Yu Gothic"/>
                <a:cs typeface="Yu Gothic"/>
              </a:defRPr>
            </a:lvl6pPr>
            <a:lvl7pPr>
              <a:buNone/>
              <a:defRPr sz="1425" b="0">
                <a:solidFill>
                  <a:srgbClr val="596875"/>
                </a:solidFill>
                <a:latin typeface="Yu Gothic"/>
                <a:ea typeface="Yu Gothic"/>
                <a:cs typeface="Yu Gothic"/>
              </a:defRPr>
            </a:lvl7pPr>
            <a:lvl8pPr>
              <a:buNone/>
              <a:defRPr sz="1425" b="0">
                <a:solidFill>
                  <a:srgbClr val="596875"/>
                </a:solidFill>
                <a:latin typeface="Yu Gothic"/>
                <a:ea typeface="Yu Gothic"/>
                <a:cs typeface="Yu Gothic"/>
              </a:defRPr>
            </a:lvl8pPr>
            <a:lvl9pPr>
              <a:buNone/>
              <a:defRPr sz="1425" b="0">
                <a:solidFill>
                  <a:srgbClr val="596875"/>
                </a:solidFill>
                <a:latin typeface="Yu Gothic"/>
                <a:ea typeface="Yu Gothic"/>
                <a:cs typeface="Yu Gothic"/>
              </a:defRPr>
            </a:lvl9pPr>
          </a:lstStyle>
          <a:p>
            <a:pPr>
              <a:buNone/>
              <a:defRPr sz="1425" b="0">
                <a:solidFill>
                  <a:srgbClr val="596875"/>
                </a:solidFill>
                <a:latin typeface="Yu Gothic"/>
                <a:ea typeface="Yu Gothic"/>
                <a:cs typeface="Yu Gothic"/>
              </a:defRPr>
            </a:pPr>
            <a:r>
              <a:rPr lang="ja-JP" altLang="en-US" sz="1425" b="0">
                <a:solidFill>
                  <a:srgbClr val="596875"/>
                </a:solidFill>
                <a:latin typeface="Yu Gothic"/>
                <a:ea typeface="Yu Gothic"/>
                <a:cs typeface="Yu Gothic"/>
              </a:rPr>
              <a:t>木材及び木質材料学　新第</a:t>
            </a:r>
            <a:r>
              <a:rPr lang="en-US" altLang="ja-JP" sz="1425" b="0">
                <a:solidFill>
                  <a:srgbClr val="596875"/>
                </a:solidFill>
                <a:latin typeface="Yu Gothic"/>
                <a:ea typeface="Yu Gothic"/>
                <a:cs typeface="Yu Gothic"/>
              </a:rPr>
              <a:t>14</a:t>
            </a:r>
            <a:r>
              <a:rPr lang="ja-JP" altLang="en-US" sz="1425" b="0">
                <a:solidFill>
                  <a:srgbClr val="596875"/>
                </a:solidFill>
                <a:latin typeface="Yu Gothic"/>
                <a:ea typeface="Yu Gothic"/>
                <a:cs typeface="Yu Gothic"/>
              </a:rPr>
              <a:t>回　構造・燃焼</a:t>
            </a:r>
            <a:endParaRPr sz="1425" b="0">
              <a:solidFill>
                <a:srgbClr val="596875"/>
              </a:solidFill>
              <a:latin typeface="Yu Gothic"/>
              <a:ea typeface="Yu Gothic"/>
              <a:cs typeface="Yu Gothic"/>
            </a:endParaRPr>
          </a:p>
        </p:txBody>
      </p:sp>
      <p:sp>
        <p:nvSpPr>
          <p:cNvPr id="4" name="正方形/長方形 3">
            <a:extLst>
              <a:ext uri="{FF2B5EF4-FFF2-40B4-BE49-F238E27FC236}">
                <a16:creationId xmlns:a16="http://schemas.microsoft.com/office/drawing/2014/main" id="{1C02A81D-312E-4AB6-A9AE-70A93CF2F518}"/>
              </a:ext>
            </a:extLst>
          </p:cNvPr>
          <p:cNvSpPr>
            <a:spLocks noGrp="1"/>
          </p:cNvSpPr>
          <p:nvPr/>
        </p:nvSpPr>
        <p:spPr>
          <a:xfrm>
            <a:off x="10763250" y="6419850"/>
            <a:ext cx="742950" cy="257175"/>
          </a:xfrm>
          <a:prstGeom prst="rect">
            <a:avLst/>
          </a:prstGeom>
          <a:noFill/>
          <a:ln w="0">
            <a:noFill/>
          </a:ln>
        </p:spPr>
        <p:txBody>
          <a:bodyPr lIns="0" tIns="0" rIns="0" bIns="0" anchor="ctr">
            <a:noAutofit/>
          </a:bodyPr>
          <a:lstStyle>
            <a:defPPr>
              <a:defRPr sz="1425" b="0">
                <a:solidFill>
                  <a:srgbClr val="596875"/>
                </a:solidFill>
                <a:latin typeface="Yu Gothic"/>
                <a:ea typeface="Yu Gothic"/>
                <a:cs typeface="Yu Gothic"/>
              </a:defRPr>
            </a:defPPr>
            <a:lvl1pPr>
              <a:buNone/>
              <a:defRPr sz="1425" b="0">
                <a:solidFill>
                  <a:srgbClr val="596875"/>
                </a:solidFill>
                <a:latin typeface="Yu Gothic"/>
                <a:ea typeface="Yu Gothic"/>
                <a:cs typeface="Yu Gothic"/>
              </a:defRPr>
            </a:lvl1pPr>
            <a:lvl2pPr>
              <a:buNone/>
              <a:defRPr sz="1425" b="0">
                <a:solidFill>
                  <a:srgbClr val="596875"/>
                </a:solidFill>
                <a:latin typeface="Yu Gothic"/>
                <a:ea typeface="Yu Gothic"/>
                <a:cs typeface="Yu Gothic"/>
              </a:defRPr>
            </a:lvl2pPr>
            <a:lvl3pPr>
              <a:buNone/>
              <a:defRPr sz="1425" b="0">
                <a:solidFill>
                  <a:srgbClr val="596875"/>
                </a:solidFill>
                <a:latin typeface="Yu Gothic"/>
                <a:ea typeface="Yu Gothic"/>
                <a:cs typeface="Yu Gothic"/>
              </a:defRPr>
            </a:lvl3pPr>
            <a:lvl4pPr>
              <a:buNone/>
              <a:defRPr sz="1425" b="0">
                <a:solidFill>
                  <a:srgbClr val="596875"/>
                </a:solidFill>
                <a:latin typeface="Yu Gothic"/>
                <a:ea typeface="Yu Gothic"/>
                <a:cs typeface="Yu Gothic"/>
              </a:defRPr>
            </a:lvl4pPr>
            <a:lvl5pPr>
              <a:buNone/>
              <a:defRPr sz="1425" b="0">
                <a:solidFill>
                  <a:srgbClr val="596875"/>
                </a:solidFill>
                <a:latin typeface="Yu Gothic"/>
                <a:ea typeface="Yu Gothic"/>
                <a:cs typeface="Yu Gothic"/>
              </a:defRPr>
            </a:lvl5pPr>
            <a:lvl6pPr>
              <a:buNone/>
              <a:defRPr sz="1425" b="0">
                <a:solidFill>
                  <a:srgbClr val="596875"/>
                </a:solidFill>
                <a:latin typeface="Yu Gothic"/>
                <a:ea typeface="Yu Gothic"/>
                <a:cs typeface="Yu Gothic"/>
              </a:defRPr>
            </a:lvl6pPr>
            <a:lvl7pPr>
              <a:buNone/>
              <a:defRPr sz="1425" b="0">
                <a:solidFill>
                  <a:srgbClr val="596875"/>
                </a:solidFill>
                <a:latin typeface="Yu Gothic"/>
                <a:ea typeface="Yu Gothic"/>
                <a:cs typeface="Yu Gothic"/>
              </a:defRPr>
            </a:lvl7pPr>
            <a:lvl8pPr>
              <a:buNone/>
              <a:defRPr sz="1425" b="0">
                <a:solidFill>
                  <a:srgbClr val="596875"/>
                </a:solidFill>
                <a:latin typeface="Yu Gothic"/>
                <a:ea typeface="Yu Gothic"/>
                <a:cs typeface="Yu Gothic"/>
              </a:defRPr>
            </a:lvl8pPr>
            <a:lvl9pPr>
              <a:buNone/>
              <a:defRPr sz="1425" b="0">
                <a:solidFill>
                  <a:srgbClr val="596875"/>
                </a:solidFill>
                <a:latin typeface="Yu Gothic"/>
                <a:ea typeface="Yu Gothic"/>
                <a:cs typeface="Yu Gothic"/>
              </a:defRPr>
            </a:lvl9pPr>
          </a:lstStyle>
          <a:p>
            <a:pPr>
              <a:buNone/>
              <a:defRPr sz="1425" b="0">
                <a:solidFill>
                  <a:srgbClr val="596875"/>
                </a:solidFill>
                <a:latin typeface="Yu Gothic"/>
                <a:ea typeface="Yu Gothic"/>
                <a:cs typeface="Yu Gothic"/>
              </a:defRPr>
            </a:pPr>
            <a:r>
              <a:rPr lang="en-US" altLang="ja-JP" sz="1425" b="0">
                <a:solidFill>
                  <a:srgbClr val="596875"/>
                </a:solidFill>
                <a:latin typeface="Yu Gothic"/>
                <a:ea typeface="Yu Gothic"/>
                <a:cs typeface="Yu Gothic"/>
              </a:rPr>
              <a:t>25</a:t>
            </a:r>
            <a:endParaRPr sz="1425" b="0">
              <a:solidFill>
                <a:srgbClr val="596875"/>
              </a:solidFill>
              <a:latin typeface="Yu Gothic"/>
              <a:ea typeface="Yu Gothic"/>
              <a:cs typeface="Yu Gothic"/>
            </a:endParaRPr>
          </a:p>
        </p:txBody>
      </p:sp>
      <p:sp>
        <p:nvSpPr>
          <p:cNvPr id="5" name="正方形/長方形 4">
            <a:extLst>
              <a:ext uri="{FF2B5EF4-FFF2-40B4-BE49-F238E27FC236}">
                <a16:creationId xmlns:a16="http://schemas.microsoft.com/office/drawing/2014/main" id="{975EACFE-BA7E-42CC-B67B-91F542A97724}"/>
              </a:ext>
            </a:extLst>
          </p:cNvPr>
          <p:cNvSpPr>
            <a:spLocks noGrp="1"/>
          </p:cNvSpPr>
          <p:nvPr/>
        </p:nvSpPr>
        <p:spPr>
          <a:xfrm>
            <a:off x="838200" y="1724025"/>
            <a:ext cx="2238375" cy="952500"/>
          </a:xfrm>
          <a:prstGeom prst="rect">
            <a:avLst/>
          </a:prstGeom>
          <a:solidFill>
            <a:srgbClr val="18364F"/>
          </a:solidFill>
          <a:ln w="0">
            <a:noFill/>
          </a:ln>
        </p:spPr>
      </p:sp>
      <p:sp>
        <p:nvSpPr>
          <p:cNvPr id="6" name="正方形/長方形 5">
            <a:extLst>
              <a:ext uri="{FF2B5EF4-FFF2-40B4-BE49-F238E27FC236}">
                <a16:creationId xmlns:a16="http://schemas.microsoft.com/office/drawing/2014/main" id="{EAA5CAA7-9540-4C53-AAA6-6A596F4F1FD2}"/>
              </a:ext>
            </a:extLst>
          </p:cNvPr>
          <p:cNvSpPr>
            <a:spLocks noGrp="1"/>
          </p:cNvSpPr>
          <p:nvPr/>
        </p:nvSpPr>
        <p:spPr>
          <a:xfrm>
            <a:off x="1028700" y="1895475"/>
            <a:ext cx="1857375" cy="609600"/>
          </a:xfrm>
          <a:prstGeom prst="rect">
            <a:avLst/>
          </a:prstGeom>
          <a:noFill/>
          <a:ln w="0">
            <a:noFill/>
          </a:ln>
        </p:spPr>
        <p:txBody>
          <a:bodyPr lIns="0" tIns="0" rIns="0" bIns="0" anchor="ctr">
            <a:noAutofit/>
          </a:bodyPr>
          <a:lstStyle>
            <a:defPPr>
              <a:defRPr sz="2250" b="1">
                <a:solidFill>
                  <a:srgbClr val="FFFFFF"/>
                </a:solidFill>
                <a:latin typeface="Yu Gothic"/>
                <a:ea typeface="Yu Gothic"/>
                <a:cs typeface="Yu Gothic"/>
              </a:defRPr>
            </a:defPPr>
            <a:lvl1pPr>
              <a:buNone/>
              <a:defRPr sz="2250" b="1">
                <a:solidFill>
                  <a:srgbClr val="FFFFFF"/>
                </a:solidFill>
                <a:latin typeface="Yu Gothic"/>
                <a:ea typeface="Yu Gothic"/>
                <a:cs typeface="Yu Gothic"/>
              </a:defRPr>
            </a:lvl1pPr>
            <a:lvl2pPr>
              <a:buNone/>
              <a:defRPr sz="2250" b="1">
                <a:solidFill>
                  <a:srgbClr val="FFFFFF"/>
                </a:solidFill>
                <a:latin typeface="Yu Gothic"/>
                <a:ea typeface="Yu Gothic"/>
                <a:cs typeface="Yu Gothic"/>
              </a:defRPr>
            </a:lvl2pPr>
            <a:lvl3pPr>
              <a:buNone/>
              <a:defRPr sz="2250" b="1">
                <a:solidFill>
                  <a:srgbClr val="FFFFFF"/>
                </a:solidFill>
                <a:latin typeface="Yu Gothic"/>
                <a:ea typeface="Yu Gothic"/>
                <a:cs typeface="Yu Gothic"/>
              </a:defRPr>
            </a:lvl3pPr>
            <a:lvl4pPr>
              <a:buNone/>
              <a:defRPr sz="2250" b="1">
                <a:solidFill>
                  <a:srgbClr val="FFFFFF"/>
                </a:solidFill>
                <a:latin typeface="Yu Gothic"/>
                <a:ea typeface="Yu Gothic"/>
                <a:cs typeface="Yu Gothic"/>
              </a:defRPr>
            </a:lvl4pPr>
            <a:lvl5pPr>
              <a:buNone/>
              <a:defRPr sz="2250" b="1">
                <a:solidFill>
                  <a:srgbClr val="FFFFFF"/>
                </a:solidFill>
                <a:latin typeface="Yu Gothic"/>
                <a:ea typeface="Yu Gothic"/>
                <a:cs typeface="Yu Gothic"/>
              </a:defRPr>
            </a:lvl5pPr>
            <a:lvl6pPr>
              <a:buNone/>
              <a:defRPr sz="2250" b="1">
                <a:solidFill>
                  <a:srgbClr val="FFFFFF"/>
                </a:solidFill>
                <a:latin typeface="Yu Gothic"/>
                <a:ea typeface="Yu Gothic"/>
                <a:cs typeface="Yu Gothic"/>
              </a:defRPr>
            </a:lvl6pPr>
            <a:lvl7pPr>
              <a:buNone/>
              <a:defRPr sz="2250" b="1">
                <a:solidFill>
                  <a:srgbClr val="FFFFFF"/>
                </a:solidFill>
                <a:latin typeface="Yu Gothic"/>
                <a:ea typeface="Yu Gothic"/>
                <a:cs typeface="Yu Gothic"/>
              </a:defRPr>
            </a:lvl7pPr>
            <a:lvl8pPr>
              <a:buNone/>
              <a:defRPr sz="2250" b="1">
                <a:solidFill>
                  <a:srgbClr val="FFFFFF"/>
                </a:solidFill>
                <a:latin typeface="Yu Gothic"/>
                <a:ea typeface="Yu Gothic"/>
                <a:cs typeface="Yu Gothic"/>
              </a:defRPr>
            </a:lvl8pPr>
            <a:lvl9pPr>
              <a:buNone/>
              <a:defRPr sz="2250" b="1">
                <a:solidFill>
                  <a:srgbClr val="FFFFFF"/>
                </a:solidFill>
                <a:latin typeface="Yu Gothic"/>
                <a:ea typeface="Yu Gothic"/>
                <a:cs typeface="Yu Gothic"/>
              </a:defRPr>
            </a:lvl9pPr>
          </a:lstStyle>
          <a:p>
            <a:pPr>
              <a:buNone/>
              <a:defRPr sz="2250" b="1">
                <a:solidFill>
                  <a:srgbClr val="FFFFFF"/>
                </a:solidFill>
                <a:latin typeface="Yu Gothic"/>
                <a:ea typeface="Yu Gothic"/>
                <a:cs typeface="Yu Gothic"/>
              </a:defRPr>
            </a:pPr>
            <a:r>
              <a:rPr sz="2250" b="1">
                <a:solidFill>
                  <a:srgbClr val="FFFFFF"/>
                </a:solidFill>
                <a:latin typeface="Yu Gothic"/>
                <a:ea typeface="Yu Gothic"/>
                <a:cs typeface="Yu Gothic"/>
              </a:rPr>
              <a:t>力と変形</a:t>
            </a:r>
          </a:p>
        </p:txBody>
      </p:sp>
      <p:sp>
        <p:nvSpPr>
          <p:cNvPr id="7" name="正方形/長方形 6">
            <a:extLst>
              <a:ext uri="{FF2B5EF4-FFF2-40B4-BE49-F238E27FC236}">
                <a16:creationId xmlns:a16="http://schemas.microsoft.com/office/drawing/2014/main" id="{95C7B580-DED3-4987-8E6A-727D975624AD}"/>
              </a:ext>
            </a:extLst>
          </p:cNvPr>
          <p:cNvSpPr>
            <a:spLocks noGrp="1"/>
          </p:cNvSpPr>
          <p:nvPr/>
        </p:nvSpPr>
        <p:spPr>
          <a:xfrm>
            <a:off x="3524250" y="1905000"/>
            <a:ext cx="7715250" cy="781050"/>
          </a:xfrm>
          <a:prstGeom prst="rect">
            <a:avLst/>
          </a:prstGeom>
          <a:noFill/>
          <a:ln w="0">
            <a:noFill/>
          </a:ln>
        </p:spPr>
        <p:txBody>
          <a:bodyPr lIns="0" tIns="0" rIns="0" bIns="0" anchor="ctr">
            <a:noAutofit/>
          </a:bodyPr>
          <a:lstStyle>
            <a:defPPr>
              <a:defRPr sz="2250" b="0">
                <a:solidFill>
                  <a:srgbClr val="253C4D"/>
                </a:solidFill>
                <a:latin typeface="Yu Gothic"/>
                <a:ea typeface="Yu Gothic"/>
                <a:cs typeface="Yu Gothic"/>
              </a:defRPr>
            </a:defPPr>
            <a:lvl1pPr>
              <a:buNone/>
              <a:defRPr sz="2250" b="0">
                <a:solidFill>
                  <a:srgbClr val="253C4D"/>
                </a:solidFill>
                <a:latin typeface="Yu Gothic"/>
                <a:ea typeface="Yu Gothic"/>
                <a:cs typeface="Yu Gothic"/>
              </a:defRPr>
            </a:lvl1pPr>
            <a:lvl2pPr>
              <a:buNone/>
              <a:defRPr sz="2250" b="0">
                <a:solidFill>
                  <a:srgbClr val="253C4D"/>
                </a:solidFill>
                <a:latin typeface="Yu Gothic"/>
                <a:ea typeface="Yu Gothic"/>
                <a:cs typeface="Yu Gothic"/>
              </a:defRPr>
            </a:lvl2pPr>
            <a:lvl3pPr>
              <a:buNone/>
              <a:defRPr sz="2250" b="0">
                <a:solidFill>
                  <a:srgbClr val="253C4D"/>
                </a:solidFill>
                <a:latin typeface="Yu Gothic"/>
                <a:ea typeface="Yu Gothic"/>
                <a:cs typeface="Yu Gothic"/>
              </a:defRPr>
            </a:lvl3pPr>
            <a:lvl4pPr>
              <a:buNone/>
              <a:defRPr sz="2250" b="0">
                <a:solidFill>
                  <a:srgbClr val="253C4D"/>
                </a:solidFill>
                <a:latin typeface="Yu Gothic"/>
                <a:ea typeface="Yu Gothic"/>
                <a:cs typeface="Yu Gothic"/>
              </a:defRPr>
            </a:lvl4pPr>
            <a:lvl5pPr>
              <a:buNone/>
              <a:defRPr sz="2250" b="0">
                <a:solidFill>
                  <a:srgbClr val="253C4D"/>
                </a:solidFill>
                <a:latin typeface="Yu Gothic"/>
                <a:ea typeface="Yu Gothic"/>
                <a:cs typeface="Yu Gothic"/>
              </a:defRPr>
            </a:lvl5pPr>
            <a:lvl6pPr>
              <a:buNone/>
              <a:defRPr sz="2250" b="0">
                <a:solidFill>
                  <a:srgbClr val="253C4D"/>
                </a:solidFill>
                <a:latin typeface="Yu Gothic"/>
                <a:ea typeface="Yu Gothic"/>
                <a:cs typeface="Yu Gothic"/>
              </a:defRPr>
            </a:lvl6pPr>
            <a:lvl7pPr>
              <a:buNone/>
              <a:defRPr sz="2250" b="0">
                <a:solidFill>
                  <a:srgbClr val="253C4D"/>
                </a:solidFill>
                <a:latin typeface="Yu Gothic"/>
                <a:ea typeface="Yu Gothic"/>
                <a:cs typeface="Yu Gothic"/>
              </a:defRPr>
            </a:lvl7pPr>
            <a:lvl8pPr>
              <a:buNone/>
              <a:defRPr sz="2250" b="0">
                <a:solidFill>
                  <a:srgbClr val="253C4D"/>
                </a:solidFill>
                <a:latin typeface="Yu Gothic"/>
                <a:ea typeface="Yu Gothic"/>
                <a:cs typeface="Yu Gothic"/>
              </a:defRPr>
            </a:lvl8pPr>
            <a:lvl9pPr>
              <a:buNone/>
              <a:defRPr sz="2250" b="0">
                <a:solidFill>
                  <a:srgbClr val="253C4D"/>
                </a:solidFill>
                <a:latin typeface="Yu Gothic"/>
                <a:ea typeface="Yu Gothic"/>
                <a:cs typeface="Yu Gothic"/>
              </a:defRPr>
            </a:lvl9pPr>
          </a:lstStyle>
          <a:p>
            <a:pPr>
              <a:buNone/>
              <a:defRPr sz="2250" b="0">
                <a:solidFill>
                  <a:srgbClr val="253C4D"/>
                </a:solidFill>
                <a:latin typeface="Yu Gothic"/>
                <a:ea typeface="Yu Gothic"/>
                <a:cs typeface="Yu Gothic"/>
              </a:defRPr>
            </a:pPr>
            <a:r>
              <a:rPr sz="2250" b="0">
                <a:solidFill>
                  <a:srgbClr val="253C4D"/>
                </a:solidFill>
                <a:latin typeface="Yu Gothic"/>
                <a:ea typeface="Yu Gothic"/>
                <a:cs typeface="Yu Gothic"/>
              </a:rPr>
              <a:t>水平変形・振動／接合／転倒への抵抗</a:t>
            </a:r>
          </a:p>
        </p:txBody>
      </p:sp>
      <p:sp>
        <p:nvSpPr>
          <p:cNvPr id="8" name="正方形/長方形 7">
            <a:extLst>
              <a:ext uri="{FF2B5EF4-FFF2-40B4-BE49-F238E27FC236}">
                <a16:creationId xmlns:a16="http://schemas.microsoft.com/office/drawing/2014/main" id="{1AE91517-9FCC-4607-9030-04F69761B239}"/>
              </a:ext>
            </a:extLst>
          </p:cNvPr>
          <p:cNvSpPr>
            <a:spLocks noGrp="1"/>
          </p:cNvSpPr>
          <p:nvPr/>
        </p:nvSpPr>
        <p:spPr>
          <a:xfrm>
            <a:off x="838200" y="3028950"/>
            <a:ext cx="2238375" cy="952500"/>
          </a:xfrm>
          <a:prstGeom prst="rect">
            <a:avLst/>
          </a:prstGeom>
          <a:solidFill>
            <a:srgbClr val="087E8B"/>
          </a:solidFill>
          <a:ln w="0">
            <a:noFill/>
          </a:ln>
        </p:spPr>
      </p:sp>
      <p:sp>
        <p:nvSpPr>
          <p:cNvPr id="9" name="正方形/長方形 8">
            <a:extLst>
              <a:ext uri="{FF2B5EF4-FFF2-40B4-BE49-F238E27FC236}">
                <a16:creationId xmlns:a16="http://schemas.microsoft.com/office/drawing/2014/main" id="{17FEE29F-0E27-4388-A991-0CF2F8423D80}"/>
              </a:ext>
            </a:extLst>
          </p:cNvPr>
          <p:cNvSpPr>
            <a:spLocks noGrp="1"/>
          </p:cNvSpPr>
          <p:nvPr/>
        </p:nvSpPr>
        <p:spPr>
          <a:xfrm>
            <a:off x="1028700" y="3200400"/>
            <a:ext cx="1857375" cy="609600"/>
          </a:xfrm>
          <a:prstGeom prst="rect">
            <a:avLst/>
          </a:prstGeom>
          <a:noFill/>
          <a:ln w="0">
            <a:noFill/>
          </a:ln>
        </p:spPr>
        <p:txBody>
          <a:bodyPr lIns="0" tIns="0" rIns="0" bIns="0" anchor="ctr">
            <a:noAutofit/>
          </a:bodyPr>
          <a:lstStyle>
            <a:defPPr>
              <a:defRPr sz="2250" b="1">
                <a:solidFill>
                  <a:srgbClr val="FFFFFF"/>
                </a:solidFill>
                <a:latin typeface="Yu Gothic"/>
                <a:ea typeface="Yu Gothic"/>
                <a:cs typeface="Yu Gothic"/>
              </a:defRPr>
            </a:defPPr>
            <a:lvl1pPr>
              <a:buNone/>
              <a:defRPr sz="2250" b="1">
                <a:solidFill>
                  <a:srgbClr val="FFFFFF"/>
                </a:solidFill>
                <a:latin typeface="Yu Gothic"/>
                <a:ea typeface="Yu Gothic"/>
                <a:cs typeface="Yu Gothic"/>
              </a:defRPr>
            </a:lvl1pPr>
            <a:lvl2pPr>
              <a:buNone/>
              <a:defRPr sz="2250" b="1">
                <a:solidFill>
                  <a:srgbClr val="FFFFFF"/>
                </a:solidFill>
                <a:latin typeface="Yu Gothic"/>
                <a:ea typeface="Yu Gothic"/>
                <a:cs typeface="Yu Gothic"/>
              </a:defRPr>
            </a:lvl2pPr>
            <a:lvl3pPr>
              <a:buNone/>
              <a:defRPr sz="2250" b="1">
                <a:solidFill>
                  <a:srgbClr val="FFFFFF"/>
                </a:solidFill>
                <a:latin typeface="Yu Gothic"/>
                <a:ea typeface="Yu Gothic"/>
                <a:cs typeface="Yu Gothic"/>
              </a:defRPr>
            </a:lvl3pPr>
            <a:lvl4pPr>
              <a:buNone/>
              <a:defRPr sz="2250" b="1">
                <a:solidFill>
                  <a:srgbClr val="FFFFFF"/>
                </a:solidFill>
                <a:latin typeface="Yu Gothic"/>
                <a:ea typeface="Yu Gothic"/>
                <a:cs typeface="Yu Gothic"/>
              </a:defRPr>
            </a:lvl4pPr>
            <a:lvl5pPr>
              <a:buNone/>
              <a:defRPr sz="2250" b="1">
                <a:solidFill>
                  <a:srgbClr val="FFFFFF"/>
                </a:solidFill>
                <a:latin typeface="Yu Gothic"/>
                <a:ea typeface="Yu Gothic"/>
                <a:cs typeface="Yu Gothic"/>
              </a:defRPr>
            </a:lvl5pPr>
            <a:lvl6pPr>
              <a:buNone/>
              <a:defRPr sz="2250" b="1">
                <a:solidFill>
                  <a:srgbClr val="FFFFFF"/>
                </a:solidFill>
                <a:latin typeface="Yu Gothic"/>
                <a:ea typeface="Yu Gothic"/>
                <a:cs typeface="Yu Gothic"/>
              </a:defRPr>
            </a:lvl6pPr>
            <a:lvl7pPr>
              <a:buNone/>
              <a:defRPr sz="2250" b="1">
                <a:solidFill>
                  <a:srgbClr val="FFFFFF"/>
                </a:solidFill>
                <a:latin typeface="Yu Gothic"/>
                <a:ea typeface="Yu Gothic"/>
                <a:cs typeface="Yu Gothic"/>
              </a:defRPr>
            </a:lvl7pPr>
            <a:lvl8pPr>
              <a:buNone/>
              <a:defRPr sz="2250" b="1">
                <a:solidFill>
                  <a:srgbClr val="FFFFFF"/>
                </a:solidFill>
                <a:latin typeface="Yu Gothic"/>
                <a:ea typeface="Yu Gothic"/>
                <a:cs typeface="Yu Gothic"/>
              </a:defRPr>
            </a:lvl8pPr>
            <a:lvl9pPr>
              <a:buNone/>
              <a:defRPr sz="2250" b="1">
                <a:solidFill>
                  <a:srgbClr val="FFFFFF"/>
                </a:solidFill>
                <a:latin typeface="Yu Gothic"/>
                <a:ea typeface="Yu Gothic"/>
                <a:cs typeface="Yu Gothic"/>
              </a:defRPr>
            </a:lvl9pPr>
          </a:lstStyle>
          <a:p>
            <a:pPr>
              <a:buNone/>
              <a:defRPr sz="2250" b="1">
                <a:solidFill>
                  <a:srgbClr val="FFFFFF"/>
                </a:solidFill>
                <a:latin typeface="Yu Gothic"/>
                <a:ea typeface="Yu Gothic"/>
                <a:cs typeface="Yu Gothic"/>
              </a:defRPr>
            </a:pPr>
            <a:r>
              <a:rPr sz="2250" b="1">
                <a:solidFill>
                  <a:srgbClr val="FFFFFF"/>
                </a:solidFill>
                <a:latin typeface="Yu Gothic"/>
                <a:ea typeface="Yu Gothic"/>
                <a:cs typeface="Yu Gothic"/>
              </a:rPr>
              <a:t>火と音</a:t>
            </a:r>
          </a:p>
        </p:txBody>
      </p:sp>
      <p:sp>
        <p:nvSpPr>
          <p:cNvPr id="10" name="正方形/長方形 9">
            <a:extLst>
              <a:ext uri="{FF2B5EF4-FFF2-40B4-BE49-F238E27FC236}">
                <a16:creationId xmlns:a16="http://schemas.microsoft.com/office/drawing/2014/main" id="{79853A21-8EBA-4101-A81F-C27EAD6F8359}"/>
              </a:ext>
            </a:extLst>
          </p:cNvPr>
          <p:cNvSpPr>
            <a:spLocks noGrp="1"/>
          </p:cNvSpPr>
          <p:nvPr/>
        </p:nvSpPr>
        <p:spPr>
          <a:xfrm>
            <a:off x="3524250" y="3209925"/>
            <a:ext cx="7715250" cy="781050"/>
          </a:xfrm>
          <a:prstGeom prst="rect">
            <a:avLst/>
          </a:prstGeom>
          <a:noFill/>
          <a:ln w="0">
            <a:noFill/>
          </a:ln>
        </p:spPr>
        <p:txBody>
          <a:bodyPr lIns="0" tIns="0" rIns="0" bIns="0" anchor="ctr">
            <a:noAutofit/>
          </a:bodyPr>
          <a:lstStyle>
            <a:defPPr>
              <a:defRPr sz="2250" b="0">
                <a:solidFill>
                  <a:srgbClr val="253C4D"/>
                </a:solidFill>
                <a:latin typeface="Yu Gothic"/>
                <a:ea typeface="Yu Gothic"/>
                <a:cs typeface="Yu Gothic"/>
              </a:defRPr>
            </a:defPPr>
            <a:lvl1pPr>
              <a:buNone/>
              <a:defRPr sz="2250" b="0">
                <a:solidFill>
                  <a:srgbClr val="253C4D"/>
                </a:solidFill>
                <a:latin typeface="Yu Gothic"/>
                <a:ea typeface="Yu Gothic"/>
                <a:cs typeface="Yu Gothic"/>
              </a:defRPr>
            </a:lvl1pPr>
            <a:lvl2pPr>
              <a:buNone/>
              <a:defRPr sz="2250" b="0">
                <a:solidFill>
                  <a:srgbClr val="253C4D"/>
                </a:solidFill>
                <a:latin typeface="Yu Gothic"/>
                <a:ea typeface="Yu Gothic"/>
                <a:cs typeface="Yu Gothic"/>
              </a:defRPr>
            </a:lvl2pPr>
            <a:lvl3pPr>
              <a:buNone/>
              <a:defRPr sz="2250" b="0">
                <a:solidFill>
                  <a:srgbClr val="253C4D"/>
                </a:solidFill>
                <a:latin typeface="Yu Gothic"/>
                <a:ea typeface="Yu Gothic"/>
                <a:cs typeface="Yu Gothic"/>
              </a:defRPr>
            </a:lvl3pPr>
            <a:lvl4pPr>
              <a:buNone/>
              <a:defRPr sz="2250" b="0">
                <a:solidFill>
                  <a:srgbClr val="253C4D"/>
                </a:solidFill>
                <a:latin typeface="Yu Gothic"/>
                <a:ea typeface="Yu Gothic"/>
                <a:cs typeface="Yu Gothic"/>
              </a:defRPr>
            </a:lvl4pPr>
            <a:lvl5pPr>
              <a:buNone/>
              <a:defRPr sz="2250" b="0">
                <a:solidFill>
                  <a:srgbClr val="253C4D"/>
                </a:solidFill>
                <a:latin typeface="Yu Gothic"/>
                <a:ea typeface="Yu Gothic"/>
                <a:cs typeface="Yu Gothic"/>
              </a:defRPr>
            </a:lvl5pPr>
            <a:lvl6pPr>
              <a:buNone/>
              <a:defRPr sz="2250" b="0">
                <a:solidFill>
                  <a:srgbClr val="253C4D"/>
                </a:solidFill>
                <a:latin typeface="Yu Gothic"/>
                <a:ea typeface="Yu Gothic"/>
                <a:cs typeface="Yu Gothic"/>
              </a:defRPr>
            </a:lvl6pPr>
            <a:lvl7pPr>
              <a:buNone/>
              <a:defRPr sz="2250" b="0">
                <a:solidFill>
                  <a:srgbClr val="253C4D"/>
                </a:solidFill>
                <a:latin typeface="Yu Gothic"/>
                <a:ea typeface="Yu Gothic"/>
                <a:cs typeface="Yu Gothic"/>
              </a:defRPr>
            </a:lvl7pPr>
            <a:lvl8pPr>
              <a:buNone/>
              <a:defRPr sz="2250" b="0">
                <a:solidFill>
                  <a:srgbClr val="253C4D"/>
                </a:solidFill>
                <a:latin typeface="Yu Gothic"/>
                <a:ea typeface="Yu Gothic"/>
                <a:cs typeface="Yu Gothic"/>
              </a:defRPr>
            </a:lvl8pPr>
            <a:lvl9pPr>
              <a:buNone/>
              <a:defRPr sz="2250" b="0">
                <a:solidFill>
                  <a:srgbClr val="253C4D"/>
                </a:solidFill>
                <a:latin typeface="Yu Gothic"/>
                <a:ea typeface="Yu Gothic"/>
                <a:cs typeface="Yu Gothic"/>
              </a:defRPr>
            </a:lvl9pPr>
          </a:lstStyle>
          <a:p>
            <a:pPr>
              <a:buNone/>
              <a:defRPr sz="2250" b="0">
                <a:solidFill>
                  <a:srgbClr val="253C4D"/>
                </a:solidFill>
                <a:latin typeface="Yu Gothic"/>
                <a:ea typeface="Yu Gothic"/>
                <a:cs typeface="Yu Gothic"/>
              </a:defRPr>
            </a:pPr>
            <a:r>
              <a:rPr sz="2250" b="0">
                <a:solidFill>
                  <a:srgbClr val="253C4D"/>
                </a:solidFill>
                <a:latin typeface="Yu Gothic"/>
                <a:ea typeface="Yu Gothic"/>
                <a:cs typeface="Yu Gothic"/>
              </a:rPr>
              <a:t>耐火・被覆／遮音・床の構成</a:t>
            </a:r>
          </a:p>
        </p:txBody>
      </p:sp>
      <p:sp>
        <p:nvSpPr>
          <p:cNvPr id="11" name="正方形/長方形 10">
            <a:extLst>
              <a:ext uri="{FF2B5EF4-FFF2-40B4-BE49-F238E27FC236}">
                <a16:creationId xmlns:a16="http://schemas.microsoft.com/office/drawing/2014/main" id="{4017A8B3-1239-4F0E-8928-5F7B0F091BE4}"/>
              </a:ext>
            </a:extLst>
          </p:cNvPr>
          <p:cNvSpPr>
            <a:spLocks noGrp="1"/>
          </p:cNvSpPr>
          <p:nvPr/>
        </p:nvSpPr>
        <p:spPr>
          <a:xfrm>
            <a:off x="838200" y="4333875"/>
            <a:ext cx="2238375" cy="952500"/>
          </a:xfrm>
          <a:prstGeom prst="rect">
            <a:avLst/>
          </a:prstGeom>
          <a:solidFill>
            <a:srgbClr val="087E8B"/>
          </a:solidFill>
          <a:ln w="0">
            <a:noFill/>
          </a:ln>
        </p:spPr>
      </p:sp>
      <p:sp>
        <p:nvSpPr>
          <p:cNvPr id="12" name="正方形/長方形 11">
            <a:extLst>
              <a:ext uri="{FF2B5EF4-FFF2-40B4-BE49-F238E27FC236}">
                <a16:creationId xmlns:a16="http://schemas.microsoft.com/office/drawing/2014/main" id="{E435EE7C-2003-4ADF-9E35-CBEF07B73440}"/>
              </a:ext>
            </a:extLst>
          </p:cNvPr>
          <p:cNvSpPr>
            <a:spLocks noGrp="1"/>
          </p:cNvSpPr>
          <p:nvPr/>
        </p:nvSpPr>
        <p:spPr>
          <a:xfrm>
            <a:off x="1028700" y="4505325"/>
            <a:ext cx="1857375" cy="609600"/>
          </a:xfrm>
          <a:prstGeom prst="rect">
            <a:avLst/>
          </a:prstGeom>
          <a:noFill/>
          <a:ln w="0">
            <a:noFill/>
          </a:ln>
        </p:spPr>
        <p:txBody>
          <a:bodyPr lIns="0" tIns="0" rIns="0" bIns="0" anchor="ctr">
            <a:noAutofit/>
          </a:bodyPr>
          <a:lstStyle>
            <a:defPPr>
              <a:defRPr sz="2250" b="1">
                <a:solidFill>
                  <a:srgbClr val="FFFFFF"/>
                </a:solidFill>
                <a:latin typeface="Yu Gothic"/>
                <a:ea typeface="Yu Gothic"/>
                <a:cs typeface="Yu Gothic"/>
              </a:defRPr>
            </a:defPPr>
            <a:lvl1pPr>
              <a:buNone/>
              <a:defRPr sz="2250" b="1">
                <a:solidFill>
                  <a:srgbClr val="FFFFFF"/>
                </a:solidFill>
                <a:latin typeface="Yu Gothic"/>
                <a:ea typeface="Yu Gothic"/>
                <a:cs typeface="Yu Gothic"/>
              </a:defRPr>
            </a:lvl1pPr>
            <a:lvl2pPr>
              <a:buNone/>
              <a:defRPr sz="2250" b="1">
                <a:solidFill>
                  <a:srgbClr val="FFFFFF"/>
                </a:solidFill>
                <a:latin typeface="Yu Gothic"/>
                <a:ea typeface="Yu Gothic"/>
                <a:cs typeface="Yu Gothic"/>
              </a:defRPr>
            </a:lvl2pPr>
            <a:lvl3pPr>
              <a:buNone/>
              <a:defRPr sz="2250" b="1">
                <a:solidFill>
                  <a:srgbClr val="FFFFFF"/>
                </a:solidFill>
                <a:latin typeface="Yu Gothic"/>
                <a:ea typeface="Yu Gothic"/>
                <a:cs typeface="Yu Gothic"/>
              </a:defRPr>
            </a:lvl3pPr>
            <a:lvl4pPr>
              <a:buNone/>
              <a:defRPr sz="2250" b="1">
                <a:solidFill>
                  <a:srgbClr val="FFFFFF"/>
                </a:solidFill>
                <a:latin typeface="Yu Gothic"/>
                <a:ea typeface="Yu Gothic"/>
                <a:cs typeface="Yu Gothic"/>
              </a:defRPr>
            </a:lvl4pPr>
            <a:lvl5pPr>
              <a:buNone/>
              <a:defRPr sz="2250" b="1">
                <a:solidFill>
                  <a:srgbClr val="FFFFFF"/>
                </a:solidFill>
                <a:latin typeface="Yu Gothic"/>
                <a:ea typeface="Yu Gothic"/>
                <a:cs typeface="Yu Gothic"/>
              </a:defRPr>
            </a:lvl5pPr>
            <a:lvl6pPr>
              <a:buNone/>
              <a:defRPr sz="2250" b="1">
                <a:solidFill>
                  <a:srgbClr val="FFFFFF"/>
                </a:solidFill>
                <a:latin typeface="Yu Gothic"/>
                <a:ea typeface="Yu Gothic"/>
                <a:cs typeface="Yu Gothic"/>
              </a:defRPr>
            </a:lvl6pPr>
            <a:lvl7pPr>
              <a:buNone/>
              <a:defRPr sz="2250" b="1">
                <a:solidFill>
                  <a:srgbClr val="FFFFFF"/>
                </a:solidFill>
                <a:latin typeface="Yu Gothic"/>
                <a:ea typeface="Yu Gothic"/>
                <a:cs typeface="Yu Gothic"/>
              </a:defRPr>
            </a:lvl7pPr>
            <a:lvl8pPr>
              <a:buNone/>
              <a:defRPr sz="2250" b="1">
                <a:solidFill>
                  <a:srgbClr val="FFFFFF"/>
                </a:solidFill>
                <a:latin typeface="Yu Gothic"/>
                <a:ea typeface="Yu Gothic"/>
                <a:cs typeface="Yu Gothic"/>
              </a:defRPr>
            </a:lvl8pPr>
            <a:lvl9pPr>
              <a:buNone/>
              <a:defRPr sz="2250" b="1">
                <a:solidFill>
                  <a:srgbClr val="FFFFFF"/>
                </a:solidFill>
                <a:latin typeface="Yu Gothic"/>
                <a:ea typeface="Yu Gothic"/>
                <a:cs typeface="Yu Gothic"/>
              </a:defRPr>
            </a:lvl9pPr>
          </a:lstStyle>
          <a:p>
            <a:pPr>
              <a:buNone/>
              <a:defRPr sz="2250" b="1">
                <a:solidFill>
                  <a:srgbClr val="FFFFFF"/>
                </a:solidFill>
                <a:latin typeface="Yu Gothic"/>
                <a:ea typeface="Yu Gothic"/>
                <a:cs typeface="Yu Gothic"/>
              </a:defRPr>
            </a:pPr>
            <a:r>
              <a:rPr sz="2250" b="1">
                <a:solidFill>
                  <a:srgbClr val="FFFFFF"/>
                </a:solidFill>
                <a:latin typeface="Yu Gothic"/>
                <a:ea typeface="Yu Gothic"/>
                <a:cs typeface="Yu Gothic"/>
              </a:rPr>
              <a:t>水と時間</a:t>
            </a:r>
          </a:p>
        </p:txBody>
      </p:sp>
      <p:sp>
        <p:nvSpPr>
          <p:cNvPr id="13" name="正方形/長方形 12">
            <a:extLst>
              <a:ext uri="{FF2B5EF4-FFF2-40B4-BE49-F238E27FC236}">
                <a16:creationId xmlns:a16="http://schemas.microsoft.com/office/drawing/2014/main" id="{ED579428-37D7-4E3F-AA36-5E51C6F5B6BA}"/>
              </a:ext>
            </a:extLst>
          </p:cNvPr>
          <p:cNvSpPr>
            <a:spLocks noGrp="1"/>
          </p:cNvSpPr>
          <p:nvPr/>
        </p:nvSpPr>
        <p:spPr>
          <a:xfrm>
            <a:off x="3524250" y="4514850"/>
            <a:ext cx="7715250" cy="781050"/>
          </a:xfrm>
          <a:prstGeom prst="rect">
            <a:avLst/>
          </a:prstGeom>
          <a:noFill/>
          <a:ln w="0">
            <a:noFill/>
          </a:ln>
        </p:spPr>
        <p:txBody>
          <a:bodyPr lIns="0" tIns="0" rIns="0" bIns="0" anchor="ctr">
            <a:noAutofit/>
          </a:bodyPr>
          <a:lstStyle>
            <a:defPPr>
              <a:defRPr sz="2250" b="0">
                <a:solidFill>
                  <a:srgbClr val="253C4D"/>
                </a:solidFill>
                <a:latin typeface="Yu Gothic"/>
                <a:ea typeface="Yu Gothic"/>
                <a:cs typeface="Yu Gothic"/>
              </a:defRPr>
            </a:defPPr>
            <a:lvl1pPr>
              <a:buNone/>
              <a:defRPr sz="2250" b="0">
                <a:solidFill>
                  <a:srgbClr val="253C4D"/>
                </a:solidFill>
                <a:latin typeface="Yu Gothic"/>
                <a:ea typeface="Yu Gothic"/>
                <a:cs typeface="Yu Gothic"/>
              </a:defRPr>
            </a:lvl1pPr>
            <a:lvl2pPr>
              <a:buNone/>
              <a:defRPr sz="2250" b="0">
                <a:solidFill>
                  <a:srgbClr val="253C4D"/>
                </a:solidFill>
                <a:latin typeface="Yu Gothic"/>
                <a:ea typeface="Yu Gothic"/>
                <a:cs typeface="Yu Gothic"/>
              </a:defRPr>
            </a:lvl2pPr>
            <a:lvl3pPr>
              <a:buNone/>
              <a:defRPr sz="2250" b="0">
                <a:solidFill>
                  <a:srgbClr val="253C4D"/>
                </a:solidFill>
                <a:latin typeface="Yu Gothic"/>
                <a:ea typeface="Yu Gothic"/>
                <a:cs typeface="Yu Gothic"/>
              </a:defRPr>
            </a:lvl3pPr>
            <a:lvl4pPr>
              <a:buNone/>
              <a:defRPr sz="2250" b="0">
                <a:solidFill>
                  <a:srgbClr val="253C4D"/>
                </a:solidFill>
                <a:latin typeface="Yu Gothic"/>
                <a:ea typeface="Yu Gothic"/>
                <a:cs typeface="Yu Gothic"/>
              </a:defRPr>
            </a:lvl4pPr>
            <a:lvl5pPr>
              <a:buNone/>
              <a:defRPr sz="2250" b="0">
                <a:solidFill>
                  <a:srgbClr val="253C4D"/>
                </a:solidFill>
                <a:latin typeface="Yu Gothic"/>
                <a:ea typeface="Yu Gothic"/>
                <a:cs typeface="Yu Gothic"/>
              </a:defRPr>
            </a:lvl5pPr>
            <a:lvl6pPr>
              <a:buNone/>
              <a:defRPr sz="2250" b="0">
                <a:solidFill>
                  <a:srgbClr val="253C4D"/>
                </a:solidFill>
                <a:latin typeface="Yu Gothic"/>
                <a:ea typeface="Yu Gothic"/>
                <a:cs typeface="Yu Gothic"/>
              </a:defRPr>
            </a:lvl6pPr>
            <a:lvl7pPr>
              <a:buNone/>
              <a:defRPr sz="2250" b="0">
                <a:solidFill>
                  <a:srgbClr val="253C4D"/>
                </a:solidFill>
                <a:latin typeface="Yu Gothic"/>
                <a:ea typeface="Yu Gothic"/>
                <a:cs typeface="Yu Gothic"/>
              </a:defRPr>
            </a:lvl7pPr>
            <a:lvl8pPr>
              <a:buNone/>
              <a:defRPr sz="2250" b="0">
                <a:solidFill>
                  <a:srgbClr val="253C4D"/>
                </a:solidFill>
                <a:latin typeface="Yu Gothic"/>
                <a:ea typeface="Yu Gothic"/>
                <a:cs typeface="Yu Gothic"/>
              </a:defRPr>
            </a:lvl8pPr>
            <a:lvl9pPr>
              <a:buNone/>
              <a:defRPr sz="2250" b="0">
                <a:solidFill>
                  <a:srgbClr val="253C4D"/>
                </a:solidFill>
                <a:latin typeface="Yu Gothic"/>
                <a:ea typeface="Yu Gothic"/>
                <a:cs typeface="Yu Gothic"/>
              </a:defRPr>
            </a:lvl9pPr>
          </a:lstStyle>
          <a:p>
            <a:pPr>
              <a:buNone/>
              <a:defRPr sz="2250" b="0">
                <a:solidFill>
                  <a:srgbClr val="253C4D"/>
                </a:solidFill>
                <a:latin typeface="Yu Gothic"/>
                <a:ea typeface="Yu Gothic"/>
                <a:cs typeface="Yu Gothic"/>
              </a:defRPr>
            </a:pPr>
            <a:r>
              <a:rPr sz="2250" b="0">
                <a:solidFill>
                  <a:srgbClr val="253C4D"/>
                </a:solidFill>
                <a:latin typeface="Yu Gothic"/>
                <a:ea typeface="Yu Gothic"/>
                <a:cs typeface="Yu Gothic"/>
              </a:rPr>
              <a:t>施工時の濡れ／クリープ／点検・補修</a:t>
            </a:r>
          </a:p>
        </p:txBody>
      </p:sp>
      <p:sp>
        <p:nvSpPr>
          <p:cNvPr id="14" name="正方形/長方形 13">
            <a:extLst>
              <a:ext uri="{FF2B5EF4-FFF2-40B4-BE49-F238E27FC236}">
                <a16:creationId xmlns:a16="http://schemas.microsoft.com/office/drawing/2014/main" id="{2D5A5113-B33D-47CE-9C3C-77D732D3CA44}"/>
              </a:ext>
            </a:extLst>
          </p:cNvPr>
          <p:cNvSpPr>
            <a:spLocks noGrp="1"/>
          </p:cNvSpPr>
          <p:nvPr/>
        </p:nvSpPr>
        <p:spPr>
          <a:xfrm>
            <a:off x="838200" y="5867400"/>
            <a:ext cx="10477500" cy="400050"/>
          </a:xfrm>
          <a:prstGeom prst="rect">
            <a:avLst/>
          </a:prstGeom>
          <a:noFill/>
          <a:ln w="0">
            <a:noFill/>
          </a:ln>
        </p:spPr>
        <p:txBody>
          <a:bodyPr lIns="0" tIns="0" rIns="0" bIns="0" anchor="ctr">
            <a:noAutofit/>
          </a:bodyPr>
          <a:lstStyle>
            <a:defPPr>
              <a:defRPr sz="1425" b="1">
                <a:solidFill>
                  <a:srgbClr val="087E8B"/>
                </a:solidFill>
                <a:latin typeface="Yu Gothic"/>
                <a:ea typeface="Yu Gothic"/>
                <a:cs typeface="Yu Gothic"/>
              </a:defRPr>
            </a:defPPr>
            <a:lvl1pPr>
              <a:buNone/>
              <a:defRPr sz="1425" b="1">
                <a:solidFill>
                  <a:srgbClr val="087E8B"/>
                </a:solidFill>
                <a:latin typeface="Yu Gothic"/>
                <a:ea typeface="Yu Gothic"/>
                <a:cs typeface="Yu Gothic"/>
              </a:defRPr>
            </a:lvl1pPr>
            <a:lvl2pPr>
              <a:buNone/>
              <a:defRPr sz="1425" b="1">
                <a:solidFill>
                  <a:srgbClr val="087E8B"/>
                </a:solidFill>
                <a:latin typeface="Yu Gothic"/>
                <a:ea typeface="Yu Gothic"/>
                <a:cs typeface="Yu Gothic"/>
              </a:defRPr>
            </a:lvl2pPr>
            <a:lvl3pPr>
              <a:buNone/>
              <a:defRPr sz="1425" b="1">
                <a:solidFill>
                  <a:srgbClr val="087E8B"/>
                </a:solidFill>
                <a:latin typeface="Yu Gothic"/>
                <a:ea typeface="Yu Gothic"/>
                <a:cs typeface="Yu Gothic"/>
              </a:defRPr>
            </a:lvl3pPr>
            <a:lvl4pPr>
              <a:buNone/>
              <a:defRPr sz="1425" b="1">
                <a:solidFill>
                  <a:srgbClr val="087E8B"/>
                </a:solidFill>
                <a:latin typeface="Yu Gothic"/>
                <a:ea typeface="Yu Gothic"/>
                <a:cs typeface="Yu Gothic"/>
              </a:defRPr>
            </a:lvl4pPr>
            <a:lvl5pPr>
              <a:buNone/>
              <a:defRPr sz="1425" b="1">
                <a:solidFill>
                  <a:srgbClr val="087E8B"/>
                </a:solidFill>
                <a:latin typeface="Yu Gothic"/>
                <a:ea typeface="Yu Gothic"/>
                <a:cs typeface="Yu Gothic"/>
              </a:defRPr>
            </a:lvl5pPr>
            <a:lvl6pPr>
              <a:buNone/>
              <a:defRPr sz="1425" b="1">
                <a:solidFill>
                  <a:srgbClr val="087E8B"/>
                </a:solidFill>
                <a:latin typeface="Yu Gothic"/>
                <a:ea typeface="Yu Gothic"/>
                <a:cs typeface="Yu Gothic"/>
              </a:defRPr>
            </a:lvl6pPr>
            <a:lvl7pPr>
              <a:buNone/>
              <a:defRPr sz="1425" b="1">
                <a:solidFill>
                  <a:srgbClr val="087E8B"/>
                </a:solidFill>
                <a:latin typeface="Yu Gothic"/>
                <a:ea typeface="Yu Gothic"/>
                <a:cs typeface="Yu Gothic"/>
              </a:defRPr>
            </a:lvl7pPr>
            <a:lvl8pPr>
              <a:buNone/>
              <a:defRPr sz="1425" b="1">
                <a:solidFill>
                  <a:srgbClr val="087E8B"/>
                </a:solidFill>
                <a:latin typeface="Yu Gothic"/>
                <a:ea typeface="Yu Gothic"/>
                <a:cs typeface="Yu Gothic"/>
              </a:defRPr>
            </a:lvl8pPr>
            <a:lvl9pPr>
              <a:buNone/>
              <a:defRPr sz="1425" b="1">
                <a:solidFill>
                  <a:srgbClr val="087E8B"/>
                </a:solidFill>
                <a:latin typeface="Yu Gothic"/>
                <a:ea typeface="Yu Gothic"/>
                <a:cs typeface="Yu Gothic"/>
              </a:defRPr>
            </a:lvl9pPr>
          </a:lstStyle>
          <a:p>
            <a:pPr>
              <a:buNone/>
              <a:defRPr sz="1425" b="1">
                <a:solidFill>
                  <a:srgbClr val="087E8B"/>
                </a:solidFill>
                <a:latin typeface="Yu Gothic"/>
                <a:ea typeface="Yu Gothic"/>
                <a:cs typeface="Yu Gothic"/>
              </a:defRPr>
            </a:pPr>
            <a:r>
              <a:rPr sz="1425" b="1">
                <a:solidFill>
                  <a:srgbClr val="087E8B"/>
                </a:solidFill>
                <a:latin typeface="Yu Gothic"/>
                <a:ea typeface="Yu Gothic"/>
                <a:cs typeface="Yu Gothic"/>
              </a:rPr>
              <a:t>材料単体の特徴と、部材・接合・被覆を含む建物の性能を結びつける。</a:t>
            </a:r>
          </a:p>
        </p:txBody>
      </p:sp>
    </p:spTree>
    <p:extLst>
      <p:ext uri="{BB962C8B-B14F-4D97-AF65-F5344CB8AC3E}">
        <p14:creationId xmlns:p14="http://schemas.microsoft.com/office/powerpoint/2010/main" val="46238326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正方形/長方形 7">
            <a:extLst>
              <a:ext uri="{FF2B5EF4-FFF2-40B4-BE49-F238E27FC236}">
                <a16:creationId xmlns:a16="http://schemas.microsoft.com/office/drawing/2014/main" id="{757D621C-4B9C-429C-BC04-52AB6A6AC0CE}"/>
              </a:ext>
            </a:extLst>
          </p:cNvPr>
          <p:cNvSpPr>
            <a:spLocks noGrp="1"/>
          </p:cNvSpPr>
          <p:nvPr/>
        </p:nvSpPr>
        <p:spPr>
          <a:xfrm>
            <a:off x="685800" y="342900"/>
            <a:ext cx="10820400" cy="666750"/>
          </a:xfrm>
          <a:prstGeom prst="rect">
            <a:avLst/>
          </a:prstGeom>
          <a:noFill/>
          <a:ln w="0">
            <a:noFill/>
          </a:ln>
        </p:spPr>
        <p:txBody>
          <a:bodyPr lIns="0" tIns="0" rIns="0" bIns="0" anchor="ctr">
            <a:noAutofit/>
          </a:bodyPr>
          <a:lstStyle>
            <a:defPPr>
              <a:defRPr sz="3000" b="1">
                <a:solidFill>
                  <a:srgbClr val="18364F"/>
                </a:solidFill>
                <a:latin typeface="Yu Gothic"/>
                <a:ea typeface="Yu Gothic"/>
                <a:cs typeface="Yu Gothic"/>
              </a:defRPr>
            </a:defPPr>
            <a:lvl1pPr>
              <a:defRPr sz="3000" b="1">
                <a:solidFill>
                  <a:srgbClr val="18364F"/>
                </a:solidFill>
                <a:latin typeface="Yu Gothic"/>
                <a:ea typeface="Yu Gothic"/>
                <a:cs typeface="Yu Gothic"/>
              </a:defRPr>
            </a:lvl1pPr>
            <a:lvl2pPr>
              <a:defRPr sz="3000" b="1">
                <a:solidFill>
                  <a:srgbClr val="18364F"/>
                </a:solidFill>
                <a:latin typeface="Yu Gothic"/>
                <a:ea typeface="Yu Gothic"/>
                <a:cs typeface="Yu Gothic"/>
              </a:defRPr>
            </a:lvl2pPr>
            <a:lvl3pPr>
              <a:defRPr sz="3000" b="1">
                <a:solidFill>
                  <a:srgbClr val="18364F"/>
                </a:solidFill>
                <a:latin typeface="Yu Gothic"/>
                <a:ea typeface="Yu Gothic"/>
                <a:cs typeface="Yu Gothic"/>
              </a:defRPr>
            </a:lvl3pPr>
            <a:lvl4pPr>
              <a:defRPr sz="3000" b="1">
                <a:solidFill>
                  <a:srgbClr val="18364F"/>
                </a:solidFill>
                <a:latin typeface="Yu Gothic"/>
                <a:ea typeface="Yu Gothic"/>
                <a:cs typeface="Yu Gothic"/>
              </a:defRPr>
            </a:lvl4pPr>
            <a:lvl5pPr>
              <a:defRPr sz="3000" b="1">
                <a:solidFill>
                  <a:srgbClr val="18364F"/>
                </a:solidFill>
                <a:latin typeface="Yu Gothic"/>
                <a:ea typeface="Yu Gothic"/>
                <a:cs typeface="Yu Gothic"/>
              </a:defRPr>
            </a:lvl5pPr>
            <a:lvl6pPr>
              <a:defRPr sz="3000" b="1">
                <a:solidFill>
                  <a:srgbClr val="18364F"/>
                </a:solidFill>
                <a:latin typeface="Yu Gothic"/>
                <a:ea typeface="Yu Gothic"/>
                <a:cs typeface="Yu Gothic"/>
              </a:defRPr>
            </a:lvl6pPr>
            <a:lvl7pPr>
              <a:defRPr sz="3000" b="1">
                <a:solidFill>
                  <a:srgbClr val="18364F"/>
                </a:solidFill>
                <a:latin typeface="Yu Gothic"/>
                <a:ea typeface="Yu Gothic"/>
                <a:cs typeface="Yu Gothic"/>
              </a:defRPr>
            </a:lvl7pPr>
            <a:lvl8pPr>
              <a:defRPr sz="3000" b="1">
                <a:solidFill>
                  <a:srgbClr val="18364F"/>
                </a:solidFill>
                <a:latin typeface="Yu Gothic"/>
                <a:ea typeface="Yu Gothic"/>
                <a:cs typeface="Yu Gothic"/>
              </a:defRPr>
            </a:lvl8pPr>
            <a:lvl9pPr>
              <a:defRPr sz="3000" b="1">
                <a:solidFill>
                  <a:srgbClr val="18364F"/>
                </a:solidFill>
                <a:latin typeface="Yu Gothic"/>
                <a:ea typeface="Yu Gothic"/>
                <a:cs typeface="Yu Gothic"/>
              </a:defRPr>
            </a:lvl9pPr>
          </a:lstStyle>
          <a:p>
            <a:pPr>
              <a:defRPr sz="3000" b="1">
                <a:solidFill>
                  <a:srgbClr val="18364F"/>
                </a:solidFill>
                <a:latin typeface="Yu Gothic"/>
                <a:ea typeface="Yu Gothic"/>
                <a:cs typeface="Yu Gothic"/>
              </a:defRPr>
            </a:pPr>
            <a:r>
              <a:rPr sz="3000" b="1">
                <a:solidFill>
                  <a:srgbClr val="18364F"/>
                </a:solidFill>
                <a:latin typeface="Yu Gothic"/>
                <a:ea typeface="Yu Gothic"/>
                <a:cs typeface="Yu Gothic"/>
              </a:rPr>
              <a:t>常温の部材から、火災時の構造へ</a:t>
            </a:r>
          </a:p>
        </p:txBody>
      </p:sp>
      <p:sp>
        <p:nvSpPr>
          <p:cNvPr id="2" name="正方形/長方形 1">
            <a:extLst>
              <a:ext uri="{FF2B5EF4-FFF2-40B4-BE49-F238E27FC236}">
                <a16:creationId xmlns:a16="http://schemas.microsoft.com/office/drawing/2014/main" id="{CAB1AC29-11B3-46D1-A22E-7BB2C3A846C2}"/>
              </a:ext>
            </a:extLst>
          </p:cNvPr>
          <p:cNvSpPr>
            <a:spLocks noGrp="1"/>
          </p:cNvSpPr>
          <p:nvPr/>
        </p:nvSpPr>
        <p:spPr>
          <a:xfrm>
            <a:off x="685800" y="1181100"/>
            <a:ext cx="10820400" cy="19050"/>
          </a:xfrm>
          <a:prstGeom prst="rect">
            <a:avLst/>
          </a:prstGeom>
          <a:solidFill>
            <a:srgbClr val="18364F"/>
          </a:solidFill>
          <a:ln w="0">
            <a:noFill/>
          </a:ln>
        </p:spPr>
      </p:sp>
      <p:sp>
        <p:nvSpPr>
          <p:cNvPr id="3" name="正方形/長方形 2">
            <a:extLst>
              <a:ext uri="{FF2B5EF4-FFF2-40B4-BE49-F238E27FC236}">
                <a16:creationId xmlns:a16="http://schemas.microsoft.com/office/drawing/2014/main" id="{72791691-834A-45CF-9C1E-F1F3F12B193B}"/>
              </a:ext>
            </a:extLst>
          </p:cNvPr>
          <p:cNvSpPr>
            <a:spLocks noGrp="1"/>
          </p:cNvSpPr>
          <p:nvPr/>
        </p:nvSpPr>
        <p:spPr>
          <a:xfrm>
            <a:off x="685800" y="6419850"/>
            <a:ext cx="9334500" cy="257175"/>
          </a:xfrm>
          <a:prstGeom prst="rect">
            <a:avLst/>
          </a:prstGeom>
          <a:noFill/>
          <a:ln w="0">
            <a:noFill/>
          </a:ln>
        </p:spPr>
        <p:txBody>
          <a:bodyPr lIns="0" tIns="0" rIns="0" bIns="0" anchor="ctr">
            <a:noAutofit/>
          </a:bodyPr>
          <a:lstStyle>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a:pPr>
              <a:defRPr sz="1425" b="0">
                <a:solidFill>
                  <a:srgbClr val="596875"/>
                </a:solidFill>
                <a:latin typeface="Yu Gothic"/>
                <a:ea typeface="Yu Gothic"/>
                <a:cs typeface="Yu Gothic"/>
              </a:defRPr>
            </a:pPr>
            <a:r>
              <a:rPr lang="ja-JP" altLang="en-US" sz="1425" b="0">
                <a:solidFill>
                  <a:srgbClr val="596875"/>
                </a:solidFill>
                <a:latin typeface="Yu Gothic"/>
                <a:ea typeface="Yu Gothic"/>
                <a:cs typeface="Yu Gothic"/>
              </a:rPr>
              <a:t>木材及び木質材料学　新第</a:t>
            </a:r>
            <a:r>
              <a:rPr lang="en-US" altLang="ja-JP" sz="1425" b="0">
                <a:solidFill>
                  <a:srgbClr val="596875"/>
                </a:solidFill>
                <a:latin typeface="Yu Gothic"/>
                <a:ea typeface="Yu Gothic"/>
                <a:cs typeface="Yu Gothic"/>
              </a:rPr>
              <a:t>14</a:t>
            </a:r>
            <a:r>
              <a:rPr lang="ja-JP" altLang="en-US" sz="1425" b="0">
                <a:solidFill>
                  <a:srgbClr val="596875"/>
                </a:solidFill>
                <a:latin typeface="Yu Gothic"/>
                <a:ea typeface="Yu Gothic"/>
                <a:cs typeface="Yu Gothic"/>
              </a:rPr>
              <a:t>回　再構成</a:t>
            </a:r>
            <a:endParaRPr sz="1425" b="0">
              <a:solidFill>
                <a:srgbClr val="596875"/>
              </a:solidFill>
              <a:latin typeface="Yu Gothic"/>
              <a:ea typeface="Yu Gothic"/>
              <a:cs typeface="Yu Gothic"/>
            </a:endParaRPr>
          </a:p>
        </p:txBody>
      </p:sp>
      <p:sp>
        <p:nvSpPr>
          <p:cNvPr id="4" name="正方形/長方形 3">
            <a:extLst>
              <a:ext uri="{FF2B5EF4-FFF2-40B4-BE49-F238E27FC236}">
                <a16:creationId xmlns:a16="http://schemas.microsoft.com/office/drawing/2014/main" id="{48D0034D-D092-444F-A64A-24B26DD95EBE}"/>
              </a:ext>
            </a:extLst>
          </p:cNvPr>
          <p:cNvSpPr>
            <a:spLocks noGrp="1"/>
          </p:cNvSpPr>
          <p:nvPr/>
        </p:nvSpPr>
        <p:spPr>
          <a:xfrm>
            <a:off x="10763250" y="6419850"/>
            <a:ext cx="742950" cy="257175"/>
          </a:xfrm>
          <a:prstGeom prst="rect">
            <a:avLst/>
          </a:prstGeom>
          <a:noFill/>
          <a:ln w="0">
            <a:noFill/>
          </a:ln>
        </p:spPr>
        <p:txBody>
          <a:bodyPr lIns="0" tIns="0" rIns="0" bIns="0" anchor="ctr">
            <a:noAutofit/>
          </a:bodyPr>
          <a:lstStyle>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a:pPr>
              <a:defRPr sz="1425" b="0">
                <a:solidFill>
                  <a:srgbClr val="596875"/>
                </a:solidFill>
                <a:latin typeface="Yu Gothic"/>
                <a:ea typeface="Yu Gothic"/>
                <a:cs typeface="Yu Gothic"/>
              </a:defRPr>
            </a:pPr>
            <a:r>
              <a:rPr lang="en-US" altLang="ja-JP" sz="1425" b="0">
                <a:solidFill>
                  <a:srgbClr val="596875"/>
                </a:solidFill>
                <a:latin typeface="Yu Gothic"/>
                <a:ea typeface="Yu Gothic"/>
                <a:cs typeface="Yu Gothic"/>
              </a:rPr>
              <a:t>26</a:t>
            </a:r>
            <a:endParaRPr sz="1425" b="0">
              <a:solidFill>
                <a:srgbClr val="596875"/>
              </a:solidFill>
              <a:latin typeface="Yu Gothic"/>
              <a:ea typeface="Yu Gothic"/>
              <a:cs typeface="Yu Gothic"/>
            </a:endParaRPr>
          </a:p>
        </p:txBody>
      </p:sp>
      <p:sp>
        <p:nvSpPr>
          <p:cNvPr id="5" name="正方形/長方形 4">
            <a:extLst>
              <a:ext uri="{FF2B5EF4-FFF2-40B4-BE49-F238E27FC236}">
                <a16:creationId xmlns:a16="http://schemas.microsoft.com/office/drawing/2014/main" id="{227AC744-54F3-4CCA-8734-D32468D9E028}"/>
              </a:ext>
            </a:extLst>
          </p:cNvPr>
          <p:cNvSpPr>
            <a:spLocks noGrp="1"/>
          </p:cNvSpPr>
          <p:nvPr/>
        </p:nvSpPr>
        <p:spPr>
          <a:xfrm>
            <a:off x="838200" y="1762125"/>
            <a:ext cx="10477500" cy="857250"/>
          </a:xfrm>
          <a:prstGeom prst="rect">
            <a:avLst/>
          </a:prstGeom>
          <a:noFill/>
          <a:ln w="0">
            <a:noFill/>
          </a:ln>
        </p:spPr>
        <p:txBody>
          <a:bodyPr lIns="0" tIns="0" rIns="0" bIns="0" anchor="ctr">
            <a:noAutofit/>
          </a:bodyPr>
          <a:lstStyle>
            <a:defPPr>
              <a:defRPr sz="2250" b="0">
                <a:solidFill>
                  <a:srgbClr val="18364F"/>
                </a:solidFill>
                <a:latin typeface="Yu Gothic"/>
                <a:ea typeface="Yu Gothic"/>
                <a:cs typeface="Yu Gothic"/>
              </a:defRPr>
            </a:defPPr>
            <a:lvl1pPr>
              <a:defRPr sz="2250" b="0">
                <a:solidFill>
                  <a:srgbClr val="18364F"/>
                </a:solidFill>
                <a:latin typeface="Yu Gothic"/>
                <a:ea typeface="Yu Gothic"/>
                <a:cs typeface="Yu Gothic"/>
              </a:defRPr>
            </a:lvl1pPr>
            <a:lvl2pPr>
              <a:defRPr sz="2250" b="0">
                <a:solidFill>
                  <a:srgbClr val="18364F"/>
                </a:solidFill>
                <a:latin typeface="Yu Gothic"/>
                <a:ea typeface="Yu Gothic"/>
                <a:cs typeface="Yu Gothic"/>
              </a:defRPr>
            </a:lvl2pPr>
            <a:lvl3pPr>
              <a:defRPr sz="2250" b="0">
                <a:solidFill>
                  <a:srgbClr val="18364F"/>
                </a:solidFill>
                <a:latin typeface="Yu Gothic"/>
                <a:ea typeface="Yu Gothic"/>
                <a:cs typeface="Yu Gothic"/>
              </a:defRPr>
            </a:lvl3pPr>
            <a:lvl4pPr>
              <a:defRPr sz="2250" b="0">
                <a:solidFill>
                  <a:srgbClr val="18364F"/>
                </a:solidFill>
                <a:latin typeface="Yu Gothic"/>
                <a:ea typeface="Yu Gothic"/>
                <a:cs typeface="Yu Gothic"/>
              </a:defRPr>
            </a:lvl4pPr>
            <a:lvl5pPr>
              <a:defRPr sz="2250" b="0">
                <a:solidFill>
                  <a:srgbClr val="18364F"/>
                </a:solidFill>
                <a:latin typeface="Yu Gothic"/>
                <a:ea typeface="Yu Gothic"/>
                <a:cs typeface="Yu Gothic"/>
              </a:defRPr>
            </a:lvl5pPr>
            <a:lvl6pPr>
              <a:defRPr sz="2250" b="0">
                <a:solidFill>
                  <a:srgbClr val="18364F"/>
                </a:solidFill>
                <a:latin typeface="Yu Gothic"/>
                <a:ea typeface="Yu Gothic"/>
                <a:cs typeface="Yu Gothic"/>
              </a:defRPr>
            </a:lvl6pPr>
            <a:lvl7pPr>
              <a:defRPr sz="2250" b="0">
                <a:solidFill>
                  <a:srgbClr val="18364F"/>
                </a:solidFill>
                <a:latin typeface="Yu Gothic"/>
                <a:ea typeface="Yu Gothic"/>
                <a:cs typeface="Yu Gothic"/>
              </a:defRPr>
            </a:lvl7pPr>
            <a:lvl8pPr>
              <a:defRPr sz="2250" b="0">
                <a:solidFill>
                  <a:srgbClr val="18364F"/>
                </a:solidFill>
                <a:latin typeface="Yu Gothic"/>
                <a:ea typeface="Yu Gothic"/>
                <a:cs typeface="Yu Gothic"/>
              </a:defRPr>
            </a:lvl8pPr>
            <a:lvl9pPr>
              <a:defRPr sz="2250" b="0">
                <a:solidFill>
                  <a:srgbClr val="18364F"/>
                </a:solidFill>
                <a:latin typeface="Yu Gothic"/>
                <a:ea typeface="Yu Gothic"/>
                <a:cs typeface="Yu Gothic"/>
              </a:defRPr>
            </a:lvl9pPr>
          </a:lstStyle>
          <a:p>
            <a:pPr>
              <a:defRPr sz="2250" b="0">
                <a:solidFill>
                  <a:srgbClr val="18364F"/>
                </a:solidFill>
                <a:latin typeface="Yu Gothic"/>
                <a:ea typeface="Yu Gothic"/>
                <a:cs typeface="Yu Gothic"/>
              </a:defRPr>
            </a:pPr>
            <a:r>
              <a:rPr sz="2250" b="0">
                <a:solidFill>
                  <a:srgbClr val="18364F"/>
                </a:solidFill>
                <a:latin typeface="Yu Gothic"/>
                <a:ea typeface="Yu Gothic"/>
                <a:cs typeface="Yu Gothic"/>
              </a:rPr>
              <a:t>加熱により、材料と接合部の状態が変わる</a:t>
            </a:r>
          </a:p>
        </p:txBody>
      </p:sp>
      <p:sp>
        <p:nvSpPr>
          <p:cNvPr id="6" name="正方形/長方形 5">
            <a:extLst>
              <a:ext uri="{FF2B5EF4-FFF2-40B4-BE49-F238E27FC236}">
                <a16:creationId xmlns:a16="http://schemas.microsoft.com/office/drawing/2014/main" id="{B44DAB21-0199-47FD-866B-12DDC5673C5B}"/>
              </a:ext>
            </a:extLst>
          </p:cNvPr>
          <p:cNvSpPr>
            <a:spLocks noGrp="1"/>
          </p:cNvSpPr>
          <p:nvPr/>
        </p:nvSpPr>
        <p:spPr>
          <a:xfrm>
            <a:off x="838200" y="2981325"/>
            <a:ext cx="10477500" cy="857250"/>
          </a:xfrm>
          <a:prstGeom prst="rect">
            <a:avLst/>
          </a:prstGeom>
          <a:noFill/>
          <a:ln w="0">
            <a:noFill/>
          </a:ln>
        </p:spPr>
        <p:txBody>
          <a:bodyPr lIns="0" tIns="0" rIns="0" bIns="0" anchor="ctr">
            <a:noAutofit/>
          </a:bodyPr>
          <a:lstStyle>
            <a:defPPr>
              <a:defRPr sz="2250" b="0">
                <a:solidFill>
                  <a:srgbClr val="253C4D"/>
                </a:solidFill>
                <a:latin typeface="Yu Gothic"/>
                <a:ea typeface="Yu Gothic"/>
                <a:cs typeface="Yu Gothic"/>
              </a:defRPr>
            </a:defPPr>
            <a:lvl1pPr>
              <a:defRPr sz="2250" b="0">
                <a:solidFill>
                  <a:srgbClr val="253C4D"/>
                </a:solidFill>
                <a:latin typeface="Yu Gothic"/>
                <a:ea typeface="Yu Gothic"/>
                <a:cs typeface="Yu Gothic"/>
              </a:defRPr>
            </a:lvl1pPr>
            <a:lvl2pPr>
              <a:defRPr sz="2250" b="0">
                <a:solidFill>
                  <a:srgbClr val="253C4D"/>
                </a:solidFill>
                <a:latin typeface="Yu Gothic"/>
                <a:ea typeface="Yu Gothic"/>
                <a:cs typeface="Yu Gothic"/>
              </a:defRPr>
            </a:lvl2pPr>
            <a:lvl3pPr>
              <a:defRPr sz="2250" b="0">
                <a:solidFill>
                  <a:srgbClr val="253C4D"/>
                </a:solidFill>
                <a:latin typeface="Yu Gothic"/>
                <a:ea typeface="Yu Gothic"/>
                <a:cs typeface="Yu Gothic"/>
              </a:defRPr>
            </a:lvl3pPr>
            <a:lvl4pPr>
              <a:defRPr sz="2250" b="0">
                <a:solidFill>
                  <a:srgbClr val="253C4D"/>
                </a:solidFill>
                <a:latin typeface="Yu Gothic"/>
                <a:ea typeface="Yu Gothic"/>
                <a:cs typeface="Yu Gothic"/>
              </a:defRPr>
            </a:lvl4pPr>
            <a:lvl5pPr>
              <a:defRPr sz="2250" b="0">
                <a:solidFill>
                  <a:srgbClr val="253C4D"/>
                </a:solidFill>
                <a:latin typeface="Yu Gothic"/>
                <a:ea typeface="Yu Gothic"/>
                <a:cs typeface="Yu Gothic"/>
              </a:defRPr>
            </a:lvl5pPr>
            <a:lvl6pPr>
              <a:defRPr sz="2250" b="0">
                <a:solidFill>
                  <a:srgbClr val="253C4D"/>
                </a:solidFill>
                <a:latin typeface="Yu Gothic"/>
                <a:ea typeface="Yu Gothic"/>
                <a:cs typeface="Yu Gothic"/>
              </a:defRPr>
            </a:lvl6pPr>
            <a:lvl7pPr>
              <a:defRPr sz="2250" b="0">
                <a:solidFill>
                  <a:srgbClr val="253C4D"/>
                </a:solidFill>
                <a:latin typeface="Yu Gothic"/>
                <a:ea typeface="Yu Gothic"/>
                <a:cs typeface="Yu Gothic"/>
              </a:defRPr>
            </a:lvl7pPr>
            <a:lvl8pPr>
              <a:defRPr sz="2250" b="0">
                <a:solidFill>
                  <a:srgbClr val="253C4D"/>
                </a:solidFill>
                <a:latin typeface="Yu Gothic"/>
                <a:ea typeface="Yu Gothic"/>
                <a:cs typeface="Yu Gothic"/>
              </a:defRPr>
            </a:lvl8pPr>
            <a:lvl9pPr>
              <a:defRPr sz="2250" b="0">
                <a:solidFill>
                  <a:srgbClr val="253C4D"/>
                </a:solidFill>
                <a:latin typeface="Yu Gothic"/>
                <a:ea typeface="Yu Gothic"/>
                <a:cs typeface="Yu Gothic"/>
              </a:defRPr>
            </a:lvl9pPr>
          </a:lstStyle>
          <a:p>
            <a:pPr>
              <a:defRPr sz="2250" b="0">
                <a:solidFill>
                  <a:srgbClr val="253C4D"/>
                </a:solidFill>
                <a:latin typeface="Yu Gothic"/>
                <a:ea typeface="Yu Gothic"/>
                <a:cs typeface="Yu Gothic"/>
              </a:defRPr>
            </a:pPr>
            <a:r>
              <a:rPr sz="2250" b="0">
                <a:solidFill>
                  <a:srgbClr val="253C4D"/>
                </a:solidFill>
                <a:latin typeface="Yu Gothic"/>
                <a:ea typeface="Yu Gothic"/>
                <a:cs typeface="Yu Gothic"/>
              </a:rPr>
              <a:t>着火のしやすさと、荷重を支える時間を区別する</a:t>
            </a:r>
          </a:p>
        </p:txBody>
      </p:sp>
      <p:sp>
        <p:nvSpPr>
          <p:cNvPr id="7" name="正方形/長方形 6">
            <a:extLst>
              <a:ext uri="{FF2B5EF4-FFF2-40B4-BE49-F238E27FC236}">
                <a16:creationId xmlns:a16="http://schemas.microsoft.com/office/drawing/2014/main" id="{D0EAD007-E403-4A7F-841D-F27DB25D0B90}"/>
              </a:ext>
            </a:extLst>
          </p:cNvPr>
          <p:cNvSpPr>
            <a:spLocks noGrp="1"/>
          </p:cNvSpPr>
          <p:nvPr/>
        </p:nvSpPr>
        <p:spPr>
          <a:xfrm>
            <a:off x="838200" y="4200525"/>
            <a:ext cx="10477500" cy="857250"/>
          </a:xfrm>
          <a:prstGeom prst="rect">
            <a:avLst/>
          </a:prstGeom>
          <a:noFill/>
          <a:ln w="0">
            <a:noFill/>
          </a:ln>
        </p:spPr>
        <p:txBody>
          <a:bodyPr lIns="0" tIns="0" rIns="0" bIns="0" anchor="ctr">
            <a:noAutofit/>
          </a:bodyPr>
          <a:lstStyle>
            <a:defPPr>
              <a:defRPr sz="2250" b="0">
                <a:solidFill>
                  <a:srgbClr val="253C4D"/>
                </a:solidFill>
                <a:latin typeface="Yu Gothic"/>
                <a:ea typeface="Yu Gothic"/>
                <a:cs typeface="Yu Gothic"/>
              </a:defRPr>
            </a:defPPr>
            <a:lvl1pPr>
              <a:defRPr sz="2250" b="0">
                <a:solidFill>
                  <a:srgbClr val="253C4D"/>
                </a:solidFill>
                <a:latin typeface="Yu Gothic"/>
                <a:ea typeface="Yu Gothic"/>
                <a:cs typeface="Yu Gothic"/>
              </a:defRPr>
            </a:lvl1pPr>
            <a:lvl2pPr>
              <a:defRPr sz="2250" b="0">
                <a:solidFill>
                  <a:srgbClr val="253C4D"/>
                </a:solidFill>
                <a:latin typeface="Yu Gothic"/>
                <a:ea typeface="Yu Gothic"/>
                <a:cs typeface="Yu Gothic"/>
              </a:defRPr>
            </a:lvl2pPr>
            <a:lvl3pPr>
              <a:defRPr sz="2250" b="0">
                <a:solidFill>
                  <a:srgbClr val="253C4D"/>
                </a:solidFill>
                <a:latin typeface="Yu Gothic"/>
                <a:ea typeface="Yu Gothic"/>
                <a:cs typeface="Yu Gothic"/>
              </a:defRPr>
            </a:lvl3pPr>
            <a:lvl4pPr>
              <a:defRPr sz="2250" b="0">
                <a:solidFill>
                  <a:srgbClr val="253C4D"/>
                </a:solidFill>
                <a:latin typeface="Yu Gothic"/>
                <a:ea typeface="Yu Gothic"/>
                <a:cs typeface="Yu Gothic"/>
              </a:defRPr>
            </a:lvl4pPr>
            <a:lvl5pPr>
              <a:defRPr sz="2250" b="0">
                <a:solidFill>
                  <a:srgbClr val="253C4D"/>
                </a:solidFill>
                <a:latin typeface="Yu Gothic"/>
                <a:ea typeface="Yu Gothic"/>
                <a:cs typeface="Yu Gothic"/>
              </a:defRPr>
            </a:lvl5pPr>
            <a:lvl6pPr>
              <a:defRPr sz="2250" b="0">
                <a:solidFill>
                  <a:srgbClr val="253C4D"/>
                </a:solidFill>
                <a:latin typeface="Yu Gothic"/>
                <a:ea typeface="Yu Gothic"/>
                <a:cs typeface="Yu Gothic"/>
              </a:defRPr>
            </a:lvl6pPr>
            <a:lvl7pPr>
              <a:defRPr sz="2250" b="0">
                <a:solidFill>
                  <a:srgbClr val="253C4D"/>
                </a:solidFill>
                <a:latin typeface="Yu Gothic"/>
                <a:ea typeface="Yu Gothic"/>
                <a:cs typeface="Yu Gothic"/>
              </a:defRPr>
            </a:lvl7pPr>
            <a:lvl8pPr>
              <a:defRPr sz="2250" b="0">
                <a:solidFill>
                  <a:srgbClr val="253C4D"/>
                </a:solidFill>
                <a:latin typeface="Yu Gothic"/>
                <a:ea typeface="Yu Gothic"/>
                <a:cs typeface="Yu Gothic"/>
              </a:defRPr>
            </a:lvl8pPr>
            <a:lvl9pPr>
              <a:defRPr sz="2250" b="0">
                <a:solidFill>
                  <a:srgbClr val="253C4D"/>
                </a:solidFill>
                <a:latin typeface="Yu Gothic"/>
                <a:ea typeface="Yu Gothic"/>
                <a:cs typeface="Yu Gothic"/>
              </a:defRPr>
            </a:lvl9pPr>
          </a:lstStyle>
          <a:p>
            <a:pPr>
              <a:defRPr sz="2250" b="0">
                <a:solidFill>
                  <a:srgbClr val="253C4D"/>
                </a:solidFill>
                <a:latin typeface="Yu Gothic"/>
                <a:ea typeface="Yu Gothic"/>
                <a:cs typeface="Yu Gothic"/>
              </a:defRPr>
            </a:pPr>
            <a:r>
              <a:rPr sz="2250" b="0">
                <a:solidFill>
                  <a:srgbClr val="253C4D"/>
                </a:solidFill>
                <a:latin typeface="Yu Gothic"/>
                <a:ea typeface="Yu Gothic"/>
                <a:cs typeface="Yu Gothic"/>
              </a:rPr>
              <a:t>部材の断面、被覆、接合、荷重条件を確認する</a:t>
            </a:r>
          </a:p>
        </p:txBody>
      </p:sp>
    </p:spTree>
    <p:extLst>
      <p:ext uri="{BB962C8B-B14F-4D97-AF65-F5344CB8AC3E}">
        <p14:creationId xmlns:p14="http://schemas.microsoft.com/office/powerpoint/2010/main" val="252684545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正方形/長方形 8">
            <a:extLst>
              <a:ext uri="{FF2B5EF4-FFF2-40B4-BE49-F238E27FC236}">
                <a16:creationId xmlns:a16="http://schemas.microsoft.com/office/drawing/2014/main" id="{82C1E8E3-A5EE-471D-9587-B62B4F2EA46B}"/>
              </a:ext>
            </a:extLst>
          </p:cNvPr>
          <p:cNvSpPr>
            <a:spLocks noGrp="1"/>
          </p:cNvSpPr>
          <p:nvPr/>
        </p:nvSpPr>
        <p:spPr>
          <a:xfrm>
            <a:off x="685800" y="342900"/>
            <a:ext cx="10820400" cy="666750"/>
          </a:xfrm>
          <a:prstGeom prst="rect">
            <a:avLst/>
          </a:prstGeom>
          <a:noFill/>
          <a:ln w="0">
            <a:noFill/>
          </a:ln>
        </p:spPr>
        <p:txBody>
          <a:bodyPr lIns="0" tIns="0" rIns="0" bIns="0" anchor="ctr">
            <a:noAutofit/>
          </a:bodyPr>
          <a:lstStyle>
            <a:defPPr>
              <a:defRPr sz="3000" b="1">
                <a:solidFill>
                  <a:srgbClr val="18364F"/>
                </a:solidFill>
                <a:latin typeface="Yu Gothic"/>
                <a:ea typeface="Yu Gothic"/>
                <a:cs typeface="Yu Gothic"/>
              </a:defRPr>
            </a:defPPr>
            <a:lvl1pPr>
              <a:buNone/>
              <a:defRPr sz="3000" b="1">
                <a:solidFill>
                  <a:srgbClr val="18364F"/>
                </a:solidFill>
                <a:latin typeface="Yu Gothic"/>
                <a:ea typeface="Yu Gothic"/>
                <a:cs typeface="Yu Gothic"/>
              </a:defRPr>
            </a:lvl1pPr>
            <a:lvl2pPr>
              <a:buNone/>
              <a:defRPr sz="3000" b="1">
                <a:solidFill>
                  <a:srgbClr val="18364F"/>
                </a:solidFill>
                <a:latin typeface="Yu Gothic"/>
                <a:ea typeface="Yu Gothic"/>
                <a:cs typeface="Yu Gothic"/>
              </a:defRPr>
            </a:lvl2pPr>
            <a:lvl3pPr>
              <a:buNone/>
              <a:defRPr sz="3000" b="1">
                <a:solidFill>
                  <a:srgbClr val="18364F"/>
                </a:solidFill>
                <a:latin typeface="Yu Gothic"/>
                <a:ea typeface="Yu Gothic"/>
                <a:cs typeface="Yu Gothic"/>
              </a:defRPr>
            </a:lvl3pPr>
            <a:lvl4pPr>
              <a:buNone/>
              <a:defRPr sz="3000" b="1">
                <a:solidFill>
                  <a:srgbClr val="18364F"/>
                </a:solidFill>
                <a:latin typeface="Yu Gothic"/>
                <a:ea typeface="Yu Gothic"/>
                <a:cs typeface="Yu Gothic"/>
              </a:defRPr>
            </a:lvl4pPr>
            <a:lvl5pPr>
              <a:buNone/>
              <a:defRPr sz="3000" b="1">
                <a:solidFill>
                  <a:srgbClr val="18364F"/>
                </a:solidFill>
                <a:latin typeface="Yu Gothic"/>
                <a:ea typeface="Yu Gothic"/>
                <a:cs typeface="Yu Gothic"/>
              </a:defRPr>
            </a:lvl5pPr>
            <a:lvl6pPr>
              <a:buNone/>
              <a:defRPr sz="3000" b="1">
                <a:solidFill>
                  <a:srgbClr val="18364F"/>
                </a:solidFill>
                <a:latin typeface="Yu Gothic"/>
                <a:ea typeface="Yu Gothic"/>
                <a:cs typeface="Yu Gothic"/>
              </a:defRPr>
            </a:lvl6pPr>
            <a:lvl7pPr>
              <a:buNone/>
              <a:defRPr sz="3000" b="1">
                <a:solidFill>
                  <a:srgbClr val="18364F"/>
                </a:solidFill>
                <a:latin typeface="Yu Gothic"/>
                <a:ea typeface="Yu Gothic"/>
                <a:cs typeface="Yu Gothic"/>
              </a:defRPr>
            </a:lvl7pPr>
            <a:lvl8pPr>
              <a:buNone/>
              <a:defRPr sz="3000" b="1">
                <a:solidFill>
                  <a:srgbClr val="18364F"/>
                </a:solidFill>
                <a:latin typeface="Yu Gothic"/>
                <a:ea typeface="Yu Gothic"/>
                <a:cs typeface="Yu Gothic"/>
              </a:defRPr>
            </a:lvl8pPr>
            <a:lvl9pPr>
              <a:buNone/>
              <a:defRPr sz="3000" b="1">
                <a:solidFill>
                  <a:srgbClr val="18364F"/>
                </a:solidFill>
                <a:latin typeface="Yu Gothic"/>
                <a:ea typeface="Yu Gothic"/>
                <a:cs typeface="Yu Gothic"/>
              </a:defRPr>
            </a:lvl9pPr>
          </a:lstStyle>
          <a:p>
            <a:pPr>
              <a:buNone/>
              <a:defRPr sz="3000" b="1">
                <a:solidFill>
                  <a:srgbClr val="18364F"/>
                </a:solidFill>
                <a:latin typeface="Yu Gothic"/>
                <a:ea typeface="Yu Gothic"/>
                <a:cs typeface="Yu Gothic"/>
              </a:defRPr>
            </a:pPr>
            <a:r>
              <a:rPr sz="3000" b="1">
                <a:solidFill>
                  <a:srgbClr val="18364F"/>
                </a:solidFill>
                <a:latin typeface="Yu Gothic"/>
                <a:ea typeface="Yu Gothic"/>
                <a:cs typeface="Yu Gothic"/>
              </a:rPr>
              <a:t>燃焼トピック① 着火・引火・発火</a:t>
            </a:r>
          </a:p>
        </p:txBody>
      </p:sp>
      <p:sp>
        <p:nvSpPr>
          <p:cNvPr id="2" name="正方形/長方形 1">
            <a:extLst>
              <a:ext uri="{FF2B5EF4-FFF2-40B4-BE49-F238E27FC236}">
                <a16:creationId xmlns:a16="http://schemas.microsoft.com/office/drawing/2014/main" id="{6D307E95-1011-4474-9080-F44F56E52627}"/>
              </a:ext>
            </a:extLst>
          </p:cNvPr>
          <p:cNvSpPr>
            <a:spLocks noGrp="1"/>
          </p:cNvSpPr>
          <p:nvPr/>
        </p:nvSpPr>
        <p:spPr>
          <a:xfrm>
            <a:off x="685800" y="1181100"/>
            <a:ext cx="10820400" cy="19050"/>
          </a:xfrm>
          <a:prstGeom prst="rect">
            <a:avLst/>
          </a:prstGeom>
          <a:solidFill>
            <a:srgbClr val="18364F"/>
          </a:solidFill>
          <a:ln w="0">
            <a:noFill/>
          </a:ln>
        </p:spPr>
      </p:sp>
      <p:sp>
        <p:nvSpPr>
          <p:cNvPr id="3" name="正方形/長方形 2">
            <a:extLst>
              <a:ext uri="{FF2B5EF4-FFF2-40B4-BE49-F238E27FC236}">
                <a16:creationId xmlns:a16="http://schemas.microsoft.com/office/drawing/2014/main" id="{EF0C57FE-F3F2-4777-BB33-654EA6F3908B}"/>
              </a:ext>
            </a:extLst>
          </p:cNvPr>
          <p:cNvSpPr>
            <a:spLocks noGrp="1"/>
          </p:cNvSpPr>
          <p:nvPr/>
        </p:nvSpPr>
        <p:spPr>
          <a:xfrm>
            <a:off x="685800" y="6419850"/>
            <a:ext cx="9334500" cy="257175"/>
          </a:xfrm>
          <a:prstGeom prst="rect">
            <a:avLst/>
          </a:prstGeom>
          <a:noFill/>
          <a:ln w="0">
            <a:noFill/>
          </a:ln>
        </p:spPr>
        <p:txBody>
          <a:bodyPr lIns="0" tIns="0" rIns="0" bIns="0" anchor="ctr">
            <a:noAutofit/>
          </a:bodyPr>
          <a:lstStyle>
            <a:defPPr>
              <a:defRPr sz="1425" b="0">
                <a:solidFill>
                  <a:srgbClr val="596875"/>
                </a:solidFill>
                <a:latin typeface="Yu Gothic"/>
                <a:ea typeface="Yu Gothic"/>
                <a:cs typeface="Yu Gothic"/>
              </a:defRPr>
            </a:defPPr>
            <a:lvl1pPr>
              <a:buNone/>
              <a:defRPr sz="1425" b="0">
                <a:solidFill>
                  <a:srgbClr val="596875"/>
                </a:solidFill>
                <a:latin typeface="Yu Gothic"/>
                <a:ea typeface="Yu Gothic"/>
                <a:cs typeface="Yu Gothic"/>
              </a:defRPr>
            </a:lvl1pPr>
            <a:lvl2pPr>
              <a:buNone/>
              <a:defRPr sz="1425" b="0">
                <a:solidFill>
                  <a:srgbClr val="596875"/>
                </a:solidFill>
                <a:latin typeface="Yu Gothic"/>
                <a:ea typeface="Yu Gothic"/>
                <a:cs typeface="Yu Gothic"/>
              </a:defRPr>
            </a:lvl2pPr>
            <a:lvl3pPr>
              <a:buNone/>
              <a:defRPr sz="1425" b="0">
                <a:solidFill>
                  <a:srgbClr val="596875"/>
                </a:solidFill>
                <a:latin typeface="Yu Gothic"/>
                <a:ea typeface="Yu Gothic"/>
                <a:cs typeface="Yu Gothic"/>
              </a:defRPr>
            </a:lvl3pPr>
            <a:lvl4pPr>
              <a:buNone/>
              <a:defRPr sz="1425" b="0">
                <a:solidFill>
                  <a:srgbClr val="596875"/>
                </a:solidFill>
                <a:latin typeface="Yu Gothic"/>
                <a:ea typeface="Yu Gothic"/>
                <a:cs typeface="Yu Gothic"/>
              </a:defRPr>
            </a:lvl4pPr>
            <a:lvl5pPr>
              <a:buNone/>
              <a:defRPr sz="1425" b="0">
                <a:solidFill>
                  <a:srgbClr val="596875"/>
                </a:solidFill>
                <a:latin typeface="Yu Gothic"/>
                <a:ea typeface="Yu Gothic"/>
                <a:cs typeface="Yu Gothic"/>
              </a:defRPr>
            </a:lvl5pPr>
            <a:lvl6pPr>
              <a:buNone/>
              <a:defRPr sz="1425" b="0">
                <a:solidFill>
                  <a:srgbClr val="596875"/>
                </a:solidFill>
                <a:latin typeface="Yu Gothic"/>
                <a:ea typeface="Yu Gothic"/>
                <a:cs typeface="Yu Gothic"/>
              </a:defRPr>
            </a:lvl6pPr>
            <a:lvl7pPr>
              <a:buNone/>
              <a:defRPr sz="1425" b="0">
                <a:solidFill>
                  <a:srgbClr val="596875"/>
                </a:solidFill>
                <a:latin typeface="Yu Gothic"/>
                <a:ea typeface="Yu Gothic"/>
                <a:cs typeface="Yu Gothic"/>
              </a:defRPr>
            </a:lvl7pPr>
            <a:lvl8pPr>
              <a:buNone/>
              <a:defRPr sz="1425" b="0">
                <a:solidFill>
                  <a:srgbClr val="596875"/>
                </a:solidFill>
                <a:latin typeface="Yu Gothic"/>
                <a:ea typeface="Yu Gothic"/>
                <a:cs typeface="Yu Gothic"/>
              </a:defRPr>
            </a:lvl8pPr>
            <a:lvl9pPr>
              <a:buNone/>
              <a:defRPr sz="1425" b="0">
                <a:solidFill>
                  <a:srgbClr val="596875"/>
                </a:solidFill>
                <a:latin typeface="Yu Gothic"/>
                <a:ea typeface="Yu Gothic"/>
                <a:cs typeface="Yu Gothic"/>
              </a:defRPr>
            </a:lvl9pPr>
          </a:lstStyle>
          <a:p>
            <a:pPr>
              <a:buNone/>
              <a:defRPr sz="1425" b="0">
                <a:solidFill>
                  <a:srgbClr val="596875"/>
                </a:solidFill>
                <a:latin typeface="Yu Gothic"/>
                <a:ea typeface="Yu Gothic"/>
                <a:cs typeface="Yu Gothic"/>
              </a:defRPr>
            </a:pPr>
            <a:r>
              <a:rPr lang="ja-JP" altLang="en-US" sz="1425" b="0">
                <a:solidFill>
                  <a:srgbClr val="596875"/>
                </a:solidFill>
                <a:latin typeface="Yu Gothic"/>
                <a:ea typeface="Yu Gothic"/>
                <a:cs typeface="Yu Gothic"/>
              </a:rPr>
              <a:t>木材及び木質材料学　新第</a:t>
            </a:r>
            <a:r>
              <a:rPr lang="en-US" altLang="ja-JP" sz="1425" b="0">
                <a:solidFill>
                  <a:srgbClr val="596875"/>
                </a:solidFill>
                <a:latin typeface="Yu Gothic"/>
                <a:ea typeface="Yu Gothic"/>
                <a:cs typeface="Yu Gothic"/>
              </a:rPr>
              <a:t>14</a:t>
            </a:r>
            <a:r>
              <a:rPr lang="ja-JP" altLang="en-US" sz="1425" b="0">
                <a:solidFill>
                  <a:srgbClr val="596875"/>
                </a:solidFill>
                <a:latin typeface="Yu Gothic"/>
                <a:ea typeface="Yu Gothic"/>
                <a:cs typeface="Yu Gothic"/>
              </a:rPr>
              <a:t>回　構造・燃焼</a:t>
            </a:r>
            <a:endParaRPr sz="1425" b="0">
              <a:solidFill>
                <a:srgbClr val="596875"/>
              </a:solidFill>
              <a:latin typeface="Yu Gothic"/>
              <a:ea typeface="Yu Gothic"/>
              <a:cs typeface="Yu Gothic"/>
            </a:endParaRPr>
          </a:p>
        </p:txBody>
      </p:sp>
      <p:sp>
        <p:nvSpPr>
          <p:cNvPr id="4" name="正方形/長方形 3">
            <a:extLst>
              <a:ext uri="{FF2B5EF4-FFF2-40B4-BE49-F238E27FC236}">
                <a16:creationId xmlns:a16="http://schemas.microsoft.com/office/drawing/2014/main" id="{16D8335F-C1C9-48C7-A3ED-55085F8B2E70}"/>
              </a:ext>
            </a:extLst>
          </p:cNvPr>
          <p:cNvSpPr>
            <a:spLocks noGrp="1"/>
          </p:cNvSpPr>
          <p:nvPr/>
        </p:nvSpPr>
        <p:spPr>
          <a:xfrm>
            <a:off x="10763250" y="6419850"/>
            <a:ext cx="742950" cy="257175"/>
          </a:xfrm>
          <a:prstGeom prst="rect">
            <a:avLst/>
          </a:prstGeom>
          <a:noFill/>
          <a:ln w="0">
            <a:noFill/>
          </a:ln>
        </p:spPr>
        <p:txBody>
          <a:bodyPr lIns="0" tIns="0" rIns="0" bIns="0" anchor="ctr">
            <a:noAutofit/>
          </a:bodyPr>
          <a:lstStyle>
            <a:defPPr>
              <a:defRPr sz="1425" b="0">
                <a:solidFill>
                  <a:srgbClr val="596875"/>
                </a:solidFill>
                <a:latin typeface="Yu Gothic"/>
                <a:ea typeface="Yu Gothic"/>
                <a:cs typeface="Yu Gothic"/>
              </a:defRPr>
            </a:defPPr>
            <a:lvl1pPr>
              <a:buNone/>
              <a:defRPr sz="1425" b="0">
                <a:solidFill>
                  <a:srgbClr val="596875"/>
                </a:solidFill>
                <a:latin typeface="Yu Gothic"/>
                <a:ea typeface="Yu Gothic"/>
                <a:cs typeface="Yu Gothic"/>
              </a:defRPr>
            </a:lvl1pPr>
            <a:lvl2pPr>
              <a:buNone/>
              <a:defRPr sz="1425" b="0">
                <a:solidFill>
                  <a:srgbClr val="596875"/>
                </a:solidFill>
                <a:latin typeface="Yu Gothic"/>
                <a:ea typeface="Yu Gothic"/>
                <a:cs typeface="Yu Gothic"/>
              </a:defRPr>
            </a:lvl2pPr>
            <a:lvl3pPr>
              <a:buNone/>
              <a:defRPr sz="1425" b="0">
                <a:solidFill>
                  <a:srgbClr val="596875"/>
                </a:solidFill>
                <a:latin typeface="Yu Gothic"/>
                <a:ea typeface="Yu Gothic"/>
                <a:cs typeface="Yu Gothic"/>
              </a:defRPr>
            </a:lvl3pPr>
            <a:lvl4pPr>
              <a:buNone/>
              <a:defRPr sz="1425" b="0">
                <a:solidFill>
                  <a:srgbClr val="596875"/>
                </a:solidFill>
                <a:latin typeface="Yu Gothic"/>
                <a:ea typeface="Yu Gothic"/>
                <a:cs typeface="Yu Gothic"/>
              </a:defRPr>
            </a:lvl4pPr>
            <a:lvl5pPr>
              <a:buNone/>
              <a:defRPr sz="1425" b="0">
                <a:solidFill>
                  <a:srgbClr val="596875"/>
                </a:solidFill>
                <a:latin typeface="Yu Gothic"/>
                <a:ea typeface="Yu Gothic"/>
                <a:cs typeface="Yu Gothic"/>
              </a:defRPr>
            </a:lvl5pPr>
            <a:lvl6pPr>
              <a:buNone/>
              <a:defRPr sz="1425" b="0">
                <a:solidFill>
                  <a:srgbClr val="596875"/>
                </a:solidFill>
                <a:latin typeface="Yu Gothic"/>
                <a:ea typeface="Yu Gothic"/>
                <a:cs typeface="Yu Gothic"/>
              </a:defRPr>
            </a:lvl6pPr>
            <a:lvl7pPr>
              <a:buNone/>
              <a:defRPr sz="1425" b="0">
                <a:solidFill>
                  <a:srgbClr val="596875"/>
                </a:solidFill>
                <a:latin typeface="Yu Gothic"/>
                <a:ea typeface="Yu Gothic"/>
                <a:cs typeface="Yu Gothic"/>
              </a:defRPr>
            </a:lvl7pPr>
            <a:lvl8pPr>
              <a:buNone/>
              <a:defRPr sz="1425" b="0">
                <a:solidFill>
                  <a:srgbClr val="596875"/>
                </a:solidFill>
                <a:latin typeface="Yu Gothic"/>
                <a:ea typeface="Yu Gothic"/>
                <a:cs typeface="Yu Gothic"/>
              </a:defRPr>
            </a:lvl8pPr>
            <a:lvl9pPr>
              <a:buNone/>
              <a:defRPr sz="1425" b="0">
                <a:solidFill>
                  <a:srgbClr val="596875"/>
                </a:solidFill>
                <a:latin typeface="Yu Gothic"/>
                <a:ea typeface="Yu Gothic"/>
                <a:cs typeface="Yu Gothic"/>
              </a:defRPr>
            </a:lvl9pPr>
          </a:lstStyle>
          <a:p>
            <a:pPr>
              <a:buNone/>
              <a:defRPr sz="1425" b="0">
                <a:solidFill>
                  <a:srgbClr val="596875"/>
                </a:solidFill>
                <a:latin typeface="Yu Gothic"/>
                <a:ea typeface="Yu Gothic"/>
                <a:cs typeface="Yu Gothic"/>
              </a:defRPr>
            </a:pPr>
            <a:r>
              <a:rPr lang="en-US" altLang="ja-JP" sz="1425" b="0">
                <a:solidFill>
                  <a:srgbClr val="596875"/>
                </a:solidFill>
                <a:latin typeface="Yu Gothic"/>
                <a:ea typeface="Yu Gothic"/>
                <a:cs typeface="Yu Gothic"/>
              </a:rPr>
              <a:t>27</a:t>
            </a:r>
            <a:endParaRPr sz="1425" b="0">
              <a:solidFill>
                <a:srgbClr val="596875"/>
              </a:solidFill>
              <a:latin typeface="Yu Gothic"/>
              <a:ea typeface="Yu Gothic"/>
              <a:cs typeface="Yu Gothic"/>
            </a:endParaRPr>
          </a:p>
        </p:txBody>
      </p:sp>
      <p:sp>
        <p:nvSpPr>
          <p:cNvPr id="5" name="正方形/長方形 4">
            <a:extLst>
              <a:ext uri="{FF2B5EF4-FFF2-40B4-BE49-F238E27FC236}">
                <a16:creationId xmlns:a16="http://schemas.microsoft.com/office/drawing/2014/main" id="{0442A3B9-6823-4EB7-9138-6764C05A617E}"/>
              </a:ext>
            </a:extLst>
          </p:cNvPr>
          <p:cNvSpPr>
            <a:spLocks noGrp="1"/>
          </p:cNvSpPr>
          <p:nvPr/>
        </p:nvSpPr>
        <p:spPr>
          <a:xfrm>
            <a:off x="838200" y="1495425"/>
            <a:ext cx="10477500" cy="666750"/>
          </a:xfrm>
          <a:prstGeom prst="rect">
            <a:avLst/>
          </a:prstGeom>
          <a:noFill/>
          <a:ln w="0">
            <a:noFill/>
          </a:ln>
        </p:spPr>
        <p:txBody>
          <a:bodyPr lIns="0" tIns="0" rIns="0" bIns="0" anchor="ctr">
            <a:noAutofit/>
          </a:bodyPr>
          <a:lstStyle>
            <a:defPPr>
              <a:defRPr sz="2550" b="1">
                <a:solidFill>
                  <a:srgbClr val="18364F"/>
                </a:solidFill>
                <a:latin typeface="Yu Gothic"/>
                <a:ea typeface="Yu Gothic"/>
                <a:cs typeface="Yu Gothic"/>
              </a:defRPr>
            </a:defPPr>
            <a:lvl1pPr>
              <a:buNone/>
              <a:defRPr sz="2550" b="1">
                <a:solidFill>
                  <a:srgbClr val="18364F"/>
                </a:solidFill>
                <a:latin typeface="Yu Gothic"/>
                <a:ea typeface="Yu Gothic"/>
                <a:cs typeface="Yu Gothic"/>
              </a:defRPr>
            </a:lvl1pPr>
            <a:lvl2pPr>
              <a:buNone/>
              <a:defRPr sz="2550" b="1">
                <a:solidFill>
                  <a:srgbClr val="18364F"/>
                </a:solidFill>
                <a:latin typeface="Yu Gothic"/>
                <a:ea typeface="Yu Gothic"/>
                <a:cs typeface="Yu Gothic"/>
              </a:defRPr>
            </a:lvl2pPr>
            <a:lvl3pPr>
              <a:buNone/>
              <a:defRPr sz="2550" b="1">
                <a:solidFill>
                  <a:srgbClr val="18364F"/>
                </a:solidFill>
                <a:latin typeface="Yu Gothic"/>
                <a:ea typeface="Yu Gothic"/>
                <a:cs typeface="Yu Gothic"/>
              </a:defRPr>
            </a:lvl3pPr>
            <a:lvl4pPr>
              <a:buNone/>
              <a:defRPr sz="2550" b="1">
                <a:solidFill>
                  <a:srgbClr val="18364F"/>
                </a:solidFill>
                <a:latin typeface="Yu Gothic"/>
                <a:ea typeface="Yu Gothic"/>
                <a:cs typeface="Yu Gothic"/>
              </a:defRPr>
            </a:lvl4pPr>
            <a:lvl5pPr>
              <a:buNone/>
              <a:defRPr sz="2550" b="1">
                <a:solidFill>
                  <a:srgbClr val="18364F"/>
                </a:solidFill>
                <a:latin typeface="Yu Gothic"/>
                <a:ea typeface="Yu Gothic"/>
                <a:cs typeface="Yu Gothic"/>
              </a:defRPr>
            </a:lvl5pPr>
            <a:lvl6pPr>
              <a:buNone/>
              <a:defRPr sz="2550" b="1">
                <a:solidFill>
                  <a:srgbClr val="18364F"/>
                </a:solidFill>
                <a:latin typeface="Yu Gothic"/>
                <a:ea typeface="Yu Gothic"/>
                <a:cs typeface="Yu Gothic"/>
              </a:defRPr>
            </a:lvl6pPr>
            <a:lvl7pPr>
              <a:buNone/>
              <a:defRPr sz="2550" b="1">
                <a:solidFill>
                  <a:srgbClr val="18364F"/>
                </a:solidFill>
                <a:latin typeface="Yu Gothic"/>
                <a:ea typeface="Yu Gothic"/>
                <a:cs typeface="Yu Gothic"/>
              </a:defRPr>
            </a:lvl7pPr>
            <a:lvl8pPr>
              <a:buNone/>
              <a:defRPr sz="2550" b="1">
                <a:solidFill>
                  <a:srgbClr val="18364F"/>
                </a:solidFill>
                <a:latin typeface="Yu Gothic"/>
                <a:ea typeface="Yu Gothic"/>
                <a:cs typeface="Yu Gothic"/>
              </a:defRPr>
            </a:lvl8pPr>
            <a:lvl9pPr>
              <a:buNone/>
              <a:defRPr sz="2550" b="1">
                <a:solidFill>
                  <a:srgbClr val="18364F"/>
                </a:solidFill>
                <a:latin typeface="Yu Gothic"/>
                <a:ea typeface="Yu Gothic"/>
                <a:cs typeface="Yu Gothic"/>
              </a:defRPr>
            </a:lvl9pPr>
          </a:lstStyle>
          <a:p>
            <a:pPr>
              <a:buNone/>
              <a:defRPr sz="2550" b="1">
                <a:solidFill>
                  <a:srgbClr val="18364F"/>
                </a:solidFill>
                <a:latin typeface="Yu Gothic"/>
                <a:ea typeface="Yu Gothic"/>
                <a:cs typeface="Yu Gothic"/>
              </a:defRPr>
            </a:pPr>
            <a:r>
              <a:rPr sz="2550" b="1">
                <a:solidFill>
                  <a:srgbClr val="18364F"/>
                </a:solidFill>
                <a:latin typeface="Yu Gothic"/>
                <a:ea typeface="Yu Gothic"/>
                <a:cs typeface="Yu Gothic"/>
              </a:rPr>
              <a:t>着火：燃焼が始まること（広い意味）</a:t>
            </a:r>
          </a:p>
        </p:txBody>
      </p:sp>
      <p:graphicFrame>
        <p:nvGraphicFramePr>
          <p:cNvPr id="6" name="表 5">
            <a:extLst>
              <a:ext uri="{FF2B5EF4-FFF2-40B4-BE49-F238E27FC236}">
                <a16:creationId xmlns:a16="http://schemas.microsoft.com/office/drawing/2014/main" id="{5A963790-3A5A-4459-9B10-BB3208052648}"/>
              </a:ext>
            </a:extLst>
          </p:cNvPr>
          <p:cNvGraphicFramePr/>
          <p:nvPr/>
        </p:nvGraphicFramePr>
        <p:xfrm>
          <a:off x="838200" y="2457450"/>
          <a:ext cx="10477500" cy="2257425"/>
        </p:xfrm>
        <a:graphic>
          <a:graphicData uri="http://schemas.openxmlformats.org/drawingml/2006/table">
            <a:tbl>
              <a:tblPr/>
              <a:tblGrid>
                <a:gridCol w="3714750">
                  <a:extLst>
                    <a:ext uri="{9D8B030D-6E8A-4147-A177-3AD203B41FA5}">
                      <a16:colId xmlns:a16="http://schemas.microsoft.com/office/drawing/2014/main" val="20000"/>
                    </a:ext>
                  </a:extLst>
                </a:gridCol>
                <a:gridCol w="6762750">
                  <a:extLst>
                    <a:ext uri="{9D8B030D-6E8A-4147-A177-3AD203B41FA5}">
                      <a16:colId xmlns:a16="http://schemas.microsoft.com/office/drawing/2014/main" val="20001"/>
                    </a:ext>
                  </a:extLst>
                </a:gridCol>
              </a:tblGrid>
              <a:tr h="752475">
                <a:tc>
                  <a:txBody>
                    <a:bodyPr/>
                    <a:lstStyle/>
                    <a:p>
                      <a:r>
                        <a:rPr sz="2025" b="1">
                          <a:solidFill>
                            <a:srgbClr val="FFFFFF"/>
                          </a:solidFill>
                          <a:latin typeface="Yu Gothic"/>
                          <a:ea typeface="Yu Gothic"/>
                          <a:cs typeface="Yu Gothic"/>
                        </a:rPr>
                        <a:t>本教材での区別</a:t>
                      </a:r>
                    </a:p>
                  </a:txBody>
                  <a:tcPr>
                    <a:solidFill>
                      <a:srgbClr val="18364F"/>
                    </a:solidFill>
                  </a:tcPr>
                </a:tc>
                <a:tc>
                  <a:txBody>
                    <a:bodyPr/>
                    <a:lstStyle/>
                    <a:p>
                      <a:r>
                        <a:rPr sz="2025" b="1">
                          <a:solidFill>
                            <a:srgbClr val="FFFFFF"/>
                          </a:solidFill>
                          <a:latin typeface="Yu Gothic"/>
                          <a:ea typeface="Yu Gothic"/>
                          <a:cs typeface="Yu Gothic"/>
                        </a:rPr>
                        <a:t>点火のきっかけ</a:t>
                      </a:r>
                    </a:p>
                  </a:txBody>
                  <a:tcPr>
                    <a:solidFill>
                      <a:srgbClr val="18364F"/>
                    </a:solidFill>
                  </a:tcPr>
                </a:tc>
                <a:extLst>
                  <a:ext uri="{0D108BD9-81ED-4DB2-BD59-A6C34878D82A}">
                    <a16:rowId xmlns:a16="http://schemas.microsoft.com/office/drawing/2014/main" val="10000"/>
                  </a:ext>
                </a:extLst>
              </a:tr>
              <a:tr h="752475">
                <a:tc>
                  <a:txBody>
                    <a:bodyPr/>
                    <a:lstStyle/>
                    <a:p>
                      <a:r>
                        <a:rPr sz="2025" b="0">
                          <a:solidFill>
                            <a:srgbClr val="253C4D"/>
                          </a:solidFill>
                          <a:latin typeface="Yu Gothic"/>
                          <a:ea typeface="Yu Gothic"/>
                          <a:cs typeface="Yu Gothic"/>
                        </a:rPr>
                        <a:t>引火</a:t>
                      </a:r>
                    </a:p>
                  </a:txBody>
                  <a:tcPr>
                    <a:solidFill>
                      <a:srgbClr val="F1F5F7"/>
                    </a:solidFill>
                  </a:tcPr>
                </a:tc>
                <a:tc>
                  <a:txBody>
                    <a:bodyPr/>
                    <a:lstStyle/>
                    <a:p>
                      <a:r>
                        <a:rPr sz="2025" b="0">
                          <a:solidFill>
                            <a:srgbClr val="253C4D"/>
                          </a:solidFill>
                          <a:latin typeface="Yu Gothic"/>
                          <a:ea typeface="Yu Gothic"/>
                          <a:cs typeface="Yu Gothic"/>
                        </a:rPr>
                        <a:t>炎・火花などの外部火源がある</a:t>
                      </a:r>
                    </a:p>
                  </a:txBody>
                  <a:tcPr>
                    <a:solidFill>
                      <a:srgbClr val="F1F5F7"/>
                    </a:solidFill>
                  </a:tcPr>
                </a:tc>
                <a:extLst>
                  <a:ext uri="{0D108BD9-81ED-4DB2-BD59-A6C34878D82A}">
                    <a16:rowId xmlns:a16="http://schemas.microsoft.com/office/drawing/2014/main" val="10001"/>
                  </a:ext>
                </a:extLst>
              </a:tr>
              <a:tr h="752475">
                <a:tc>
                  <a:txBody>
                    <a:bodyPr/>
                    <a:lstStyle/>
                    <a:p>
                      <a:r>
                        <a:rPr sz="2025" b="0">
                          <a:solidFill>
                            <a:srgbClr val="253C4D"/>
                          </a:solidFill>
                          <a:latin typeface="Yu Gothic"/>
                          <a:ea typeface="Yu Gothic"/>
                          <a:cs typeface="Yu Gothic"/>
                        </a:rPr>
                        <a:t>発火</a:t>
                      </a:r>
                    </a:p>
                  </a:txBody>
                  <a:tcPr>
                    <a:solidFill>
                      <a:srgbClr val="FFFFFF"/>
                    </a:solidFill>
                  </a:tcPr>
                </a:tc>
                <a:tc>
                  <a:txBody>
                    <a:bodyPr/>
                    <a:lstStyle/>
                    <a:p>
                      <a:r>
                        <a:rPr sz="2025" b="0">
                          <a:solidFill>
                            <a:srgbClr val="253C4D"/>
                          </a:solidFill>
                          <a:latin typeface="Yu Gothic"/>
                          <a:ea typeface="Yu Gothic"/>
                          <a:cs typeface="Yu Gothic"/>
                        </a:rPr>
                        <a:t>炎・火花の点火源なしに燃焼が始まる</a:t>
                      </a:r>
                    </a:p>
                  </a:txBody>
                  <a:tcPr>
                    <a:solidFill>
                      <a:srgbClr val="FFFFFF"/>
                    </a:solidFill>
                  </a:tcPr>
                </a:tc>
                <a:extLst>
                  <a:ext uri="{0D108BD9-81ED-4DB2-BD59-A6C34878D82A}">
                    <a16:rowId xmlns:a16="http://schemas.microsoft.com/office/drawing/2014/main" val="10002"/>
                  </a:ext>
                </a:extLst>
              </a:tr>
            </a:tbl>
          </a:graphicData>
        </a:graphic>
      </p:graphicFrame>
      <p:sp>
        <p:nvSpPr>
          <p:cNvPr id="7" name="正方形/長方形 6">
            <a:extLst>
              <a:ext uri="{FF2B5EF4-FFF2-40B4-BE49-F238E27FC236}">
                <a16:creationId xmlns:a16="http://schemas.microsoft.com/office/drawing/2014/main" id="{A4F7418D-2107-4584-A209-664362051F17}"/>
              </a:ext>
            </a:extLst>
          </p:cNvPr>
          <p:cNvSpPr>
            <a:spLocks noGrp="1"/>
          </p:cNvSpPr>
          <p:nvPr/>
        </p:nvSpPr>
        <p:spPr>
          <a:xfrm>
            <a:off x="838200" y="5105400"/>
            <a:ext cx="10477500" cy="619125"/>
          </a:xfrm>
          <a:prstGeom prst="rect">
            <a:avLst/>
          </a:prstGeom>
          <a:noFill/>
          <a:ln w="0">
            <a:noFill/>
          </a:ln>
        </p:spPr>
        <p:txBody>
          <a:bodyPr lIns="0" tIns="0" rIns="0" bIns="0" anchor="ctr">
            <a:noAutofit/>
          </a:bodyPr>
          <a:lstStyle>
            <a:defPPr>
              <a:defRPr sz="2100" b="1">
                <a:solidFill>
                  <a:srgbClr val="2876A8"/>
                </a:solidFill>
                <a:latin typeface="Yu Gothic"/>
                <a:ea typeface="Yu Gothic"/>
                <a:cs typeface="Yu Gothic"/>
              </a:defRPr>
            </a:defPPr>
            <a:lvl1pPr>
              <a:buNone/>
              <a:defRPr sz="2100" b="1">
                <a:solidFill>
                  <a:srgbClr val="2876A8"/>
                </a:solidFill>
                <a:latin typeface="Yu Gothic"/>
                <a:ea typeface="Yu Gothic"/>
                <a:cs typeface="Yu Gothic"/>
              </a:defRPr>
            </a:lvl1pPr>
            <a:lvl2pPr>
              <a:buNone/>
              <a:defRPr sz="2100" b="1">
                <a:solidFill>
                  <a:srgbClr val="2876A8"/>
                </a:solidFill>
                <a:latin typeface="Yu Gothic"/>
                <a:ea typeface="Yu Gothic"/>
                <a:cs typeface="Yu Gothic"/>
              </a:defRPr>
            </a:lvl2pPr>
            <a:lvl3pPr>
              <a:buNone/>
              <a:defRPr sz="2100" b="1">
                <a:solidFill>
                  <a:srgbClr val="2876A8"/>
                </a:solidFill>
                <a:latin typeface="Yu Gothic"/>
                <a:ea typeface="Yu Gothic"/>
                <a:cs typeface="Yu Gothic"/>
              </a:defRPr>
            </a:lvl3pPr>
            <a:lvl4pPr>
              <a:buNone/>
              <a:defRPr sz="2100" b="1">
                <a:solidFill>
                  <a:srgbClr val="2876A8"/>
                </a:solidFill>
                <a:latin typeface="Yu Gothic"/>
                <a:ea typeface="Yu Gothic"/>
                <a:cs typeface="Yu Gothic"/>
              </a:defRPr>
            </a:lvl4pPr>
            <a:lvl5pPr>
              <a:buNone/>
              <a:defRPr sz="2100" b="1">
                <a:solidFill>
                  <a:srgbClr val="2876A8"/>
                </a:solidFill>
                <a:latin typeface="Yu Gothic"/>
                <a:ea typeface="Yu Gothic"/>
                <a:cs typeface="Yu Gothic"/>
              </a:defRPr>
            </a:lvl5pPr>
            <a:lvl6pPr>
              <a:buNone/>
              <a:defRPr sz="2100" b="1">
                <a:solidFill>
                  <a:srgbClr val="2876A8"/>
                </a:solidFill>
                <a:latin typeface="Yu Gothic"/>
                <a:ea typeface="Yu Gothic"/>
                <a:cs typeface="Yu Gothic"/>
              </a:defRPr>
            </a:lvl6pPr>
            <a:lvl7pPr>
              <a:buNone/>
              <a:defRPr sz="2100" b="1">
                <a:solidFill>
                  <a:srgbClr val="2876A8"/>
                </a:solidFill>
                <a:latin typeface="Yu Gothic"/>
                <a:ea typeface="Yu Gothic"/>
                <a:cs typeface="Yu Gothic"/>
              </a:defRPr>
            </a:lvl7pPr>
            <a:lvl8pPr>
              <a:buNone/>
              <a:defRPr sz="2100" b="1">
                <a:solidFill>
                  <a:srgbClr val="2876A8"/>
                </a:solidFill>
                <a:latin typeface="Yu Gothic"/>
                <a:ea typeface="Yu Gothic"/>
                <a:cs typeface="Yu Gothic"/>
              </a:defRPr>
            </a:lvl8pPr>
            <a:lvl9pPr>
              <a:buNone/>
              <a:defRPr sz="2100" b="1">
                <a:solidFill>
                  <a:srgbClr val="2876A8"/>
                </a:solidFill>
                <a:latin typeface="Yu Gothic"/>
                <a:ea typeface="Yu Gothic"/>
                <a:cs typeface="Yu Gothic"/>
              </a:defRPr>
            </a:lvl9pPr>
          </a:lstStyle>
          <a:p>
            <a:pPr>
              <a:buNone/>
              <a:defRPr sz="2100" b="1">
                <a:solidFill>
                  <a:srgbClr val="2876A8"/>
                </a:solidFill>
                <a:latin typeface="Yu Gothic"/>
                <a:ea typeface="Yu Gothic"/>
                <a:cs typeface="Yu Gothic"/>
              </a:defRPr>
            </a:pPr>
            <a:r>
              <a:rPr sz="2100" b="1">
                <a:solidFill>
                  <a:srgbClr val="2876A8"/>
                </a:solidFill>
                <a:latin typeface="Yu Gothic"/>
                <a:ea typeface="Yu Gothic"/>
                <a:cs typeface="Yu Gothic"/>
              </a:rPr>
              <a:t>点火源がなくても外部加熱はあり得る。自然発火は自己発熱の蓄積で起こる。</a:t>
            </a:r>
          </a:p>
        </p:txBody>
      </p:sp>
      <p:sp>
        <p:nvSpPr>
          <p:cNvPr id="8" name="正方形/長方形 7">
            <a:extLst>
              <a:ext uri="{FF2B5EF4-FFF2-40B4-BE49-F238E27FC236}">
                <a16:creationId xmlns:a16="http://schemas.microsoft.com/office/drawing/2014/main" id="{D24F5CDB-8205-4A94-8FFC-48C83591C9C3}"/>
              </a:ext>
            </a:extLst>
          </p:cNvPr>
          <p:cNvSpPr>
            <a:spLocks noGrp="1"/>
          </p:cNvSpPr>
          <p:nvPr/>
        </p:nvSpPr>
        <p:spPr>
          <a:xfrm>
            <a:off x="838200" y="5867400"/>
            <a:ext cx="10477500" cy="400050"/>
          </a:xfrm>
          <a:prstGeom prst="rect">
            <a:avLst/>
          </a:prstGeom>
          <a:noFill/>
          <a:ln w="0">
            <a:noFill/>
          </a:ln>
        </p:spPr>
        <p:txBody>
          <a:bodyPr lIns="0" tIns="0" rIns="0" bIns="0" anchor="ctr">
            <a:noAutofit/>
          </a:bodyPr>
          <a:lstStyle>
            <a:defPPr>
              <a:defRPr sz="1425" b="1">
                <a:solidFill>
                  <a:srgbClr val="087E8B"/>
                </a:solidFill>
                <a:latin typeface="Yu Gothic"/>
                <a:ea typeface="Yu Gothic"/>
                <a:cs typeface="Yu Gothic"/>
              </a:defRPr>
            </a:defPPr>
            <a:lvl1pPr>
              <a:buNone/>
              <a:defRPr sz="1425" b="1">
                <a:solidFill>
                  <a:srgbClr val="087E8B"/>
                </a:solidFill>
                <a:latin typeface="Yu Gothic"/>
                <a:ea typeface="Yu Gothic"/>
                <a:cs typeface="Yu Gothic"/>
              </a:defRPr>
            </a:lvl1pPr>
            <a:lvl2pPr>
              <a:buNone/>
              <a:defRPr sz="1425" b="1">
                <a:solidFill>
                  <a:srgbClr val="087E8B"/>
                </a:solidFill>
                <a:latin typeface="Yu Gothic"/>
                <a:ea typeface="Yu Gothic"/>
                <a:cs typeface="Yu Gothic"/>
              </a:defRPr>
            </a:lvl2pPr>
            <a:lvl3pPr>
              <a:buNone/>
              <a:defRPr sz="1425" b="1">
                <a:solidFill>
                  <a:srgbClr val="087E8B"/>
                </a:solidFill>
                <a:latin typeface="Yu Gothic"/>
                <a:ea typeface="Yu Gothic"/>
                <a:cs typeface="Yu Gothic"/>
              </a:defRPr>
            </a:lvl3pPr>
            <a:lvl4pPr>
              <a:buNone/>
              <a:defRPr sz="1425" b="1">
                <a:solidFill>
                  <a:srgbClr val="087E8B"/>
                </a:solidFill>
                <a:latin typeface="Yu Gothic"/>
                <a:ea typeface="Yu Gothic"/>
                <a:cs typeface="Yu Gothic"/>
              </a:defRPr>
            </a:lvl4pPr>
            <a:lvl5pPr>
              <a:buNone/>
              <a:defRPr sz="1425" b="1">
                <a:solidFill>
                  <a:srgbClr val="087E8B"/>
                </a:solidFill>
                <a:latin typeface="Yu Gothic"/>
                <a:ea typeface="Yu Gothic"/>
                <a:cs typeface="Yu Gothic"/>
              </a:defRPr>
            </a:lvl5pPr>
            <a:lvl6pPr>
              <a:buNone/>
              <a:defRPr sz="1425" b="1">
                <a:solidFill>
                  <a:srgbClr val="087E8B"/>
                </a:solidFill>
                <a:latin typeface="Yu Gothic"/>
                <a:ea typeface="Yu Gothic"/>
                <a:cs typeface="Yu Gothic"/>
              </a:defRPr>
            </a:lvl6pPr>
            <a:lvl7pPr>
              <a:buNone/>
              <a:defRPr sz="1425" b="1">
                <a:solidFill>
                  <a:srgbClr val="087E8B"/>
                </a:solidFill>
                <a:latin typeface="Yu Gothic"/>
                <a:ea typeface="Yu Gothic"/>
                <a:cs typeface="Yu Gothic"/>
              </a:defRPr>
            </a:lvl7pPr>
            <a:lvl8pPr>
              <a:buNone/>
              <a:defRPr sz="1425" b="1">
                <a:solidFill>
                  <a:srgbClr val="087E8B"/>
                </a:solidFill>
                <a:latin typeface="Yu Gothic"/>
                <a:ea typeface="Yu Gothic"/>
                <a:cs typeface="Yu Gothic"/>
              </a:defRPr>
            </a:lvl8pPr>
            <a:lvl9pPr>
              <a:buNone/>
              <a:defRPr sz="1425" b="1">
                <a:solidFill>
                  <a:srgbClr val="087E8B"/>
                </a:solidFill>
                <a:latin typeface="Yu Gothic"/>
                <a:ea typeface="Yu Gothic"/>
                <a:cs typeface="Yu Gothic"/>
              </a:defRPr>
            </a:lvl9pPr>
          </a:lstStyle>
          <a:p>
            <a:pPr>
              <a:buNone/>
              <a:defRPr sz="1425" b="1">
                <a:solidFill>
                  <a:srgbClr val="087E8B"/>
                </a:solidFill>
                <a:latin typeface="Yu Gothic"/>
                <a:ea typeface="Yu Gothic"/>
                <a:cs typeface="Yu Gothic"/>
              </a:defRPr>
            </a:pPr>
            <a:r>
              <a:rPr sz="1425" b="1">
                <a:solidFill>
                  <a:srgbClr val="087E8B"/>
                </a:solidFill>
                <a:latin typeface="Yu Gothic"/>
                <a:ea typeface="Yu Gothic"/>
                <a:cs typeface="Yu Gothic"/>
              </a:rPr>
              <a:t>木材の着火は熱流束・加熱時間・含水率・寸法などで変わる。</a:t>
            </a:r>
          </a:p>
        </p:txBody>
      </p:sp>
    </p:spTree>
    <p:extLst>
      <p:ext uri="{BB962C8B-B14F-4D97-AF65-F5344CB8AC3E}">
        <p14:creationId xmlns:p14="http://schemas.microsoft.com/office/powerpoint/2010/main" val="181713465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正方形/長方形 17">
            <a:extLst>
              <a:ext uri="{FF2B5EF4-FFF2-40B4-BE49-F238E27FC236}">
                <a16:creationId xmlns:a16="http://schemas.microsoft.com/office/drawing/2014/main" id="{B3AD2B07-9A28-4DA3-9E1F-9D63B0B318B6}"/>
              </a:ext>
            </a:extLst>
          </p:cNvPr>
          <p:cNvSpPr>
            <a:spLocks noGrp="1"/>
          </p:cNvSpPr>
          <p:nvPr/>
        </p:nvSpPr>
        <p:spPr>
          <a:xfrm>
            <a:off x="685800" y="342900"/>
            <a:ext cx="10820400" cy="666750"/>
          </a:xfrm>
          <a:prstGeom prst="rect">
            <a:avLst/>
          </a:prstGeom>
          <a:noFill/>
          <a:ln w="0">
            <a:noFill/>
          </a:ln>
        </p:spPr>
        <p:txBody>
          <a:bodyPr lIns="0" tIns="0" rIns="0" bIns="0" anchor="ctr">
            <a:noAutofit/>
          </a:bodyPr>
          <a:lstStyle>
            <a:defPPr>
              <a:defRPr sz="3000" b="1">
                <a:solidFill>
                  <a:srgbClr val="18364F"/>
                </a:solidFill>
                <a:latin typeface="Yu Gothic"/>
                <a:ea typeface="Yu Gothic"/>
                <a:cs typeface="Yu Gothic"/>
              </a:defRPr>
            </a:defPPr>
            <a:lvl1pPr>
              <a:buNone/>
              <a:defRPr sz="3000" b="1">
                <a:solidFill>
                  <a:srgbClr val="18364F"/>
                </a:solidFill>
                <a:latin typeface="Yu Gothic"/>
                <a:ea typeface="Yu Gothic"/>
                <a:cs typeface="Yu Gothic"/>
              </a:defRPr>
            </a:lvl1pPr>
            <a:lvl2pPr>
              <a:buNone/>
              <a:defRPr sz="3000" b="1">
                <a:solidFill>
                  <a:srgbClr val="18364F"/>
                </a:solidFill>
                <a:latin typeface="Yu Gothic"/>
                <a:ea typeface="Yu Gothic"/>
                <a:cs typeface="Yu Gothic"/>
              </a:defRPr>
            </a:lvl2pPr>
            <a:lvl3pPr>
              <a:buNone/>
              <a:defRPr sz="3000" b="1">
                <a:solidFill>
                  <a:srgbClr val="18364F"/>
                </a:solidFill>
                <a:latin typeface="Yu Gothic"/>
                <a:ea typeface="Yu Gothic"/>
                <a:cs typeface="Yu Gothic"/>
              </a:defRPr>
            </a:lvl3pPr>
            <a:lvl4pPr>
              <a:buNone/>
              <a:defRPr sz="3000" b="1">
                <a:solidFill>
                  <a:srgbClr val="18364F"/>
                </a:solidFill>
                <a:latin typeface="Yu Gothic"/>
                <a:ea typeface="Yu Gothic"/>
                <a:cs typeface="Yu Gothic"/>
              </a:defRPr>
            </a:lvl4pPr>
            <a:lvl5pPr>
              <a:buNone/>
              <a:defRPr sz="3000" b="1">
                <a:solidFill>
                  <a:srgbClr val="18364F"/>
                </a:solidFill>
                <a:latin typeface="Yu Gothic"/>
                <a:ea typeface="Yu Gothic"/>
                <a:cs typeface="Yu Gothic"/>
              </a:defRPr>
            </a:lvl5pPr>
            <a:lvl6pPr>
              <a:buNone/>
              <a:defRPr sz="3000" b="1">
                <a:solidFill>
                  <a:srgbClr val="18364F"/>
                </a:solidFill>
                <a:latin typeface="Yu Gothic"/>
                <a:ea typeface="Yu Gothic"/>
                <a:cs typeface="Yu Gothic"/>
              </a:defRPr>
            </a:lvl6pPr>
            <a:lvl7pPr>
              <a:buNone/>
              <a:defRPr sz="3000" b="1">
                <a:solidFill>
                  <a:srgbClr val="18364F"/>
                </a:solidFill>
                <a:latin typeface="Yu Gothic"/>
                <a:ea typeface="Yu Gothic"/>
                <a:cs typeface="Yu Gothic"/>
              </a:defRPr>
            </a:lvl7pPr>
            <a:lvl8pPr>
              <a:buNone/>
              <a:defRPr sz="3000" b="1">
                <a:solidFill>
                  <a:srgbClr val="18364F"/>
                </a:solidFill>
                <a:latin typeface="Yu Gothic"/>
                <a:ea typeface="Yu Gothic"/>
                <a:cs typeface="Yu Gothic"/>
              </a:defRPr>
            </a:lvl8pPr>
            <a:lvl9pPr>
              <a:buNone/>
              <a:defRPr sz="3000" b="1">
                <a:solidFill>
                  <a:srgbClr val="18364F"/>
                </a:solidFill>
                <a:latin typeface="Yu Gothic"/>
                <a:ea typeface="Yu Gothic"/>
                <a:cs typeface="Yu Gothic"/>
              </a:defRPr>
            </a:lvl9pPr>
          </a:lstStyle>
          <a:p>
            <a:pPr>
              <a:buNone/>
              <a:defRPr sz="3000" b="1">
                <a:solidFill>
                  <a:srgbClr val="18364F"/>
                </a:solidFill>
                <a:latin typeface="Yu Gothic"/>
                <a:ea typeface="Yu Gothic"/>
                <a:cs typeface="Yu Gothic"/>
              </a:defRPr>
            </a:pPr>
            <a:r>
              <a:rPr sz="3000" b="1">
                <a:solidFill>
                  <a:srgbClr val="18364F"/>
                </a:solidFill>
                <a:latin typeface="Yu Gothic"/>
                <a:ea typeface="Yu Gothic"/>
                <a:cs typeface="Yu Gothic"/>
              </a:rPr>
              <a:t>燃焼トピック② 熱分解・炎・炭化</a:t>
            </a:r>
          </a:p>
        </p:txBody>
      </p:sp>
      <p:sp>
        <p:nvSpPr>
          <p:cNvPr id="2" name="正方形/長方形 1">
            <a:extLst>
              <a:ext uri="{FF2B5EF4-FFF2-40B4-BE49-F238E27FC236}">
                <a16:creationId xmlns:a16="http://schemas.microsoft.com/office/drawing/2014/main" id="{49544092-7141-43A3-B524-2D4144A1B9B1}"/>
              </a:ext>
            </a:extLst>
          </p:cNvPr>
          <p:cNvSpPr>
            <a:spLocks noGrp="1"/>
          </p:cNvSpPr>
          <p:nvPr/>
        </p:nvSpPr>
        <p:spPr>
          <a:xfrm>
            <a:off x="685800" y="1181100"/>
            <a:ext cx="10820400" cy="19050"/>
          </a:xfrm>
          <a:prstGeom prst="rect">
            <a:avLst/>
          </a:prstGeom>
          <a:solidFill>
            <a:srgbClr val="18364F"/>
          </a:solidFill>
          <a:ln w="0">
            <a:noFill/>
          </a:ln>
        </p:spPr>
      </p:sp>
      <p:sp>
        <p:nvSpPr>
          <p:cNvPr id="3" name="正方形/長方形 2">
            <a:extLst>
              <a:ext uri="{FF2B5EF4-FFF2-40B4-BE49-F238E27FC236}">
                <a16:creationId xmlns:a16="http://schemas.microsoft.com/office/drawing/2014/main" id="{69FBF5D7-E49C-4869-AF12-2971955E5D40}"/>
              </a:ext>
            </a:extLst>
          </p:cNvPr>
          <p:cNvSpPr>
            <a:spLocks noGrp="1"/>
          </p:cNvSpPr>
          <p:nvPr/>
        </p:nvSpPr>
        <p:spPr>
          <a:xfrm>
            <a:off x="685800" y="6419850"/>
            <a:ext cx="9334500" cy="257175"/>
          </a:xfrm>
          <a:prstGeom prst="rect">
            <a:avLst/>
          </a:prstGeom>
          <a:noFill/>
          <a:ln w="0">
            <a:noFill/>
          </a:ln>
        </p:spPr>
        <p:txBody>
          <a:bodyPr lIns="0" tIns="0" rIns="0" bIns="0" anchor="ctr">
            <a:noAutofit/>
          </a:bodyPr>
          <a:lstStyle>
            <a:defPPr>
              <a:defRPr sz="1425" b="0">
                <a:solidFill>
                  <a:srgbClr val="596875"/>
                </a:solidFill>
                <a:latin typeface="Yu Gothic"/>
                <a:ea typeface="Yu Gothic"/>
                <a:cs typeface="Yu Gothic"/>
              </a:defRPr>
            </a:defPPr>
            <a:lvl1pPr>
              <a:buNone/>
              <a:defRPr sz="1425" b="0">
                <a:solidFill>
                  <a:srgbClr val="596875"/>
                </a:solidFill>
                <a:latin typeface="Yu Gothic"/>
                <a:ea typeface="Yu Gothic"/>
                <a:cs typeface="Yu Gothic"/>
              </a:defRPr>
            </a:lvl1pPr>
            <a:lvl2pPr>
              <a:buNone/>
              <a:defRPr sz="1425" b="0">
                <a:solidFill>
                  <a:srgbClr val="596875"/>
                </a:solidFill>
                <a:latin typeface="Yu Gothic"/>
                <a:ea typeface="Yu Gothic"/>
                <a:cs typeface="Yu Gothic"/>
              </a:defRPr>
            </a:lvl2pPr>
            <a:lvl3pPr>
              <a:buNone/>
              <a:defRPr sz="1425" b="0">
                <a:solidFill>
                  <a:srgbClr val="596875"/>
                </a:solidFill>
                <a:latin typeface="Yu Gothic"/>
                <a:ea typeface="Yu Gothic"/>
                <a:cs typeface="Yu Gothic"/>
              </a:defRPr>
            </a:lvl3pPr>
            <a:lvl4pPr>
              <a:buNone/>
              <a:defRPr sz="1425" b="0">
                <a:solidFill>
                  <a:srgbClr val="596875"/>
                </a:solidFill>
                <a:latin typeface="Yu Gothic"/>
                <a:ea typeface="Yu Gothic"/>
                <a:cs typeface="Yu Gothic"/>
              </a:defRPr>
            </a:lvl4pPr>
            <a:lvl5pPr>
              <a:buNone/>
              <a:defRPr sz="1425" b="0">
                <a:solidFill>
                  <a:srgbClr val="596875"/>
                </a:solidFill>
                <a:latin typeface="Yu Gothic"/>
                <a:ea typeface="Yu Gothic"/>
                <a:cs typeface="Yu Gothic"/>
              </a:defRPr>
            </a:lvl5pPr>
            <a:lvl6pPr>
              <a:buNone/>
              <a:defRPr sz="1425" b="0">
                <a:solidFill>
                  <a:srgbClr val="596875"/>
                </a:solidFill>
                <a:latin typeface="Yu Gothic"/>
                <a:ea typeface="Yu Gothic"/>
                <a:cs typeface="Yu Gothic"/>
              </a:defRPr>
            </a:lvl6pPr>
            <a:lvl7pPr>
              <a:buNone/>
              <a:defRPr sz="1425" b="0">
                <a:solidFill>
                  <a:srgbClr val="596875"/>
                </a:solidFill>
                <a:latin typeface="Yu Gothic"/>
                <a:ea typeface="Yu Gothic"/>
                <a:cs typeface="Yu Gothic"/>
              </a:defRPr>
            </a:lvl7pPr>
            <a:lvl8pPr>
              <a:buNone/>
              <a:defRPr sz="1425" b="0">
                <a:solidFill>
                  <a:srgbClr val="596875"/>
                </a:solidFill>
                <a:latin typeface="Yu Gothic"/>
                <a:ea typeface="Yu Gothic"/>
                <a:cs typeface="Yu Gothic"/>
              </a:defRPr>
            </a:lvl8pPr>
            <a:lvl9pPr>
              <a:buNone/>
              <a:defRPr sz="1425" b="0">
                <a:solidFill>
                  <a:srgbClr val="596875"/>
                </a:solidFill>
                <a:latin typeface="Yu Gothic"/>
                <a:ea typeface="Yu Gothic"/>
                <a:cs typeface="Yu Gothic"/>
              </a:defRPr>
            </a:lvl9pPr>
          </a:lstStyle>
          <a:p>
            <a:pPr>
              <a:buNone/>
              <a:defRPr sz="1425" b="0">
                <a:solidFill>
                  <a:srgbClr val="596875"/>
                </a:solidFill>
                <a:latin typeface="Yu Gothic"/>
                <a:ea typeface="Yu Gothic"/>
                <a:cs typeface="Yu Gothic"/>
              </a:defRPr>
            </a:pPr>
            <a:r>
              <a:rPr lang="ja-JP" altLang="en-US" sz="1425" b="0">
                <a:solidFill>
                  <a:srgbClr val="596875"/>
                </a:solidFill>
                <a:latin typeface="Yu Gothic"/>
                <a:ea typeface="Yu Gothic"/>
                <a:cs typeface="Yu Gothic"/>
              </a:rPr>
              <a:t>木材及び木質材料学　新第</a:t>
            </a:r>
            <a:r>
              <a:rPr lang="en-US" altLang="ja-JP" sz="1425" b="0">
                <a:solidFill>
                  <a:srgbClr val="596875"/>
                </a:solidFill>
                <a:latin typeface="Yu Gothic"/>
                <a:ea typeface="Yu Gothic"/>
                <a:cs typeface="Yu Gothic"/>
              </a:rPr>
              <a:t>14</a:t>
            </a:r>
            <a:r>
              <a:rPr lang="ja-JP" altLang="en-US" sz="1425" b="0">
                <a:solidFill>
                  <a:srgbClr val="596875"/>
                </a:solidFill>
                <a:latin typeface="Yu Gothic"/>
                <a:ea typeface="Yu Gothic"/>
                <a:cs typeface="Yu Gothic"/>
              </a:rPr>
              <a:t>回　構造・燃焼</a:t>
            </a:r>
            <a:endParaRPr sz="1425" b="0">
              <a:solidFill>
                <a:srgbClr val="596875"/>
              </a:solidFill>
              <a:latin typeface="Yu Gothic"/>
              <a:ea typeface="Yu Gothic"/>
              <a:cs typeface="Yu Gothic"/>
            </a:endParaRPr>
          </a:p>
        </p:txBody>
      </p:sp>
      <p:sp>
        <p:nvSpPr>
          <p:cNvPr id="4" name="正方形/長方形 3">
            <a:extLst>
              <a:ext uri="{FF2B5EF4-FFF2-40B4-BE49-F238E27FC236}">
                <a16:creationId xmlns:a16="http://schemas.microsoft.com/office/drawing/2014/main" id="{9213EA80-56C9-481A-9F58-E5934062D553}"/>
              </a:ext>
            </a:extLst>
          </p:cNvPr>
          <p:cNvSpPr>
            <a:spLocks noGrp="1"/>
          </p:cNvSpPr>
          <p:nvPr/>
        </p:nvSpPr>
        <p:spPr>
          <a:xfrm>
            <a:off x="10763250" y="6419850"/>
            <a:ext cx="742950" cy="257175"/>
          </a:xfrm>
          <a:prstGeom prst="rect">
            <a:avLst/>
          </a:prstGeom>
          <a:noFill/>
          <a:ln w="0">
            <a:noFill/>
          </a:ln>
        </p:spPr>
        <p:txBody>
          <a:bodyPr lIns="0" tIns="0" rIns="0" bIns="0" anchor="ctr">
            <a:noAutofit/>
          </a:bodyPr>
          <a:lstStyle>
            <a:defPPr>
              <a:defRPr sz="1425" b="0">
                <a:solidFill>
                  <a:srgbClr val="596875"/>
                </a:solidFill>
                <a:latin typeface="Yu Gothic"/>
                <a:ea typeface="Yu Gothic"/>
                <a:cs typeface="Yu Gothic"/>
              </a:defRPr>
            </a:defPPr>
            <a:lvl1pPr>
              <a:buNone/>
              <a:defRPr sz="1425" b="0">
                <a:solidFill>
                  <a:srgbClr val="596875"/>
                </a:solidFill>
                <a:latin typeface="Yu Gothic"/>
                <a:ea typeface="Yu Gothic"/>
                <a:cs typeface="Yu Gothic"/>
              </a:defRPr>
            </a:lvl1pPr>
            <a:lvl2pPr>
              <a:buNone/>
              <a:defRPr sz="1425" b="0">
                <a:solidFill>
                  <a:srgbClr val="596875"/>
                </a:solidFill>
                <a:latin typeface="Yu Gothic"/>
                <a:ea typeface="Yu Gothic"/>
                <a:cs typeface="Yu Gothic"/>
              </a:defRPr>
            </a:lvl2pPr>
            <a:lvl3pPr>
              <a:buNone/>
              <a:defRPr sz="1425" b="0">
                <a:solidFill>
                  <a:srgbClr val="596875"/>
                </a:solidFill>
                <a:latin typeface="Yu Gothic"/>
                <a:ea typeface="Yu Gothic"/>
                <a:cs typeface="Yu Gothic"/>
              </a:defRPr>
            </a:lvl3pPr>
            <a:lvl4pPr>
              <a:buNone/>
              <a:defRPr sz="1425" b="0">
                <a:solidFill>
                  <a:srgbClr val="596875"/>
                </a:solidFill>
                <a:latin typeface="Yu Gothic"/>
                <a:ea typeface="Yu Gothic"/>
                <a:cs typeface="Yu Gothic"/>
              </a:defRPr>
            </a:lvl4pPr>
            <a:lvl5pPr>
              <a:buNone/>
              <a:defRPr sz="1425" b="0">
                <a:solidFill>
                  <a:srgbClr val="596875"/>
                </a:solidFill>
                <a:latin typeface="Yu Gothic"/>
                <a:ea typeface="Yu Gothic"/>
                <a:cs typeface="Yu Gothic"/>
              </a:defRPr>
            </a:lvl5pPr>
            <a:lvl6pPr>
              <a:buNone/>
              <a:defRPr sz="1425" b="0">
                <a:solidFill>
                  <a:srgbClr val="596875"/>
                </a:solidFill>
                <a:latin typeface="Yu Gothic"/>
                <a:ea typeface="Yu Gothic"/>
                <a:cs typeface="Yu Gothic"/>
              </a:defRPr>
            </a:lvl6pPr>
            <a:lvl7pPr>
              <a:buNone/>
              <a:defRPr sz="1425" b="0">
                <a:solidFill>
                  <a:srgbClr val="596875"/>
                </a:solidFill>
                <a:latin typeface="Yu Gothic"/>
                <a:ea typeface="Yu Gothic"/>
                <a:cs typeface="Yu Gothic"/>
              </a:defRPr>
            </a:lvl7pPr>
            <a:lvl8pPr>
              <a:buNone/>
              <a:defRPr sz="1425" b="0">
                <a:solidFill>
                  <a:srgbClr val="596875"/>
                </a:solidFill>
                <a:latin typeface="Yu Gothic"/>
                <a:ea typeface="Yu Gothic"/>
                <a:cs typeface="Yu Gothic"/>
              </a:defRPr>
            </a:lvl8pPr>
            <a:lvl9pPr>
              <a:buNone/>
              <a:defRPr sz="1425" b="0">
                <a:solidFill>
                  <a:srgbClr val="596875"/>
                </a:solidFill>
                <a:latin typeface="Yu Gothic"/>
                <a:ea typeface="Yu Gothic"/>
                <a:cs typeface="Yu Gothic"/>
              </a:defRPr>
            </a:lvl9pPr>
          </a:lstStyle>
          <a:p>
            <a:pPr>
              <a:buNone/>
              <a:defRPr sz="1425" b="0">
                <a:solidFill>
                  <a:srgbClr val="596875"/>
                </a:solidFill>
                <a:latin typeface="Yu Gothic"/>
                <a:ea typeface="Yu Gothic"/>
                <a:cs typeface="Yu Gothic"/>
              </a:defRPr>
            </a:pPr>
            <a:r>
              <a:rPr lang="en-US" altLang="ja-JP" sz="1425" b="0">
                <a:solidFill>
                  <a:srgbClr val="596875"/>
                </a:solidFill>
                <a:latin typeface="Yu Gothic"/>
                <a:ea typeface="Yu Gothic"/>
                <a:cs typeface="Yu Gothic"/>
              </a:rPr>
              <a:t>28</a:t>
            </a:r>
            <a:endParaRPr sz="1425" b="0">
              <a:solidFill>
                <a:srgbClr val="596875"/>
              </a:solidFill>
              <a:latin typeface="Yu Gothic"/>
              <a:ea typeface="Yu Gothic"/>
              <a:cs typeface="Yu Gothic"/>
            </a:endParaRPr>
          </a:p>
        </p:txBody>
      </p:sp>
      <p:sp>
        <p:nvSpPr>
          <p:cNvPr id="5" name="正方形/長方形 4">
            <a:extLst>
              <a:ext uri="{FF2B5EF4-FFF2-40B4-BE49-F238E27FC236}">
                <a16:creationId xmlns:a16="http://schemas.microsoft.com/office/drawing/2014/main" id="{F99AD665-5557-4674-9DEB-3FC7B7BE680E}"/>
              </a:ext>
            </a:extLst>
          </p:cNvPr>
          <p:cNvSpPr>
            <a:spLocks noGrp="1"/>
          </p:cNvSpPr>
          <p:nvPr/>
        </p:nvSpPr>
        <p:spPr>
          <a:xfrm>
            <a:off x="838200" y="2647950"/>
            <a:ext cx="2286000" cy="1143000"/>
          </a:xfrm>
          <a:prstGeom prst="rect">
            <a:avLst/>
          </a:prstGeom>
          <a:solidFill>
            <a:srgbClr val="EBD7B8"/>
          </a:solidFill>
          <a:ln w="19050">
            <a:solidFill>
              <a:srgbClr val="596875"/>
            </a:solidFill>
          </a:ln>
        </p:spPr>
      </p:sp>
      <p:sp>
        <p:nvSpPr>
          <p:cNvPr id="6" name="正方形/長方形 5">
            <a:extLst>
              <a:ext uri="{FF2B5EF4-FFF2-40B4-BE49-F238E27FC236}">
                <a16:creationId xmlns:a16="http://schemas.microsoft.com/office/drawing/2014/main" id="{2596A4B4-EDF6-4CBF-B115-B1CFF216ED58}"/>
              </a:ext>
            </a:extLst>
          </p:cNvPr>
          <p:cNvSpPr>
            <a:spLocks noGrp="1"/>
          </p:cNvSpPr>
          <p:nvPr/>
        </p:nvSpPr>
        <p:spPr>
          <a:xfrm>
            <a:off x="990600" y="2914650"/>
            <a:ext cx="2019300" cy="609600"/>
          </a:xfrm>
          <a:prstGeom prst="rect">
            <a:avLst/>
          </a:prstGeom>
          <a:noFill/>
          <a:ln w="0">
            <a:noFill/>
          </a:ln>
        </p:spPr>
        <p:txBody>
          <a:bodyPr lIns="0" tIns="0" rIns="0" bIns="0" anchor="ctr">
            <a:noAutofit/>
          </a:bodyPr>
          <a:lstStyle>
            <a:defPPr>
              <a:defRPr sz="2175" b="1">
                <a:solidFill>
                  <a:srgbClr val="253C4D"/>
                </a:solidFill>
                <a:latin typeface="Yu Gothic"/>
                <a:ea typeface="Yu Gothic"/>
                <a:cs typeface="Yu Gothic"/>
              </a:defRPr>
            </a:defPPr>
            <a:lvl1pPr>
              <a:buNone/>
              <a:defRPr sz="2175" b="1">
                <a:solidFill>
                  <a:srgbClr val="253C4D"/>
                </a:solidFill>
                <a:latin typeface="Yu Gothic"/>
                <a:ea typeface="Yu Gothic"/>
                <a:cs typeface="Yu Gothic"/>
              </a:defRPr>
            </a:lvl1pPr>
            <a:lvl2pPr>
              <a:buNone/>
              <a:defRPr sz="2175" b="1">
                <a:solidFill>
                  <a:srgbClr val="253C4D"/>
                </a:solidFill>
                <a:latin typeface="Yu Gothic"/>
                <a:ea typeface="Yu Gothic"/>
                <a:cs typeface="Yu Gothic"/>
              </a:defRPr>
            </a:lvl2pPr>
            <a:lvl3pPr>
              <a:buNone/>
              <a:defRPr sz="2175" b="1">
                <a:solidFill>
                  <a:srgbClr val="253C4D"/>
                </a:solidFill>
                <a:latin typeface="Yu Gothic"/>
                <a:ea typeface="Yu Gothic"/>
                <a:cs typeface="Yu Gothic"/>
              </a:defRPr>
            </a:lvl3pPr>
            <a:lvl4pPr>
              <a:buNone/>
              <a:defRPr sz="2175" b="1">
                <a:solidFill>
                  <a:srgbClr val="253C4D"/>
                </a:solidFill>
                <a:latin typeface="Yu Gothic"/>
                <a:ea typeface="Yu Gothic"/>
                <a:cs typeface="Yu Gothic"/>
              </a:defRPr>
            </a:lvl4pPr>
            <a:lvl5pPr>
              <a:buNone/>
              <a:defRPr sz="2175" b="1">
                <a:solidFill>
                  <a:srgbClr val="253C4D"/>
                </a:solidFill>
                <a:latin typeface="Yu Gothic"/>
                <a:ea typeface="Yu Gothic"/>
                <a:cs typeface="Yu Gothic"/>
              </a:defRPr>
            </a:lvl5pPr>
            <a:lvl6pPr>
              <a:buNone/>
              <a:defRPr sz="2175" b="1">
                <a:solidFill>
                  <a:srgbClr val="253C4D"/>
                </a:solidFill>
                <a:latin typeface="Yu Gothic"/>
                <a:ea typeface="Yu Gothic"/>
                <a:cs typeface="Yu Gothic"/>
              </a:defRPr>
            </a:lvl6pPr>
            <a:lvl7pPr>
              <a:buNone/>
              <a:defRPr sz="2175" b="1">
                <a:solidFill>
                  <a:srgbClr val="253C4D"/>
                </a:solidFill>
                <a:latin typeface="Yu Gothic"/>
                <a:ea typeface="Yu Gothic"/>
                <a:cs typeface="Yu Gothic"/>
              </a:defRPr>
            </a:lvl7pPr>
            <a:lvl8pPr>
              <a:buNone/>
              <a:defRPr sz="2175" b="1">
                <a:solidFill>
                  <a:srgbClr val="253C4D"/>
                </a:solidFill>
                <a:latin typeface="Yu Gothic"/>
                <a:ea typeface="Yu Gothic"/>
                <a:cs typeface="Yu Gothic"/>
              </a:defRPr>
            </a:lvl8pPr>
            <a:lvl9pPr>
              <a:buNone/>
              <a:defRPr sz="2175" b="1">
                <a:solidFill>
                  <a:srgbClr val="253C4D"/>
                </a:solidFill>
                <a:latin typeface="Yu Gothic"/>
                <a:ea typeface="Yu Gothic"/>
                <a:cs typeface="Yu Gothic"/>
              </a:defRPr>
            </a:lvl9pPr>
          </a:lstStyle>
          <a:p>
            <a:pPr>
              <a:buNone/>
              <a:defRPr sz="2175" b="1">
                <a:solidFill>
                  <a:srgbClr val="253C4D"/>
                </a:solidFill>
                <a:latin typeface="Yu Gothic"/>
                <a:ea typeface="Yu Gothic"/>
                <a:cs typeface="Yu Gothic"/>
              </a:defRPr>
            </a:pPr>
            <a:r>
              <a:rPr sz="2175" b="1">
                <a:solidFill>
                  <a:srgbClr val="253C4D"/>
                </a:solidFill>
                <a:latin typeface="Yu Gothic"/>
                <a:ea typeface="Yu Gothic"/>
                <a:cs typeface="Yu Gothic"/>
              </a:rPr>
              <a:t>加熱された木材</a:t>
            </a:r>
          </a:p>
        </p:txBody>
      </p:sp>
      <p:sp>
        <p:nvSpPr>
          <p:cNvPr id="7" name="フリーフォーム: 図形 6">
            <a:extLst>
              <a:ext uri="{FF2B5EF4-FFF2-40B4-BE49-F238E27FC236}">
                <a16:creationId xmlns:a16="http://schemas.microsoft.com/office/drawing/2014/main" id="{3978EBB4-7A77-40AD-98EB-E918604CC4EF}"/>
              </a:ext>
            </a:extLst>
          </p:cNvPr>
          <p:cNvSpPr>
            <a:spLocks noGrp="1"/>
          </p:cNvSpPr>
          <p:nvPr/>
        </p:nvSpPr>
        <p:spPr>
          <a:xfrm>
            <a:off x="3219450" y="2266950"/>
            <a:ext cx="1685925" cy="561975"/>
          </a:xfrm>
          <a:custGeom>
            <a:avLst/>
            <a:gdLst/>
            <a:ahLst/>
            <a:cxnLst/>
            <a:rect l="0" t="0" r="0" b="0"/>
            <a:pathLst>
              <a:path w="1685925" h="561975">
                <a:moveTo>
                  <a:pt x="0" y="561975"/>
                </a:moveTo>
                <a:lnTo>
                  <a:pt x="1685925" y="0"/>
                </a:lnTo>
              </a:path>
            </a:pathLst>
          </a:custGeom>
          <a:noFill/>
          <a:ln w="38100">
            <a:solidFill>
              <a:srgbClr val="C4483C"/>
            </a:solidFill>
          </a:ln>
        </p:spPr>
      </p:sp>
      <p:sp>
        <p:nvSpPr>
          <p:cNvPr id="8" name="フリーフォーム: 図形 7">
            <a:extLst>
              <a:ext uri="{FF2B5EF4-FFF2-40B4-BE49-F238E27FC236}">
                <a16:creationId xmlns:a16="http://schemas.microsoft.com/office/drawing/2014/main" id="{98402473-06E2-4BFB-A01D-5CC1595A946E}"/>
              </a:ext>
            </a:extLst>
          </p:cNvPr>
          <p:cNvSpPr>
            <a:spLocks noGrp="1"/>
          </p:cNvSpPr>
          <p:nvPr/>
        </p:nvSpPr>
        <p:spPr>
          <a:xfrm>
            <a:off x="4813437" y="2266950"/>
            <a:ext cx="91938" cy="109365"/>
          </a:xfrm>
          <a:custGeom>
            <a:avLst/>
            <a:gdLst/>
            <a:ahLst/>
            <a:cxnLst/>
            <a:rect l="0" t="0" r="0" b="0"/>
            <a:pathLst>
              <a:path w="91938" h="109365">
                <a:moveTo>
                  <a:pt x="91938" y="0"/>
                </a:moveTo>
                <a:lnTo>
                  <a:pt x="0" y="109365"/>
                </a:lnTo>
              </a:path>
            </a:pathLst>
          </a:custGeom>
          <a:noFill/>
          <a:ln w="38100">
            <a:solidFill>
              <a:srgbClr val="C4483C"/>
            </a:solidFill>
          </a:ln>
        </p:spPr>
      </p:sp>
      <p:sp>
        <p:nvSpPr>
          <p:cNvPr id="9" name="フリーフォーム: 図形 8">
            <a:extLst>
              <a:ext uri="{FF2B5EF4-FFF2-40B4-BE49-F238E27FC236}">
                <a16:creationId xmlns:a16="http://schemas.microsoft.com/office/drawing/2014/main" id="{A9C2A4A9-8259-4D75-8153-C994F0219DE2}"/>
              </a:ext>
            </a:extLst>
          </p:cNvPr>
          <p:cNvSpPr>
            <a:spLocks noGrp="1"/>
          </p:cNvSpPr>
          <p:nvPr/>
        </p:nvSpPr>
        <p:spPr>
          <a:xfrm>
            <a:off x="4766206" y="2234621"/>
            <a:ext cx="139169" cy="32329"/>
          </a:xfrm>
          <a:custGeom>
            <a:avLst/>
            <a:gdLst/>
            <a:ahLst/>
            <a:cxnLst/>
            <a:rect l="0" t="0" r="0" b="0"/>
            <a:pathLst>
              <a:path w="139169" h="32329">
                <a:moveTo>
                  <a:pt x="139169" y="32329"/>
                </a:moveTo>
                <a:lnTo>
                  <a:pt x="0" y="0"/>
                </a:lnTo>
              </a:path>
            </a:pathLst>
          </a:custGeom>
          <a:noFill/>
          <a:ln w="38100">
            <a:solidFill>
              <a:srgbClr val="C4483C"/>
            </a:solidFill>
          </a:ln>
        </p:spPr>
      </p:sp>
      <p:sp>
        <p:nvSpPr>
          <p:cNvPr id="10" name="フリーフォーム: 図形 9">
            <a:extLst>
              <a:ext uri="{FF2B5EF4-FFF2-40B4-BE49-F238E27FC236}">
                <a16:creationId xmlns:a16="http://schemas.microsoft.com/office/drawing/2014/main" id="{183E407C-C2D5-459E-956F-EF4549075A12}"/>
              </a:ext>
            </a:extLst>
          </p:cNvPr>
          <p:cNvSpPr>
            <a:spLocks noGrp="1"/>
          </p:cNvSpPr>
          <p:nvPr/>
        </p:nvSpPr>
        <p:spPr>
          <a:xfrm>
            <a:off x="3219450" y="3619500"/>
            <a:ext cx="1685925" cy="714375"/>
          </a:xfrm>
          <a:custGeom>
            <a:avLst/>
            <a:gdLst/>
            <a:ahLst/>
            <a:cxnLst/>
            <a:rect l="0" t="0" r="0" b="0"/>
            <a:pathLst>
              <a:path w="1685925" h="714375">
                <a:moveTo>
                  <a:pt x="0" y="0"/>
                </a:moveTo>
                <a:lnTo>
                  <a:pt x="1685925" y="714375"/>
                </a:lnTo>
              </a:path>
            </a:pathLst>
          </a:custGeom>
          <a:noFill/>
          <a:ln w="38100">
            <a:solidFill>
              <a:srgbClr val="2876A8"/>
            </a:solidFill>
          </a:ln>
        </p:spPr>
      </p:sp>
      <p:sp>
        <p:nvSpPr>
          <p:cNvPr id="11" name="フリーフォーム: 図形 10">
            <a:extLst>
              <a:ext uri="{FF2B5EF4-FFF2-40B4-BE49-F238E27FC236}">
                <a16:creationId xmlns:a16="http://schemas.microsoft.com/office/drawing/2014/main" id="{12EBDD59-FC13-42F3-94B6-9E9FBFDC6031}"/>
              </a:ext>
            </a:extLst>
          </p:cNvPr>
          <p:cNvSpPr>
            <a:spLocks noGrp="1"/>
          </p:cNvSpPr>
          <p:nvPr/>
        </p:nvSpPr>
        <p:spPr>
          <a:xfrm>
            <a:off x="4764087" y="4333875"/>
            <a:ext cx="141288" cy="21239"/>
          </a:xfrm>
          <a:custGeom>
            <a:avLst/>
            <a:gdLst/>
            <a:ahLst/>
            <a:cxnLst/>
            <a:rect l="0" t="0" r="0" b="0"/>
            <a:pathLst>
              <a:path w="141288" h="21239">
                <a:moveTo>
                  <a:pt x="141288" y="0"/>
                </a:moveTo>
                <a:lnTo>
                  <a:pt x="0" y="21239"/>
                </a:lnTo>
              </a:path>
            </a:pathLst>
          </a:custGeom>
          <a:noFill/>
          <a:ln w="38100">
            <a:solidFill>
              <a:srgbClr val="2876A8"/>
            </a:solidFill>
          </a:ln>
        </p:spPr>
      </p:sp>
      <p:sp>
        <p:nvSpPr>
          <p:cNvPr id="12" name="フリーフォーム: 図形 11">
            <a:extLst>
              <a:ext uri="{FF2B5EF4-FFF2-40B4-BE49-F238E27FC236}">
                <a16:creationId xmlns:a16="http://schemas.microsoft.com/office/drawing/2014/main" id="{FF221771-D527-4C52-899B-2086F10AF97A}"/>
              </a:ext>
            </a:extLst>
          </p:cNvPr>
          <p:cNvSpPr>
            <a:spLocks noGrp="1"/>
          </p:cNvSpPr>
          <p:nvPr/>
        </p:nvSpPr>
        <p:spPr>
          <a:xfrm>
            <a:off x="4822359" y="4217592"/>
            <a:ext cx="83016" cy="116283"/>
          </a:xfrm>
          <a:custGeom>
            <a:avLst/>
            <a:gdLst/>
            <a:ahLst/>
            <a:cxnLst/>
            <a:rect l="0" t="0" r="0" b="0"/>
            <a:pathLst>
              <a:path w="83016" h="116283">
                <a:moveTo>
                  <a:pt x="83016" y="116283"/>
                </a:moveTo>
                <a:lnTo>
                  <a:pt x="0" y="0"/>
                </a:lnTo>
              </a:path>
            </a:pathLst>
          </a:custGeom>
          <a:noFill/>
          <a:ln w="38100">
            <a:solidFill>
              <a:srgbClr val="2876A8"/>
            </a:solidFill>
          </a:ln>
        </p:spPr>
      </p:sp>
      <p:sp>
        <p:nvSpPr>
          <p:cNvPr id="13" name="正方形/長方形 12">
            <a:extLst>
              <a:ext uri="{FF2B5EF4-FFF2-40B4-BE49-F238E27FC236}">
                <a16:creationId xmlns:a16="http://schemas.microsoft.com/office/drawing/2014/main" id="{87194D6A-5042-465F-8E75-9A5C72F8D5E3}"/>
              </a:ext>
            </a:extLst>
          </p:cNvPr>
          <p:cNvSpPr>
            <a:spLocks noGrp="1"/>
          </p:cNvSpPr>
          <p:nvPr/>
        </p:nvSpPr>
        <p:spPr>
          <a:xfrm>
            <a:off x="5191125" y="1743075"/>
            <a:ext cx="5715000" cy="638175"/>
          </a:xfrm>
          <a:prstGeom prst="rect">
            <a:avLst/>
          </a:prstGeom>
          <a:noFill/>
          <a:ln w="0">
            <a:noFill/>
          </a:ln>
        </p:spPr>
        <p:txBody>
          <a:bodyPr lIns="0" tIns="0" rIns="0" bIns="0" anchor="ctr">
            <a:noAutofit/>
          </a:bodyPr>
          <a:lstStyle>
            <a:defPPr>
              <a:defRPr sz="2400" b="1">
                <a:solidFill>
                  <a:srgbClr val="C4483C"/>
                </a:solidFill>
                <a:latin typeface="Yu Gothic"/>
                <a:ea typeface="Yu Gothic"/>
                <a:cs typeface="Yu Gothic"/>
              </a:defRPr>
            </a:defPPr>
            <a:lvl1pPr>
              <a:buNone/>
              <a:defRPr sz="2400" b="1">
                <a:solidFill>
                  <a:srgbClr val="C4483C"/>
                </a:solidFill>
                <a:latin typeface="Yu Gothic"/>
                <a:ea typeface="Yu Gothic"/>
                <a:cs typeface="Yu Gothic"/>
              </a:defRPr>
            </a:lvl1pPr>
            <a:lvl2pPr>
              <a:buNone/>
              <a:defRPr sz="2400" b="1">
                <a:solidFill>
                  <a:srgbClr val="C4483C"/>
                </a:solidFill>
                <a:latin typeface="Yu Gothic"/>
                <a:ea typeface="Yu Gothic"/>
                <a:cs typeface="Yu Gothic"/>
              </a:defRPr>
            </a:lvl2pPr>
            <a:lvl3pPr>
              <a:buNone/>
              <a:defRPr sz="2400" b="1">
                <a:solidFill>
                  <a:srgbClr val="C4483C"/>
                </a:solidFill>
                <a:latin typeface="Yu Gothic"/>
                <a:ea typeface="Yu Gothic"/>
                <a:cs typeface="Yu Gothic"/>
              </a:defRPr>
            </a:lvl3pPr>
            <a:lvl4pPr>
              <a:buNone/>
              <a:defRPr sz="2400" b="1">
                <a:solidFill>
                  <a:srgbClr val="C4483C"/>
                </a:solidFill>
                <a:latin typeface="Yu Gothic"/>
                <a:ea typeface="Yu Gothic"/>
                <a:cs typeface="Yu Gothic"/>
              </a:defRPr>
            </a:lvl4pPr>
            <a:lvl5pPr>
              <a:buNone/>
              <a:defRPr sz="2400" b="1">
                <a:solidFill>
                  <a:srgbClr val="C4483C"/>
                </a:solidFill>
                <a:latin typeface="Yu Gothic"/>
                <a:ea typeface="Yu Gothic"/>
                <a:cs typeface="Yu Gothic"/>
              </a:defRPr>
            </a:lvl5pPr>
            <a:lvl6pPr>
              <a:buNone/>
              <a:defRPr sz="2400" b="1">
                <a:solidFill>
                  <a:srgbClr val="C4483C"/>
                </a:solidFill>
                <a:latin typeface="Yu Gothic"/>
                <a:ea typeface="Yu Gothic"/>
                <a:cs typeface="Yu Gothic"/>
              </a:defRPr>
            </a:lvl6pPr>
            <a:lvl7pPr>
              <a:buNone/>
              <a:defRPr sz="2400" b="1">
                <a:solidFill>
                  <a:srgbClr val="C4483C"/>
                </a:solidFill>
                <a:latin typeface="Yu Gothic"/>
                <a:ea typeface="Yu Gothic"/>
                <a:cs typeface="Yu Gothic"/>
              </a:defRPr>
            </a:lvl7pPr>
            <a:lvl8pPr>
              <a:buNone/>
              <a:defRPr sz="2400" b="1">
                <a:solidFill>
                  <a:srgbClr val="C4483C"/>
                </a:solidFill>
                <a:latin typeface="Yu Gothic"/>
                <a:ea typeface="Yu Gothic"/>
                <a:cs typeface="Yu Gothic"/>
              </a:defRPr>
            </a:lvl8pPr>
            <a:lvl9pPr>
              <a:buNone/>
              <a:defRPr sz="2400" b="1">
                <a:solidFill>
                  <a:srgbClr val="C4483C"/>
                </a:solidFill>
                <a:latin typeface="Yu Gothic"/>
                <a:ea typeface="Yu Gothic"/>
                <a:cs typeface="Yu Gothic"/>
              </a:defRPr>
            </a:lvl9pPr>
          </a:lstStyle>
          <a:p>
            <a:pPr>
              <a:buNone/>
              <a:defRPr sz="2400" b="1">
                <a:solidFill>
                  <a:srgbClr val="C4483C"/>
                </a:solidFill>
                <a:latin typeface="Yu Gothic"/>
                <a:ea typeface="Yu Gothic"/>
                <a:cs typeface="Yu Gothic"/>
              </a:defRPr>
            </a:pPr>
            <a:r>
              <a:rPr sz="2400" b="1">
                <a:solidFill>
                  <a:srgbClr val="C4483C"/>
                </a:solidFill>
                <a:latin typeface="Yu Gothic"/>
                <a:ea typeface="Yu Gothic"/>
                <a:cs typeface="Yu Gothic"/>
              </a:rPr>
              <a:t>熱分解ガス・蒸気</a:t>
            </a:r>
          </a:p>
        </p:txBody>
      </p:sp>
      <p:sp>
        <p:nvSpPr>
          <p:cNvPr id="14" name="正方形/長方形 13">
            <a:extLst>
              <a:ext uri="{FF2B5EF4-FFF2-40B4-BE49-F238E27FC236}">
                <a16:creationId xmlns:a16="http://schemas.microsoft.com/office/drawing/2014/main" id="{EB6D434F-F5AE-4824-8E4B-B51B46EF48A8}"/>
              </a:ext>
            </a:extLst>
          </p:cNvPr>
          <p:cNvSpPr>
            <a:spLocks noGrp="1"/>
          </p:cNvSpPr>
          <p:nvPr/>
        </p:nvSpPr>
        <p:spPr>
          <a:xfrm>
            <a:off x="5191125" y="2495550"/>
            <a:ext cx="6143625" cy="952500"/>
          </a:xfrm>
          <a:prstGeom prst="rect">
            <a:avLst/>
          </a:prstGeom>
          <a:noFill/>
          <a:ln w="0">
            <a:noFill/>
          </a:ln>
        </p:spPr>
        <p:txBody>
          <a:bodyPr lIns="0" tIns="0" rIns="0" bIns="0" anchor="ctr">
            <a:noAutofit/>
          </a:bodyPr>
          <a:lstStyle>
            <a:defPPr>
              <a:defRPr sz="2100" b="1">
                <a:solidFill>
                  <a:srgbClr val="C4483C"/>
                </a:solidFill>
                <a:latin typeface="Yu Gothic"/>
                <a:ea typeface="Yu Gothic"/>
                <a:cs typeface="Yu Gothic"/>
              </a:defRPr>
            </a:defPPr>
            <a:lvl1pPr>
              <a:buNone/>
              <a:defRPr sz="2100" b="1">
                <a:solidFill>
                  <a:srgbClr val="C4483C"/>
                </a:solidFill>
                <a:latin typeface="Yu Gothic"/>
                <a:ea typeface="Yu Gothic"/>
                <a:cs typeface="Yu Gothic"/>
              </a:defRPr>
            </a:lvl1pPr>
            <a:lvl2pPr>
              <a:buNone/>
              <a:defRPr sz="2100" b="1">
                <a:solidFill>
                  <a:srgbClr val="C4483C"/>
                </a:solidFill>
                <a:latin typeface="Yu Gothic"/>
                <a:ea typeface="Yu Gothic"/>
                <a:cs typeface="Yu Gothic"/>
              </a:defRPr>
            </a:lvl2pPr>
            <a:lvl3pPr>
              <a:buNone/>
              <a:defRPr sz="2100" b="1">
                <a:solidFill>
                  <a:srgbClr val="C4483C"/>
                </a:solidFill>
                <a:latin typeface="Yu Gothic"/>
                <a:ea typeface="Yu Gothic"/>
                <a:cs typeface="Yu Gothic"/>
              </a:defRPr>
            </a:lvl3pPr>
            <a:lvl4pPr>
              <a:buNone/>
              <a:defRPr sz="2100" b="1">
                <a:solidFill>
                  <a:srgbClr val="C4483C"/>
                </a:solidFill>
                <a:latin typeface="Yu Gothic"/>
                <a:ea typeface="Yu Gothic"/>
                <a:cs typeface="Yu Gothic"/>
              </a:defRPr>
            </a:lvl4pPr>
            <a:lvl5pPr>
              <a:buNone/>
              <a:defRPr sz="2100" b="1">
                <a:solidFill>
                  <a:srgbClr val="C4483C"/>
                </a:solidFill>
                <a:latin typeface="Yu Gothic"/>
                <a:ea typeface="Yu Gothic"/>
                <a:cs typeface="Yu Gothic"/>
              </a:defRPr>
            </a:lvl5pPr>
            <a:lvl6pPr>
              <a:buNone/>
              <a:defRPr sz="2100" b="1">
                <a:solidFill>
                  <a:srgbClr val="C4483C"/>
                </a:solidFill>
                <a:latin typeface="Yu Gothic"/>
                <a:ea typeface="Yu Gothic"/>
                <a:cs typeface="Yu Gothic"/>
              </a:defRPr>
            </a:lvl6pPr>
            <a:lvl7pPr>
              <a:buNone/>
              <a:defRPr sz="2100" b="1">
                <a:solidFill>
                  <a:srgbClr val="C4483C"/>
                </a:solidFill>
                <a:latin typeface="Yu Gothic"/>
                <a:ea typeface="Yu Gothic"/>
                <a:cs typeface="Yu Gothic"/>
              </a:defRPr>
            </a:lvl7pPr>
            <a:lvl8pPr>
              <a:buNone/>
              <a:defRPr sz="2100" b="1">
                <a:solidFill>
                  <a:srgbClr val="C4483C"/>
                </a:solidFill>
                <a:latin typeface="Yu Gothic"/>
                <a:ea typeface="Yu Gothic"/>
                <a:cs typeface="Yu Gothic"/>
              </a:defRPr>
            </a:lvl8pPr>
            <a:lvl9pPr>
              <a:buNone/>
              <a:defRPr sz="2100" b="1">
                <a:solidFill>
                  <a:srgbClr val="C4483C"/>
                </a:solidFill>
                <a:latin typeface="Yu Gothic"/>
                <a:ea typeface="Yu Gothic"/>
                <a:cs typeface="Yu Gothic"/>
              </a:defRPr>
            </a:lvl9pPr>
          </a:lstStyle>
          <a:p>
            <a:pPr>
              <a:buNone/>
              <a:defRPr sz="2100" b="1">
                <a:solidFill>
                  <a:srgbClr val="C4483C"/>
                </a:solidFill>
                <a:latin typeface="Yu Gothic"/>
                <a:ea typeface="Yu Gothic"/>
                <a:cs typeface="Yu Gothic"/>
              </a:defRPr>
            </a:pPr>
            <a:r>
              <a:rPr sz="2100" b="1">
                <a:solidFill>
                  <a:srgbClr val="C4483C"/>
                </a:solidFill>
                <a:latin typeface="Yu Gothic"/>
                <a:ea typeface="Yu Gothic"/>
                <a:cs typeface="Yu Gothic"/>
              </a:rPr>
              <a:t>可燃性成分 ＋ 空気 → 炎を伴う燃焼</a:t>
            </a:r>
          </a:p>
        </p:txBody>
      </p:sp>
      <p:sp>
        <p:nvSpPr>
          <p:cNvPr id="15" name="正方形/長方形 14">
            <a:extLst>
              <a:ext uri="{FF2B5EF4-FFF2-40B4-BE49-F238E27FC236}">
                <a16:creationId xmlns:a16="http://schemas.microsoft.com/office/drawing/2014/main" id="{E8BE3043-03DD-499B-90AD-A3BF36DA739F}"/>
              </a:ext>
            </a:extLst>
          </p:cNvPr>
          <p:cNvSpPr>
            <a:spLocks noGrp="1"/>
          </p:cNvSpPr>
          <p:nvPr/>
        </p:nvSpPr>
        <p:spPr>
          <a:xfrm>
            <a:off x="5191125" y="3857625"/>
            <a:ext cx="5715000" cy="638175"/>
          </a:xfrm>
          <a:prstGeom prst="rect">
            <a:avLst/>
          </a:prstGeom>
          <a:noFill/>
          <a:ln w="0">
            <a:noFill/>
          </a:ln>
        </p:spPr>
        <p:txBody>
          <a:bodyPr lIns="0" tIns="0" rIns="0" bIns="0" anchor="ctr">
            <a:noAutofit/>
          </a:bodyPr>
          <a:lstStyle>
            <a:defPPr>
              <a:defRPr sz="2400" b="1">
                <a:solidFill>
                  <a:srgbClr val="253C4D"/>
                </a:solidFill>
                <a:latin typeface="Yu Gothic"/>
                <a:ea typeface="Yu Gothic"/>
                <a:cs typeface="Yu Gothic"/>
              </a:defRPr>
            </a:defPPr>
            <a:lvl1pPr>
              <a:buNone/>
              <a:defRPr sz="2400" b="1">
                <a:solidFill>
                  <a:srgbClr val="253C4D"/>
                </a:solidFill>
                <a:latin typeface="Yu Gothic"/>
                <a:ea typeface="Yu Gothic"/>
                <a:cs typeface="Yu Gothic"/>
              </a:defRPr>
            </a:lvl1pPr>
            <a:lvl2pPr>
              <a:buNone/>
              <a:defRPr sz="2400" b="1">
                <a:solidFill>
                  <a:srgbClr val="253C4D"/>
                </a:solidFill>
                <a:latin typeface="Yu Gothic"/>
                <a:ea typeface="Yu Gothic"/>
                <a:cs typeface="Yu Gothic"/>
              </a:defRPr>
            </a:lvl2pPr>
            <a:lvl3pPr>
              <a:buNone/>
              <a:defRPr sz="2400" b="1">
                <a:solidFill>
                  <a:srgbClr val="253C4D"/>
                </a:solidFill>
                <a:latin typeface="Yu Gothic"/>
                <a:ea typeface="Yu Gothic"/>
                <a:cs typeface="Yu Gothic"/>
              </a:defRPr>
            </a:lvl3pPr>
            <a:lvl4pPr>
              <a:buNone/>
              <a:defRPr sz="2400" b="1">
                <a:solidFill>
                  <a:srgbClr val="253C4D"/>
                </a:solidFill>
                <a:latin typeface="Yu Gothic"/>
                <a:ea typeface="Yu Gothic"/>
                <a:cs typeface="Yu Gothic"/>
              </a:defRPr>
            </a:lvl4pPr>
            <a:lvl5pPr>
              <a:buNone/>
              <a:defRPr sz="2400" b="1">
                <a:solidFill>
                  <a:srgbClr val="253C4D"/>
                </a:solidFill>
                <a:latin typeface="Yu Gothic"/>
                <a:ea typeface="Yu Gothic"/>
                <a:cs typeface="Yu Gothic"/>
              </a:defRPr>
            </a:lvl5pPr>
            <a:lvl6pPr>
              <a:buNone/>
              <a:defRPr sz="2400" b="1">
                <a:solidFill>
                  <a:srgbClr val="253C4D"/>
                </a:solidFill>
                <a:latin typeface="Yu Gothic"/>
                <a:ea typeface="Yu Gothic"/>
                <a:cs typeface="Yu Gothic"/>
              </a:defRPr>
            </a:lvl6pPr>
            <a:lvl7pPr>
              <a:buNone/>
              <a:defRPr sz="2400" b="1">
                <a:solidFill>
                  <a:srgbClr val="253C4D"/>
                </a:solidFill>
                <a:latin typeface="Yu Gothic"/>
                <a:ea typeface="Yu Gothic"/>
                <a:cs typeface="Yu Gothic"/>
              </a:defRPr>
            </a:lvl7pPr>
            <a:lvl8pPr>
              <a:buNone/>
              <a:defRPr sz="2400" b="1">
                <a:solidFill>
                  <a:srgbClr val="253C4D"/>
                </a:solidFill>
                <a:latin typeface="Yu Gothic"/>
                <a:ea typeface="Yu Gothic"/>
                <a:cs typeface="Yu Gothic"/>
              </a:defRPr>
            </a:lvl8pPr>
            <a:lvl9pPr>
              <a:buNone/>
              <a:defRPr sz="2400" b="1">
                <a:solidFill>
                  <a:srgbClr val="253C4D"/>
                </a:solidFill>
                <a:latin typeface="Yu Gothic"/>
                <a:ea typeface="Yu Gothic"/>
                <a:cs typeface="Yu Gothic"/>
              </a:defRPr>
            </a:lvl9pPr>
          </a:lstStyle>
          <a:p>
            <a:pPr>
              <a:buNone/>
              <a:defRPr sz="2400" b="1">
                <a:solidFill>
                  <a:srgbClr val="253C4D"/>
                </a:solidFill>
                <a:latin typeface="Yu Gothic"/>
                <a:ea typeface="Yu Gothic"/>
                <a:cs typeface="Yu Gothic"/>
              </a:defRPr>
            </a:pPr>
            <a:r>
              <a:rPr sz="2400" b="1">
                <a:solidFill>
                  <a:srgbClr val="253C4D"/>
                </a:solidFill>
                <a:latin typeface="Yu Gothic"/>
                <a:ea typeface="Yu Gothic"/>
                <a:cs typeface="Yu Gothic"/>
              </a:rPr>
              <a:t>炭化した固体</a:t>
            </a:r>
          </a:p>
        </p:txBody>
      </p:sp>
      <p:sp>
        <p:nvSpPr>
          <p:cNvPr id="16" name="正方形/長方形 15">
            <a:extLst>
              <a:ext uri="{FF2B5EF4-FFF2-40B4-BE49-F238E27FC236}">
                <a16:creationId xmlns:a16="http://schemas.microsoft.com/office/drawing/2014/main" id="{948A469D-86C9-4EA0-83DA-2D67B7C2069F}"/>
              </a:ext>
            </a:extLst>
          </p:cNvPr>
          <p:cNvSpPr>
            <a:spLocks noGrp="1"/>
          </p:cNvSpPr>
          <p:nvPr/>
        </p:nvSpPr>
        <p:spPr>
          <a:xfrm>
            <a:off x="5191125" y="4629150"/>
            <a:ext cx="6143625" cy="857250"/>
          </a:xfrm>
          <a:prstGeom prst="rect">
            <a:avLst/>
          </a:prstGeom>
          <a:noFill/>
          <a:ln w="0">
            <a:noFill/>
          </a:ln>
        </p:spPr>
        <p:txBody>
          <a:bodyPr lIns="0" tIns="0" rIns="0" bIns="0" anchor="ctr">
            <a:noAutofit/>
          </a:bodyPr>
          <a:lstStyle>
            <a:defPPr>
              <a:defRPr sz="2100" b="1">
                <a:solidFill>
                  <a:srgbClr val="253C4D"/>
                </a:solidFill>
                <a:latin typeface="Yu Gothic"/>
                <a:ea typeface="Yu Gothic"/>
                <a:cs typeface="Yu Gothic"/>
              </a:defRPr>
            </a:defPPr>
            <a:lvl1pPr>
              <a:buNone/>
              <a:defRPr sz="2100" b="1">
                <a:solidFill>
                  <a:srgbClr val="253C4D"/>
                </a:solidFill>
                <a:latin typeface="Yu Gothic"/>
                <a:ea typeface="Yu Gothic"/>
                <a:cs typeface="Yu Gothic"/>
              </a:defRPr>
            </a:lvl1pPr>
            <a:lvl2pPr>
              <a:buNone/>
              <a:defRPr sz="2100" b="1">
                <a:solidFill>
                  <a:srgbClr val="253C4D"/>
                </a:solidFill>
                <a:latin typeface="Yu Gothic"/>
                <a:ea typeface="Yu Gothic"/>
                <a:cs typeface="Yu Gothic"/>
              </a:defRPr>
            </a:lvl2pPr>
            <a:lvl3pPr>
              <a:buNone/>
              <a:defRPr sz="2100" b="1">
                <a:solidFill>
                  <a:srgbClr val="253C4D"/>
                </a:solidFill>
                <a:latin typeface="Yu Gothic"/>
                <a:ea typeface="Yu Gothic"/>
                <a:cs typeface="Yu Gothic"/>
              </a:defRPr>
            </a:lvl3pPr>
            <a:lvl4pPr>
              <a:buNone/>
              <a:defRPr sz="2100" b="1">
                <a:solidFill>
                  <a:srgbClr val="253C4D"/>
                </a:solidFill>
                <a:latin typeface="Yu Gothic"/>
                <a:ea typeface="Yu Gothic"/>
                <a:cs typeface="Yu Gothic"/>
              </a:defRPr>
            </a:lvl4pPr>
            <a:lvl5pPr>
              <a:buNone/>
              <a:defRPr sz="2100" b="1">
                <a:solidFill>
                  <a:srgbClr val="253C4D"/>
                </a:solidFill>
                <a:latin typeface="Yu Gothic"/>
                <a:ea typeface="Yu Gothic"/>
                <a:cs typeface="Yu Gothic"/>
              </a:defRPr>
            </a:lvl5pPr>
            <a:lvl6pPr>
              <a:buNone/>
              <a:defRPr sz="2100" b="1">
                <a:solidFill>
                  <a:srgbClr val="253C4D"/>
                </a:solidFill>
                <a:latin typeface="Yu Gothic"/>
                <a:ea typeface="Yu Gothic"/>
                <a:cs typeface="Yu Gothic"/>
              </a:defRPr>
            </a:lvl6pPr>
            <a:lvl7pPr>
              <a:buNone/>
              <a:defRPr sz="2100" b="1">
                <a:solidFill>
                  <a:srgbClr val="253C4D"/>
                </a:solidFill>
                <a:latin typeface="Yu Gothic"/>
                <a:ea typeface="Yu Gothic"/>
                <a:cs typeface="Yu Gothic"/>
              </a:defRPr>
            </a:lvl7pPr>
            <a:lvl8pPr>
              <a:buNone/>
              <a:defRPr sz="2100" b="1">
                <a:solidFill>
                  <a:srgbClr val="253C4D"/>
                </a:solidFill>
                <a:latin typeface="Yu Gothic"/>
                <a:ea typeface="Yu Gothic"/>
                <a:cs typeface="Yu Gothic"/>
              </a:defRPr>
            </a:lvl8pPr>
            <a:lvl9pPr>
              <a:buNone/>
              <a:defRPr sz="2100" b="1">
                <a:solidFill>
                  <a:srgbClr val="253C4D"/>
                </a:solidFill>
                <a:latin typeface="Yu Gothic"/>
                <a:ea typeface="Yu Gothic"/>
                <a:cs typeface="Yu Gothic"/>
              </a:defRPr>
            </a:lvl9pPr>
          </a:lstStyle>
          <a:p>
            <a:pPr>
              <a:buNone/>
              <a:defRPr sz="2100" b="1">
                <a:solidFill>
                  <a:srgbClr val="253C4D"/>
                </a:solidFill>
                <a:latin typeface="Yu Gothic"/>
                <a:ea typeface="Yu Gothic"/>
                <a:cs typeface="Yu Gothic"/>
              </a:defRPr>
            </a:pPr>
            <a:r>
              <a:rPr sz="2100" b="1">
                <a:solidFill>
                  <a:srgbClr val="253C4D"/>
                </a:solidFill>
                <a:latin typeface="Yu Gothic"/>
                <a:ea typeface="Yu Gothic"/>
                <a:cs typeface="Yu Gothic"/>
              </a:rPr>
              <a:t>酸素と反応し、炎が弱くても燃え得る</a:t>
            </a:r>
          </a:p>
        </p:txBody>
      </p:sp>
      <p:sp>
        <p:nvSpPr>
          <p:cNvPr id="17" name="正方形/長方形 16">
            <a:extLst>
              <a:ext uri="{FF2B5EF4-FFF2-40B4-BE49-F238E27FC236}">
                <a16:creationId xmlns:a16="http://schemas.microsoft.com/office/drawing/2014/main" id="{7FCCC499-F798-4641-ACDC-B276D6B15369}"/>
              </a:ext>
            </a:extLst>
          </p:cNvPr>
          <p:cNvSpPr>
            <a:spLocks noGrp="1"/>
          </p:cNvSpPr>
          <p:nvPr/>
        </p:nvSpPr>
        <p:spPr>
          <a:xfrm>
            <a:off x="838200" y="5867400"/>
            <a:ext cx="10477500" cy="400050"/>
          </a:xfrm>
          <a:prstGeom prst="rect">
            <a:avLst/>
          </a:prstGeom>
          <a:noFill/>
          <a:ln w="0">
            <a:noFill/>
          </a:ln>
        </p:spPr>
        <p:txBody>
          <a:bodyPr lIns="0" tIns="0" rIns="0" bIns="0" anchor="ctr">
            <a:noAutofit/>
          </a:bodyPr>
          <a:lstStyle>
            <a:defPPr>
              <a:defRPr sz="1425" b="1">
                <a:solidFill>
                  <a:srgbClr val="087E8B"/>
                </a:solidFill>
                <a:latin typeface="Yu Gothic"/>
                <a:ea typeface="Yu Gothic"/>
                <a:cs typeface="Yu Gothic"/>
              </a:defRPr>
            </a:defPPr>
            <a:lvl1pPr>
              <a:buNone/>
              <a:defRPr sz="1425" b="1">
                <a:solidFill>
                  <a:srgbClr val="087E8B"/>
                </a:solidFill>
                <a:latin typeface="Yu Gothic"/>
                <a:ea typeface="Yu Gothic"/>
                <a:cs typeface="Yu Gothic"/>
              </a:defRPr>
            </a:lvl1pPr>
            <a:lvl2pPr>
              <a:buNone/>
              <a:defRPr sz="1425" b="1">
                <a:solidFill>
                  <a:srgbClr val="087E8B"/>
                </a:solidFill>
                <a:latin typeface="Yu Gothic"/>
                <a:ea typeface="Yu Gothic"/>
                <a:cs typeface="Yu Gothic"/>
              </a:defRPr>
            </a:lvl2pPr>
            <a:lvl3pPr>
              <a:buNone/>
              <a:defRPr sz="1425" b="1">
                <a:solidFill>
                  <a:srgbClr val="087E8B"/>
                </a:solidFill>
                <a:latin typeface="Yu Gothic"/>
                <a:ea typeface="Yu Gothic"/>
                <a:cs typeface="Yu Gothic"/>
              </a:defRPr>
            </a:lvl3pPr>
            <a:lvl4pPr>
              <a:buNone/>
              <a:defRPr sz="1425" b="1">
                <a:solidFill>
                  <a:srgbClr val="087E8B"/>
                </a:solidFill>
                <a:latin typeface="Yu Gothic"/>
                <a:ea typeface="Yu Gothic"/>
                <a:cs typeface="Yu Gothic"/>
              </a:defRPr>
            </a:lvl4pPr>
            <a:lvl5pPr>
              <a:buNone/>
              <a:defRPr sz="1425" b="1">
                <a:solidFill>
                  <a:srgbClr val="087E8B"/>
                </a:solidFill>
                <a:latin typeface="Yu Gothic"/>
                <a:ea typeface="Yu Gothic"/>
                <a:cs typeface="Yu Gothic"/>
              </a:defRPr>
            </a:lvl5pPr>
            <a:lvl6pPr>
              <a:buNone/>
              <a:defRPr sz="1425" b="1">
                <a:solidFill>
                  <a:srgbClr val="087E8B"/>
                </a:solidFill>
                <a:latin typeface="Yu Gothic"/>
                <a:ea typeface="Yu Gothic"/>
                <a:cs typeface="Yu Gothic"/>
              </a:defRPr>
            </a:lvl6pPr>
            <a:lvl7pPr>
              <a:buNone/>
              <a:defRPr sz="1425" b="1">
                <a:solidFill>
                  <a:srgbClr val="087E8B"/>
                </a:solidFill>
                <a:latin typeface="Yu Gothic"/>
                <a:ea typeface="Yu Gothic"/>
                <a:cs typeface="Yu Gothic"/>
              </a:defRPr>
            </a:lvl7pPr>
            <a:lvl8pPr>
              <a:buNone/>
              <a:defRPr sz="1425" b="1">
                <a:solidFill>
                  <a:srgbClr val="087E8B"/>
                </a:solidFill>
                <a:latin typeface="Yu Gothic"/>
                <a:ea typeface="Yu Gothic"/>
                <a:cs typeface="Yu Gothic"/>
              </a:defRPr>
            </a:lvl8pPr>
            <a:lvl9pPr>
              <a:buNone/>
              <a:defRPr sz="1425" b="1">
                <a:solidFill>
                  <a:srgbClr val="087E8B"/>
                </a:solidFill>
                <a:latin typeface="Yu Gothic"/>
                <a:ea typeface="Yu Gothic"/>
                <a:cs typeface="Yu Gothic"/>
              </a:defRPr>
            </a:lvl9pPr>
          </a:lstStyle>
          <a:p>
            <a:pPr>
              <a:buNone/>
              <a:defRPr sz="1425" b="1">
                <a:solidFill>
                  <a:srgbClr val="087E8B"/>
                </a:solidFill>
                <a:latin typeface="Yu Gothic"/>
                <a:ea typeface="Yu Gothic"/>
                <a:cs typeface="Yu Gothic"/>
              </a:defRPr>
            </a:pPr>
            <a:r>
              <a:rPr sz="1425" b="1">
                <a:solidFill>
                  <a:srgbClr val="087E8B"/>
                </a:solidFill>
                <a:latin typeface="Yu Gothic"/>
                <a:ea typeface="Yu Gothic"/>
                <a:cs typeface="Yu Gothic"/>
              </a:rPr>
              <a:t>炭化しても燃焼は続き得る。炭と灰を区別する。</a:t>
            </a:r>
          </a:p>
        </p:txBody>
      </p:sp>
    </p:spTree>
    <p:extLst>
      <p:ext uri="{BB962C8B-B14F-4D97-AF65-F5344CB8AC3E}">
        <p14:creationId xmlns:p14="http://schemas.microsoft.com/office/powerpoint/2010/main" val="52628180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正方形/長方形 12">
            <a:extLst>
              <a:ext uri="{FF2B5EF4-FFF2-40B4-BE49-F238E27FC236}">
                <a16:creationId xmlns:a16="http://schemas.microsoft.com/office/drawing/2014/main" id="{CC480890-AE4A-449D-9004-C2FCA5DED9F3}"/>
              </a:ext>
            </a:extLst>
          </p:cNvPr>
          <p:cNvSpPr>
            <a:spLocks noGrp="1"/>
          </p:cNvSpPr>
          <p:nvPr/>
        </p:nvSpPr>
        <p:spPr>
          <a:xfrm>
            <a:off x="685800" y="342900"/>
            <a:ext cx="10820400" cy="666750"/>
          </a:xfrm>
          <a:prstGeom prst="rect">
            <a:avLst/>
          </a:prstGeom>
          <a:noFill/>
          <a:ln w="0">
            <a:noFill/>
          </a:ln>
        </p:spPr>
        <p:txBody>
          <a:bodyPr lIns="0" tIns="0" rIns="0" bIns="0" anchor="ctr">
            <a:noAutofit/>
          </a:bodyPr>
          <a:lstStyle>
            <a:defPPr>
              <a:defRPr sz="3000" b="1">
                <a:solidFill>
                  <a:srgbClr val="18364F"/>
                </a:solidFill>
                <a:latin typeface="Yu Gothic"/>
                <a:ea typeface="Yu Gothic"/>
                <a:cs typeface="Yu Gothic"/>
              </a:defRPr>
            </a:defPPr>
            <a:lvl1pPr>
              <a:buNone/>
              <a:defRPr sz="3000" b="1">
                <a:solidFill>
                  <a:srgbClr val="18364F"/>
                </a:solidFill>
                <a:latin typeface="Yu Gothic"/>
                <a:ea typeface="Yu Gothic"/>
                <a:cs typeface="Yu Gothic"/>
              </a:defRPr>
            </a:lvl1pPr>
            <a:lvl2pPr>
              <a:buNone/>
              <a:defRPr sz="3000" b="1">
                <a:solidFill>
                  <a:srgbClr val="18364F"/>
                </a:solidFill>
                <a:latin typeface="Yu Gothic"/>
                <a:ea typeface="Yu Gothic"/>
                <a:cs typeface="Yu Gothic"/>
              </a:defRPr>
            </a:lvl2pPr>
            <a:lvl3pPr>
              <a:buNone/>
              <a:defRPr sz="3000" b="1">
                <a:solidFill>
                  <a:srgbClr val="18364F"/>
                </a:solidFill>
                <a:latin typeface="Yu Gothic"/>
                <a:ea typeface="Yu Gothic"/>
                <a:cs typeface="Yu Gothic"/>
              </a:defRPr>
            </a:lvl3pPr>
            <a:lvl4pPr>
              <a:buNone/>
              <a:defRPr sz="3000" b="1">
                <a:solidFill>
                  <a:srgbClr val="18364F"/>
                </a:solidFill>
                <a:latin typeface="Yu Gothic"/>
                <a:ea typeface="Yu Gothic"/>
                <a:cs typeface="Yu Gothic"/>
              </a:defRPr>
            </a:lvl4pPr>
            <a:lvl5pPr>
              <a:buNone/>
              <a:defRPr sz="3000" b="1">
                <a:solidFill>
                  <a:srgbClr val="18364F"/>
                </a:solidFill>
                <a:latin typeface="Yu Gothic"/>
                <a:ea typeface="Yu Gothic"/>
                <a:cs typeface="Yu Gothic"/>
              </a:defRPr>
            </a:lvl5pPr>
            <a:lvl6pPr>
              <a:buNone/>
              <a:defRPr sz="3000" b="1">
                <a:solidFill>
                  <a:srgbClr val="18364F"/>
                </a:solidFill>
                <a:latin typeface="Yu Gothic"/>
                <a:ea typeface="Yu Gothic"/>
                <a:cs typeface="Yu Gothic"/>
              </a:defRPr>
            </a:lvl6pPr>
            <a:lvl7pPr>
              <a:buNone/>
              <a:defRPr sz="3000" b="1">
                <a:solidFill>
                  <a:srgbClr val="18364F"/>
                </a:solidFill>
                <a:latin typeface="Yu Gothic"/>
                <a:ea typeface="Yu Gothic"/>
                <a:cs typeface="Yu Gothic"/>
              </a:defRPr>
            </a:lvl7pPr>
            <a:lvl8pPr>
              <a:buNone/>
              <a:defRPr sz="3000" b="1">
                <a:solidFill>
                  <a:srgbClr val="18364F"/>
                </a:solidFill>
                <a:latin typeface="Yu Gothic"/>
                <a:ea typeface="Yu Gothic"/>
                <a:cs typeface="Yu Gothic"/>
              </a:defRPr>
            </a:lvl8pPr>
            <a:lvl9pPr>
              <a:buNone/>
              <a:defRPr sz="3000" b="1">
                <a:solidFill>
                  <a:srgbClr val="18364F"/>
                </a:solidFill>
                <a:latin typeface="Yu Gothic"/>
                <a:ea typeface="Yu Gothic"/>
                <a:cs typeface="Yu Gothic"/>
              </a:defRPr>
            </a:lvl9pPr>
          </a:lstStyle>
          <a:p>
            <a:pPr>
              <a:buNone/>
              <a:defRPr sz="3000" b="1">
                <a:solidFill>
                  <a:srgbClr val="18364F"/>
                </a:solidFill>
                <a:latin typeface="Yu Gothic"/>
                <a:ea typeface="Yu Gothic"/>
                <a:cs typeface="Yu Gothic"/>
              </a:defRPr>
            </a:pPr>
            <a:r>
              <a:rPr sz="3000" b="1">
                <a:solidFill>
                  <a:srgbClr val="18364F"/>
                </a:solidFill>
                <a:latin typeface="Yu Gothic"/>
                <a:ea typeface="Yu Gothic"/>
                <a:cs typeface="Yu Gothic"/>
              </a:rPr>
              <a:t>燃焼トピック③ 炭化層と残存断面</a:t>
            </a:r>
          </a:p>
        </p:txBody>
      </p:sp>
      <p:sp>
        <p:nvSpPr>
          <p:cNvPr id="2" name="正方形/長方形 1">
            <a:extLst>
              <a:ext uri="{FF2B5EF4-FFF2-40B4-BE49-F238E27FC236}">
                <a16:creationId xmlns:a16="http://schemas.microsoft.com/office/drawing/2014/main" id="{3328ECEC-ADAE-4B86-8534-3CC136AC6C4D}"/>
              </a:ext>
            </a:extLst>
          </p:cNvPr>
          <p:cNvSpPr>
            <a:spLocks noGrp="1"/>
          </p:cNvSpPr>
          <p:nvPr/>
        </p:nvSpPr>
        <p:spPr>
          <a:xfrm>
            <a:off x="685800" y="1181100"/>
            <a:ext cx="10820400" cy="19050"/>
          </a:xfrm>
          <a:prstGeom prst="rect">
            <a:avLst/>
          </a:prstGeom>
          <a:solidFill>
            <a:srgbClr val="18364F"/>
          </a:solidFill>
          <a:ln w="0">
            <a:noFill/>
          </a:ln>
        </p:spPr>
      </p:sp>
      <p:sp>
        <p:nvSpPr>
          <p:cNvPr id="3" name="正方形/長方形 2">
            <a:extLst>
              <a:ext uri="{FF2B5EF4-FFF2-40B4-BE49-F238E27FC236}">
                <a16:creationId xmlns:a16="http://schemas.microsoft.com/office/drawing/2014/main" id="{47B32D80-57D4-4A2A-AD81-73D755F3E24D}"/>
              </a:ext>
            </a:extLst>
          </p:cNvPr>
          <p:cNvSpPr>
            <a:spLocks noGrp="1"/>
          </p:cNvSpPr>
          <p:nvPr/>
        </p:nvSpPr>
        <p:spPr>
          <a:xfrm>
            <a:off x="685800" y="6419850"/>
            <a:ext cx="9334500" cy="257175"/>
          </a:xfrm>
          <a:prstGeom prst="rect">
            <a:avLst/>
          </a:prstGeom>
          <a:noFill/>
          <a:ln w="0">
            <a:noFill/>
          </a:ln>
        </p:spPr>
        <p:txBody>
          <a:bodyPr lIns="0" tIns="0" rIns="0" bIns="0" anchor="ctr">
            <a:noAutofit/>
          </a:bodyPr>
          <a:lstStyle>
            <a:defPPr>
              <a:defRPr sz="1425" b="0">
                <a:solidFill>
                  <a:srgbClr val="596875"/>
                </a:solidFill>
                <a:latin typeface="Yu Gothic"/>
                <a:ea typeface="Yu Gothic"/>
                <a:cs typeface="Yu Gothic"/>
              </a:defRPr>
            </a:defPPr>
            <a:lvl1pPr>
              <a:buNone/>
              <a:defRPr sz="1425" b="0">
                <a:solidFill>
                  <a:srgbClr val="596875"/>
                </a:solidFill>
                <a:latin typeface="Yu Gothic"/>
                <a:ea typeface="Yu Gothic"/>
                <a:cs typeface="Yu Gothic"/>
              </a:defRPr>
            </a:lvl1pPr>
            <a:lvl2pPr>
              <a:buNone/>
              <a:defRPr sz="1425" b="0">
                <a:solidFill>
                  <a:srgbClr val="596875"/>
                </a:solidFill>
                <a:latin typeface="Yu Gothic"/>
                <a:ea typeface="Yu Gothic"/>
                <a:cs typeface="Yu Gothic"/>
              </a:defRPr>
            </a:lvl2pPr>
            <a:lvl3pPr>
              <a:buNone/>
              <a:defRPr sz="1425" b="0">
                <a:solidFill>
                  <a:srgbClr val="596875"/>
                </a:solidFill>
                <a:latin typeface="Yu Gothic"/>
                <a:ea typeface="Yu Gothic"/>
                <a:cs typeface="Yu Gothic"/>
              </a:defRPr>
            </a:lvl3pPr>
            <a:lvl4pPr>
              <a:buNone/>
              <a:defRPr sz="1425" b="0">
                <a:solidFill>
                  <a:srgbClr val="596875"/>
                </a:solidFill>
                <a:latin typeface="Yu Gothic"/>
                <a:ea typeface="Yu Gothic"/>
                <a:cs typeface="Yu Gothic"/>
              </a:defRPr>
            </a:lvl4pPr>
            <a:lvl5pPr>
              <a:buNone/>
              <a:defRPr sz="1425" b="0">
                <a:solidFill>
                  <a:srgbClr val="596875"/>
                </a:solidFill>
                <a:latin typeface="Yu Gothic"/>
                <a:ea typeface="Yu Gothic"/>
                <a:cs typeface="Yu Gothic"/>
              </a:defRPr>
            </a:lvl5pPr>
            <a:lvl6pPr>
              <a:buNone/>
              <a:defRPr sz="1425" b="0">
                <a:solidFill>
                  <a:srgbClr val="596875"/>
                </a:solidFill>
                <a:latin typeface="Yu Gothic"/>
                <a:ea typeface="Yu Gothic"/>
                <a:cs typeface="Yu Gothic"/>
              </a:defRPr>
            </a:lvl6pPr>
            <a:lvl7pPr>
              <a:buNone/>
              <a:defRPr sz="1425" b="0">
                <a:solidFill>
                  <a:srgbClr val="596875"/>
                </a:solidFill>
                <a:latin typeface="Yu Gothic"/>
                <a:ea typeface="Yu Gothic"/>
                <a:cs typeface="Yu Gothic"/>
              </a:defRPr>
            </a:lvl7pPr>
            <a:lvl8pPr>
              <a:buNone/>
              <a:defRPr sz="1425" b="0">
                <a:solidFill>
                  <a:srgbClr val="596875"/>
                </a:solidFill>
                <a:latin typeface="Yu Gothic"/>
                <a:ea typeface="Yu Gothic"/>
                <a:cs typeface="Yu Gothic"/>
              </a:defRPr>
            </a:lvl8pPr>
            <a:lvl9pPr>
              <a:buNone/>
              <a:defRPr sz="1425" b="0">
                <a:solidFill>
                  <a:srgbClr val="596875"/>
                </a:solidFill>
                <a:latin typeface="Yu Gothic"/>
                <a:ea typeface="Yu Gothic"/>
                <a:cs typeface="Yu Gothic"/>
              </a:defRPr>
            </a:lvl9pPr>
          </a:lstStyle>
          <a:p>
            <a:pPr>
              <a:buNone/>
              <a:defRPr sz="1425" b="0">
                <a:solidFill>
                  <a:srgbClr val="596875"/>
                </a:solidFill>
                <a:latin typeface="Yu Gothic"/>
                <a:ea typeface="Yu Gothic"/>
                <a:cs typeface="Yu Gothic"/>
              </a:defRPr>
            </a:pPr>
            <a:r>
              <a:rPr lang="ja-JP" altLang="en-US" sz="1425" b="0">
                <a:solidFill>
                  <a:srgbClr val="596875"/>
                </a:solidFill>
                <a:latin typeface="Yu Gothic"/>
                <a:ea typeface="Yu Gothic"/>
                <a:cs typeface="Yu Gothic"/>
              </a:rPr>
              <a:t>木材及び木質材料学　新第</a:t>
            </a:r>
            <a:r>
              <a:rPr lang="en-US" altLang="ja-JP" sz="1425" b="0">
                <a:solidFill>
                  <a:srgbClr val="596875"/>
                </a:solidFill>
                <a:latin typeface="Yu Gothic"/>
                <a:ea typeface="Yu Gothic"/>
                <a:cs typeface="Yu Gothic"/>
              </a:rPr>
              <a:t>14</a:t>
            </a:r>
            <a:r>
              <a:rPr lang="ja-JP" altLang="en-US" sz="1425" b="0">
                <a:solidFill>
                  <a:srgbClr val="596875"/>
                </a:solidFill>
                <a:latin typeface="Yu Gothic"/>
                <a:ea typeface="Yu Gothic"/>
                <a:cs typeface="Yu Gothic"/>
              </a:rPr>
              <a:t>回　構造・燃焼</a:t>
            </a:r>
            <a:endParaRPr sz="1425" b="0">
              <a:solidFill>
                <a:srgbClr val="596875"/>
              </a:solidFill>
              <a:latin typeface="Yu Gothic"/>
              <a:ea typeface="Yu Gothic"/>
              <a:cs typeface="Yu Gothic"/>
            </a:endParaRPr>
          </a:p>
        </p:txBody>
      </p:sp>
      <p:sp>
        <p:nvSpPr>
          <p:cNvPr id="4" name="正方形/長方形 3">
            <a:extLst>
              <a:ext uri="{FF2B5EF4-FFF2-40B4-BE49-F238E27FC236}">
                <a16:creationId xmlns:a16="http://schemas.microsoft.com/office/drawing/2014/main" id="{8815F14A-AF3D-4CFC-8894-17EB2ECF1B93}"/>
              </a:ext>
            </a:extLst>
          </p:cNvPr>
          <p:cNvSpPr>
            <a:spLocks noGrp="1"/>
          </p:cNvSpPr>
          <p:nvPr/>
        </p:nvSpPr>
        <p:spPr>
          <a:xfrm>
            <a:off x="10763250" y="6419850"/>
            <a:ext cx="742950" cy="257175"/>
          </a:xfrm>
          <a:prstGeom prst="rect">
            <a:avLst/>
          </a:prstGeom>
          <a:noFill/>
          <a:ln w="0">
            <a:noFill/>
          </a:ln>
        </p:spPr>
        <p:txBody>
          <a:bodyPr lIns="0" tIns="0" rIns="0" bIns="0" anchor="ctr">
            <a:noAutofit/>
          </a:bodyPr>
          <a:lstStyle>
            <a:defPPr>
              <a:defRPr sz="1425" b="0">
                <a:solidFill>
                  <a:srgbClr val="596875"/>
                </a:solidFill>
                <a:latin typeface="Yu Gothic"/>
                <a:ea typeface="Yu Gothic"/>
                <a:cs typeface="Yu Gothic"/>
              </a:defRPr>
            </a:defPPr>
            <a:lvl1pPr>
              <a:buNone/>
              <a:defRPr sz="1425" b="0">
                <a:solidFill>
                  <a:srgbClr val="596875"/>
                </a:solidFill>
                <a:latin typeface="Yu Gothic"/>
                <a:ea typeface="Yu Gothic"/>
                <a:cs typeface="Yu Gothic"/>
              </a:defRPr>
            </a:lvl1pPr>
            <a:lvl2pPr>
              <a:buNone/>
              <a:defRPr sz="1425" b="0">
                <a:solidFill>
                  <a:srgbClr val="596875"/>
                </a:solidFill>
                <a:latin typeface="Yu Gothic"/>
                <a:ea typeface="Yu Gothic"/>
                <a:cs typeface="Yu Gothic"/>
              </a:defRPr>
            </a:lvl2pPr>
            <a:lvl3pPr>
              <a:buNone/>
              <a:defRPr sz="1425" b="0">
                <a:solidFill>
                  <a:srgbClr val="596875"/>
                </a:solidFill>
                <a:latin typeface="Yu Gothic"/>
                <a:ea typeface="Yu Gothic"/>
                <a:cs typeface="Yu Gothic"/>
              </a:defRPr>
            </a:lvl3pPr>
            <a:lvl4pPr>
              <a:buNone/>
              <a:defRPr sz="1425" b="0">
                <a:solidFill>
                  <a:srgbClr val="596875"/>
                </a:solidFill>
                <a:latin typeface="Yu Gothic"/>
                <a:ea typeface="Yu Gothic"/>
                <a:cs typeface="Yu Gothic"/>
              </a:defRPr>
            </a:lvl4pPr>
            <a:lvl5pPr>
              <a:buNone/>
              <a:defRPr sz="1425" b="0">
                <a:solidFill>
                  <a:srgbClr val="596875"/>
                </a:solidFill>
                <a:latin typeface="Yu Gothic"/>
                <a:ea typeface="Yu Gothic"/>
                <a:cs typeface="Yu Gothic"/>
              </a:defRPr>
            </a:lvl5pPr>
            <a:lvl6pPr>
              <a:buNone/>
              <a:defRPr sz="1425" b="0">
                <a:solidFill>
                  <a:srgbClr val="596875"/>
                </a:solidFill>
                <a:latin typeface="Yu Gothic"/>
                <a:ea typeface="Yu Gothic"/>
                <a:cs typeface="Yu Gothic"/>
              </a:defRPr>
            </a:lvl6pPr>
            <a:lvl7pPr>
              <a:buNone/>
              <a:defRPr sz="1425" b="0">
                <a:solidFill>
                  <a:srgbClr val="596875"/>
                </a:solidFill>
                <a:latin typeface="Yu Gothic"/>
                <a:ea typeface="Yu Gothic"/>
                <a:cs typeface="Yu Gothic"/>
              </a:defRPr>
            </a:lvl7pPr>
            <a:lvl8pPr>
              <a:buNone/>
              <a:defRPr sz="1425" b="0">
                <a:solidFill>
                  <a:srgbClr val="596875"/>
                </a:solidFill>
                <a:latin typeface="Yu Gothic"/>
                <a:ea typeface="Yu Gothic"/>
                <a:cs typeface="Yu Gothic"/>
              </a:defRPr>
            </a:lvl8pPr>
            <a:lvl9pPr>
              <a:buNone/>
              <a:defRPr sz="1425" b="0">
                <a:solidFill>
                  <a:srgbClr val="596875"/>
                </a:solidFill>
                <a:latin typeface="Yu Gothic"/>
                <a:ea typeface="Yu Gothic"/>
                <a:cs typeface="Yu Gothic"/>
              </a:defRPr>
            </a:lvl9pPr>
          </a:lstStyle>
          <a:p>
            <a:pPr>
              <a:buNone/>
              <a:defRPr sz="1425" b="0">
                <a:solidFill>
                  <a:srgbClr val="596875"/>
                </a:solidFill>
                <a:latin typeface="Yu Gothic"/>
                <a:ea typeface="Yu Gothic"/>
                <a:cs typeface="Yu Gothic"/>
              </a:defRPr>
            </a:pPr>
            <a:r>
              <a:rPr lang="en-US" altLang="ja-JP" sz="1425" b="0">
                <a:solidFill>
                  <a:srgbClr val="596875"/>
                </a:solidFill>
                <a:latin typeface="Yu Gothic"/>
                <a:ea typeface="Yu Gothic"/>
                <a:cs typeface="Yu Gothic"/>
              </a:rPr>
              <a:t>29</a:t>
            </a:r>
            <a:endParaRPr sz="1425" b="0">
              <a:solidFill>
                <a:srgbClr val="596875"/>
              </a:solidFill>
              <a:latin typeface="Yu Gothic"/>
              <a:ea typeface="Yu Gothic"/>
              <a:cs typeface="Yu Gothic"/>
            </a:endParaRPr>
          </a:p>
        </p:txBody>
      </p:sp>
      <p:sp>
        <p:nvSpPr>
          <p:cNvPr id="5" name="正方形/長方形 4">
            <a:extLst>
              <a:ext uri="{FF2B5EF4-FFF2-40B4-BE49-F238E27FC236}">
                <a16:creationId xmlns:a16="http://schemas.microsoft.com/office/drawing/2014/main" id="{368661A8-29E8-4B71-BCAD-72F5368DB6EF}"/>
              </a:ext>
            </a:extLst>
          </p:cNvPr>
          <p:cNvSpPr>
            <a:spLocks noGrp="1"/>
          </p:cNvSpPr>
          <p:nvPr/>
        </p:nvSpPr>
        <p:spPr>
          <a:xfrm>
            <a:off x="1038225" y="2171700"/>
            <a:ext cx="3943350" cy="3143250"/>
          </a:xfrm>
          <a:prstGeom prst="rect">
            <a:avLst/>
          </a:prstGeom>
          <a:solidFill>
            <a:srgbClr val="3B3B3B"/>
          </a:solidFill>
          <a:ln w="0">
            <a:noFill/>
          </a:ln>
        </p:spPr>
      </p:sp>
      <p:sp>
        <p:nvSpPr>
          <p:cNvPr id="6" name="正方形/長方形 5">
            <a:extLst>
              <a:ext uri="{FF2B5EF4-FFF2-40B4-BE49-F238E27FC236}">
                <a16:creationId xmlns:a16="http://schemas.microsoft.com/office/drawing/2014/main" id="{0B11912A-B316-4096-9EFE-CA5ED2A7E1FB}"/>
              </a:ext>
            </a:extLst>
          </p:cNvPr>
          <p:cNvSpPr>
            <a:spLocks noGrp="1"/>
          </p:cNvSpPr>
          <p:nvPr/>
        </p:nvSpPr>
        <p:spPr>
          <a:xfrm>
            <a:off x="1390650" y="2524125"/>
            <a:ext cx="3238500" cy="2438400"/>
          </a:xfrm>
          <a:prstGeom prst="rect">
            <a:avLst/>
          </a:prstGeom>
          <a:solidFill>
            <a:srgbClr val="D19A79"/>
          </a:solidFill>
          <a:ln w="0">
            <a:noFill/>
          </a:ln>
        </p:spPr>
      </p:sp>
      <p:sp>
        <p:nvSpPr>
          <p:cNvPr id="7" name="正方形/長方形 6">
            <a:extLst>
              <a:ext uri="{FF2B5EF4-FFF2-40B4-BE49-F238E27FC236}">
                <a16:creationId xmlns:a16="http://schemas.microsoft.com/office/drawing/2014/main" id="{CF45035D-96B8-41D9-96E4-B4B08749D28D}"/>
              </a:ext>
            </a:extLst>
          </p:cNvPr>
          <p:cNvSpPr>
            <a:spLocks noGrp="1"/>
          </p:cNvSpPr>
          <p:nvPr/>
        </p:nvSpPr>
        <p:spPr>
          <a:xfrm>
            <a:off x="1695450" y="2828925"/>
            <a:ext cx="2628900" cy="1828800"/>
          </a:xfrm>
          <a:prstGeom prst="rect">
            <a:avLst/>
          </a:prstGeom>
          <a:solidFill>
            <a:srgbClr val="EBD7B8"/>
          </a:solidFill>
          <a:ln w="0">
            <a:noFill/>
          </a:ln>
        </p:spPr>
      </p:sp>
      <p:sp>
        <p:nvSpPr>
          <p:cNvPr id="8" name="正方形/長方形 7">
            <a:extLst>
              <a:ext uri="{FF2B5EF4-FFF2-40B4-BE49-F238E27FC236}">
                <a16:creationId xmlns:a16="http://schemas.microsoft.com/office/drawing/2014/main" id="{89153968-0DB2-4FFF-B8A5-D49F02A5D3D7}"/>
              </a:ext>
            </a:extLst>
          </p:cNvPr>
          <p:cNvSpPr>
            <a:spLocks noGrp="1"/>
          </p:cNvSpPr>
          <p:nvPr/>
        </p:nvSpPr>
        <p:spPr>
          <a:xfrm>
            <a:off x="2000250" y="3409950"/>
            <a:ext cx="2095500" cy="628650"/>
          </a:xfrm>
          <a:prstGeom prst="rect">
            <a:avLst/>
          </a:prstGeom>
          <a:noFill/>
          <a:ln w="0">
            <a:noFill/>
          </a:ln>
        </p:spPr>
        <p:txBody>
          <a:bodyPr lIns="0" tIns="0" rIns="0" bIns="0" anchor="ctr">
            <a:noAutofit/>
          </a:bodyPr>
          <a:lstStyle>
            <a:defPPr>
              <a:defRPr sz="2400" b="1">
                <a:solidFill>
                  <a:srgbClr val="253C4D"/>
                </a:solidFill>
                <a:latin typeface="Yu Gothic"/>
                <a:ea typeface="Yu Gothic"/>
                <a:cs typeface="Yu Gothic"/>
              </a:defRPr>
            </a:defPPr>
            <a:lvl1pPr>
              <a:buNone/>
              <a:defRPr sz="2400" b="1">
                <a:solidFill>
                  <a:srgbClr val="253C4D"/>
                </a:solidFill>
                <a:latin typeface="Yu Gothic"/>
                <a:ea typeface="Yu Gothic"/>
                <a:cs typeface="Yu Gothic"/>
              </a:defRPr>
            </a:lvl1pPr>
            <a:lvl2pPr>
              <a:buNone/>
              <a:defRPr sz="2400" b="1">
                <a:solidFill>
                  <a:srgbClr val="253C4D"/>
                </a:solidFill>
                <a:latin typeface="Yu Gothic"/>
                <a:ea typeface="Yu Gothic"/>
                <a:cs typeface="Yu Gothic"/>
              </a:defRPr>
            </a:lvl2pPr>
            <a:lvl3pPr>
              <a:buNone/>
              <a:defRPr sz="2400" b="1">
                <a:solidFill>
                  <a:srgbClr val="253C4D"/>
                </a:solidFill>
                <a:latin typeface="Yu Gothic"/>
                <a:ea typeface="Yu Gothic"/>
                <a:cs typeface="Yu Gothic"/>
              </a:defRPr>
            </a:lvl3pPr>
            <a:lvl4pPr>
              <a:buNone/>
              <a:defRPr sz="2400" b="1">
                <a:solidFill>
                  <a:srgbClr val="253C4D"/>
                </a:solidFill>
                <a:latin typeface="Yu Gothic"/>
                <a:ea typeface="Yu Gothic"/>
                <a:cs typeface="Yu Gothic"/>
              </a:defRPr>
            </a:lvl4pPr>
            <a:lvl5pPr>
              <a:buNone/>
              <a:defRPr sz="2400" b="1">
                <a:solidFill>
                  <a:srgbClr val="253C4D"/>
                </a:solidFill>
                <a:latin typeface="Yu Gothic"/>
                <a:ea typeface="Yu Gothic"/>
                <a:cs typeface="Yu Gothic"/>
              </a:defRPr>
            </a:lvl5pPr>
            <a:lvl6pPr>
              <a:buNone/>
              <a:defRPr sz="2400" b="1">
                <a:solidFill>
                  <a:srgbClr val="253C4D"/>
                </a:solidFill>
                <a:latin typeface="Yu Gothic"/>
                <a:ea typeface="Yu Gothic"/>
                <a:cs typeface="Yu Gothic"/>
              </a:defRPr>
            </a:lvl6pPr>
            <a:lvl7pPr>
              <a:buNone/>
              <a:defRPr sz="2400" b="1">
                <a:solidFill>
                  <a:srgbClr val="253C4D"/>
                </a:solidFill>
                <a:latin typeface="Yu Gothic"/>
                <a:ea typeface="Yu Gothic"/>
                <a:cs typeface="Yu Gothic"/>
              </a:defRPr>
            </a:lvl7pPr>
            <a:lvl8pPr>
              <a:buNone/>
              <a:defRPr sz="2400" b="1">
                <a:solidFill>
                  <a:srgbClr val="253C4D"/>
                </a:solidFill>
                <a:latin typeface="Yu Gothic"/>
                <a:ea typeface="Yu Gothic"/>
                <a:cs typeface="Yu Gothic"/>
              </a:defRPr>
            </a:lvl8pPr>
            <a:lvl9pPr>
              <a:buNone/>
              <a:defRPr sz="2400" b="1">
                <a:solidFill>
                  <a:srgbClr val="253C4D"/>
                </a:solidFill>
                <a:latin typeface="Yu Gothic"/>
                <a:ea typeface="Yu Gothic"/>
                <a:cs typeface="Yu Gothic"/>
              </a:defRPr>
            </a:lvl9pPr>
          </a:lstStyle>
          <a:p>
            <a:pPr>
              <a:buNone/>
              <a:defRPr sz="2400" b="1">
                <a:solidFill>
                  <a:srgbClr val="253C4D"/>
                </a:solidFill>
                <a:latin typeface="Yu Gothic"/>
                <a:ea typeface="Yu Gothic"/>
                <a:cs typeface="Yu Gothic"/>
              </a:defRPr>
            </a:pPr>
            <a:r>
              <a:rPr sz="2400" b="1">
                <a:solidFill>
                  <a:srgbClr val="253C4D"/>
                </a:solidFill>
                <a:latin typeface="Yu Gothic"/>
                <a:ea typeface="Yu Gothic"/>
                <a:cs typeface="Yu Gothic"/>
              </a:rPr>
              <a:t>未炭化部</a:t>
            </a:r>
          </a:p>
        </p:txBody>
      </p:sp>
      <p:sp>
        <p:nvSpPr>
          <p:cNvPr id="9" name="正方形/長方形 8">
            <a:extLst>
              <a:ext uri="{FF2B5EF4-FFF2-40B4-BE49-F238E27FC236}">
                <a16:creationId xmlns:a16="http://schemas.microsoft.com/office/drawing/2014/main" id="{E21D2BBD-662C-4032-B43F-E80CE548345A}"/>
              </a:ext>
            </a:extLst>
          </p:cNvPr>
          <p:cNvSpPr>
            <a:spLocks noGrp="1"/>
          </p:cNvSpPr>
          <p:nvPr/>
        </p:nvSpPr>
        <p:spPr>
          <a:xfrm>
            <a:off x="5848350" y="1905000"/>
            <a:ext cx="5619750" cy="1066800"/>
          </a:xfrm>
          <a:prstGeom prst="rect">
            <a:avLst/>
          </a:prstGeom>
          <a:noFill/>
          <a:ln w="0">
            <a:noFill/>
          </a:ln>
        </p:spPr>
        <p:txBody>
          <a:bodyPr lIns="0" tIns="0" rIns="0" bIns="0" anchor="ctr">
            <a:noAutofit/>
          </a:bodyPr>
          <a:lstStyle>
            <a:defPPr>
              <a:defRPr sz="2100" b="1">
                <a:solidFill>
                  <a:srgbClr val="253C4D"/>
                </a:solidFill>
                <a:latin typeface="Yu Gothic"/>
                <a:ea typeface="Yu Gothic"/>
                <a:cs typeface="Yu Gothic"/>
              </a:defRPr>
            </a:defPPr>
            <a:lvl1pPr>
              <a:buNone/>
              <a:defRPr sz="2100" b="1">
                <a:solidFill>
                  <a:srgbClr val="253C4D"/>
                </a:solidFill>
                <a:latin typeface="Yu Gothic"/>
                <a:ea typeface="Yu Gothic"/>
                <a:cs typeface="Yu Gothic"/>
              </a:defRPr>
            </a:lvl1pPr>
            <a:lvl2pPr>
              <a:buNone/>
              <a:defRPr sz="2100" b="1">
                <a:solidFill>
                  <a:srgbClr val="253C4D"/>
                </a:solidFill>
                <a:latin typeface="Yu Gothic"/>
                <a:ea typeface="Yu Gothic"/>
                <a:cs typeface="Yu Gothic"/>
              </a:defRPr>
            </a:lvl2pPr>
            <a:lvl3pPr>
              <a:buNone/>
              <a:defRPr sz="2100" b="1">
                <a:solidFill>
                  <a:srgbClr val="253C4D"/>
                </a:solidFill>
                <a:latin typeface="Yu Gothic"/>
                <a:ea typeface="Yu Gothic"/>
                <a:cs typeface="Yu Gothic"/>
              </a:defRPr>
            </a:lvl3pPr>
            <a:lvl4pPr>
              <a:buNone/>
              <a:defRPr sz="2100" b="1">
                <a:solidFill>
                  <a:srgbClr val="253C4D"/>
                </a:solidFill>
                <a:latin typeface="Yu Gothic"/>
                <a:ea typeface="Yu Gothic"/>
                <a:cs typeface="Yu Gothic"/>
              </a:defRPr>
            </a:lvl4pPr>
            <a:lvl5pPr>
              <a:buNone/>
              <a:defRPr sz="2100" b="1">
                <a:solidFill>
                  <a:srgbClr val="253C4D"/>
                </a:solidFill>
                <a:latin typeface="Yu Gothic"/>
                <a:ea typeface="Yu Gothic"/>
                <a:cs typeface="Yu Gothic"/>
              </a:defRPr>
            </a:lvl5pPr>
            <a:lvl6pPr>
              <a:buNone/>
              <a:defRPr sz="2100" b="1">
                <a:solidFill>
                  <a:srgbClr val="253C4D"/>
                </a:solidFill>
                <a:latin typeface="Yu Gothic"/>
                <a:ea typeface="Yu Gothic"/>
                <a:cs typeface="Yu Gothic"/>
              </a:defRPr>
            </a:lvl6pPr>
            <a:lvl7pPr>
              <a:buNone/>
              <a:defRPr sz="2100" b="1">
                <a:solidFill>
                  <a:srgbClr val="253C4D"/>
                </a:solidFill>
                <a:latin typeface="Yu Gothic"/>
                <a:ea typeface="Yu Gothic"/>
                <a:cs typeface="Yu Gothic"/>
              </a:defRPr>
            </a:lvl7pPr>
            <a:lvl8pPr>
              <a:buNone/>
              <a:defRPr sz="2100" b="1">
                <a:solidFill>
                  <a:srgbClr val="253C4D"/>
                </a:solidFill>
                <a:latin typeface="Yu Gothic"/>
                <a:ea typeface="Yu Gothic"/>
                <a:cs typeface="Yu Gothic"/>
              </a:defRPr>
            </a:lvl8pPr>
            <a:lvl9pPr>
              <a:buNone/>
              <a:defRPr sz="2100" b="1">
                <a:solidFill>
                  <a:srgbClr val="253C4D"/>
                </a:solidFill>
                <a:latin typeface="Yu Gothic"/>
                <a:ea typeface="Yu Gothic"/>
                <a:cs typeface="Yu Gothic"/>
              </a:defRPr>
            </a:lvl9pPr>
          </a:lstStyle>
          <a:p>
            <a:pPr>
              <a:buNone/>
              <a:defRPr sz="2100" b="1">
                <a:solidFill>
                  <a:srgbClr val="253C4D"/>
                </a:solidFill>
                <a:latin typeface="Yu Gothic"/>
                <a:ea typeface="Yu Gothic"/>
                <a:cs typeface="Yu Gothic"/>
              </a:defRPr>
            </a:pPr>
            <a:r>
              <a:rPr sz="2100" b="1">
                <a:solidFill>
                  <a:srgbClr val="253C4D"/>
                </a:solidFill>
                <a:latin typeface="Yu Gothic"/>
                <a:ea typeface="Yu Gothic"/>
                <a:cs typeface="Yu Gothic"/>
              </a:rPr>
              <a:t>炭化層：熱の侵入を遅らせる</a:t>
            </a:r>
          </a:p>
          <a:p>
            <a:pPr>
              <a:buNone/>
              <a:defRPr sz="2100" b="1">
                <a:solidFill>
                  <a:srgbClr val="253C4D"/>
                </a:solidFill>
                <a:latin typeface="Yu Gothic"/>
                <a:ea typeface="Yu Gothic"/>
                <a:cs typeface="Yu Gothic"/>
              </a:defRPr>
            </a:pPr>
            <a:r>
              <a:rPr sz="2100" b="1">
                <a:solidFill>
                  <a:srgbClr val="253C4D"/>
                </a:solidFill>
                <a:latin typeface="Yu Gothic"/>
                <a:ea typeface="Yu Gothic"/>
                <a:cs typeface="Yu Gothic"/>
              </a:rPr>
              <a:t>　　　　構造上の強度を期待しない</a:t>
            </a:r>
          </a:p>
        </p:txBody>
      </p:sp>
      <p:sp>
        <p:nvSpPr>
          <p:cNvPr id="10" name="正方形/長方形 9">
            <a:extLst>
              <a:ext uri="{FF2B5EF4-FFF2-40B4-BE49-F238E27FC236}">
                <a16:creationId xmlns:a16="http://schemas.microsoft.com/office/drawing/2014/main" id="{8265D43E-996E-41F1-A3C7-D31421FA799D}"/>
              </a:ext>
            </a:extLst>
          </p:cNvPr>
          <p:cNvSpPr>
            <a:spLocks noGrp="1"/>
          </p:cNvSpPr>
          <p:nvPr/>
        </p:nvSpPr>
        <p:spPr>
          <a:xfrm>
            <a:off x="5848350" y="3352800"/>
            <a:ext cx="5619750" cy="1047750"/>
          </a:xfrm>
          <a:prstGeom prst="rect">
            <a:avLst/>
          </a:prstGeom>
          <a:noFill/>
          <a:ln w="0">
            <a:noFill/>
          </a:ln>
        </p:spPr>
        <p:txBody>
          <a:bodyPr lIns="0" tIns="0" rIns="0" bIns="0" anchor="ctr">
            <a:noAutofit/>
          </a:bodyPr>
          <a:lstStyle>
            <a:defPPr>
              <a:defRPr sz="2100" b="0">
                <a:solidFill>
                  <a:srgbClr val="253C4D"/>
                </a:solidFill>
                <a:latin typeface="Yu Gothic"/>
                <a:ea typeface="Yu Gothic"/>
                <a:cs typeface="Yu Gothic"/>
              </a:defRPr>
            </a:defPPr>
            <a:lvl1pPr>
              <a:buNone/>
              <a:defRPr sz="2100" b="0">
                <a:solidFill>
                  <a:srgbClr val="253C4D"/>
                </a:solidFill>
                <a:latin typeface="Yu Gothic"/>
                <a:ea typeface="Yu Gothic"/>
                <a:cs typeface="Yu Gothic"/>
              </a:defRPr>
            </a:lvl1pPr>
            <a:lvl2pPr>
              <a:buNone/>
              <a:defRPr sz="2100" b="0">
                <a:solidFill>
                  <a:srgbClr val="253C4D"/>
                </a:solidFill>
                <a:latin typeface="Yu Gothic"/>
                <a:ea typeface="Yu Gothic"/>
                <a:cs typeface="Yu Gothic"/>
              </a:defRPr>
            </a:lvl2pPr>
            <a:lvl3pPr>
              <a:buNone/>
              <a:defRPr sz="2100" b="0">
                <a:solidFill>
                  <a:srgbClr val="253C4D"/>
                </a:solidFill>
                <a:latin typeface="Yu Gothic"/>
                <a:ea typeface="Yu Gothic"/>
                <a:cs typeface="Yu Gothic"/>
              </a:defRPr>
            </a:lvl3pPr>
            <a:lvl4pPr>
              <a:buNone/>
              <a:defRPr sz="2100" b="0">
                <a:solidFill>
                  <a:srgbClr val="253C4D"/>
                </a:solidFill>
                <a:latin typeface="Yu Gothic"/>
                <a:ea typeface="Yu Gothic"/>
                <a:cs typeface="Yu Gothic"/>
              </a:defRPr>
            </a:lvl4pPr>
            <a:lvl5pPr>
              <a:buNone/>
              <a:defRPr sz="2100" b="0">
                <a:solidFill>
                  <a:srgbClr val="253C4D"/>
                </a:solidFill>
                <a:latin typeface="Yu Gothic"/>
                <a:ea typeface="Yu Gothic"/>
                <a:cs typeface="Yu Gothic"/>
              </a:defRPr>
            </a:lvl5pPr>
            <a:lvl6pPr>
              <a:buNone/>
              <a:defRPr sz="2100" b="0">
                <a:solidFill>
                  <a:srgbClr val="253C4D"/>
                </a:solidFill>
                <a:latin typeface="Yu Gothic"/>
                <a:ea typeface="Yu Gothic"/>
                <a:cs typeface="Yu Gothic"/>
              </a:defRPr>
            </a:lvl6pPr>
            <a:lvl7pPr>
              <a:buNone/>
              <a:defRPr sz="2100" b="0">
                <a:solidFill>
                  <a:srgbClr val="253C4D"/>
                </a:solidFill>
                <a:latin typeface="Yu Gothic"/>
                <a:ea typeface="Yu Gothic"/>
                <a:cs typeface="Yu Gothic"/>
              </a:defRPr>
            </a:lvl7pPr>
            <a:lvl8pPr>
              <a:buNone/>
              <a:defRPr sz="2100" b="0">
                <a:solidFill>
                  <a:srgbClr val="253C4D"/>
                </a:solidFill>
                <a:latin typeface="Yu Gothic"/>
                <a:ea typeface="Yu Gothic"/>
                <a:cs typeface="Yu Gothic"/>
              </a:defRPr>
            </a:lvl8pPr>
            <a:lvl9pPr>
              <a:buNone/>
              <a:defRPr sz="2100" b="0">
                <a:solidFill>
                  <a:srgbClr val="253C4D"/>
                </a:solidFill>
                <a:latin typeface="Yu Gothic"/>
                <a:ea typeface="Yu Gothic"/>
                <a:cs typeface="Yu Gothic"/>
              </a:defRPr>
            </a:lvl9pPr>
          </a:lstStyle>
          <a:p>
            <a:pPr>
              <a:buNone/>
              <a:defRPr sz="2100" b="0">
                <a:solidFill>
                  <a:srgbClr val="253C4D"/>
                </a:solidFill>
                <a:latin typeface="Yu Gothic"/>
                <a:ea typeface="Yu Gothic"/>
                <a:cs typeface="Yu Gothic"/>
              </a:defRPr>
            </a:pPr>
            <a:r>
              <a:rPr sz="2100" b="0">
                <a:solidFill>
                  <a:srgbClr val="253C4D"/>
                </a:solidFill>
                <a:latin typeface="Yu Gothic"/>
                <a:ea typeface="Yu Gothic"/>
                <a:cs typeface="Yu Gothic"/>
              </a:rPr>
              <a:t>未炭化部にも、加熱で</a:t>
            </a:r>
          </a:p>
          <a:p>
            <a:pPr>
              <a:buNone/>
              <a:defRPr sz="2100" b="0">
                <a:solidFill>
                  <a:srgbClr val="253C4D"/>
                </a:solidFill>
                <a:latin typeface="Yu Gothic"/>
                <a:ea typeface="Yu Gothic"/>
                <a:cs typeface="Yu Gothic"/>
              </a:defRPr>
            </a:pPr>
            <a:r>
              <a:rPr sz="2100" b="0">
                <a:solidFill>
                  <a:srgbClr val="253C4D"/>
                </a:solidFill>
                <a:latin typeface="Yu Gothic"/>
                <a:ea typeface="Yu Gothic"/>
                <a:cs typeface="Yu Gothic"/>
              </a:rPr>
              <a:t>性能が低下する領域がある</a:t>
            </a:r>
          </a:p>
        </p:txBody>
      </p:sp>
      <p:sp>
        <p:nvSpPr>
          <p:cNvPr id="11" name="正方形/長方形 10">
            <a:extLst>
              <a:ext uri="{FF2B5EF4-FFF2-40B4-BE49-F238E27FC236}">
                <a16:creationId xmlns:a16="http://schemas.microsoft.com/office/drawing/2014/main" id="{8F8A7427-3574-4BAB-8120-187D4704E32D}"/>
              </a:ext>
            </a:extLst>
          </p:cNvPr>
          <p:cNvSpPr>
            <a:spLocks noGrp="1"/>
          </p:cNvSpPr>
          <p:nvPr/>
        </p:nvSpPr>
        <p:spPr>
          <a:xfrm>
            <a:off x="5848350" y="4676775"/>
            <a:ext cx="5619750" cy="1019175"/>
          </a:xfrm>
          <a:prstGeom prst="rect">
            <a:avLst/>
          </a:prstGeom>
          <a:noFill/>
          <a:ln w="0">
            <a:noFill/>
          </a:ln>
        </p:spPr>
        <p:txBody>
          <a:bodyPr lIns="0" tIns="0" rIns="0" bIns="0" anchor="ctr">
            <a:noAutofit/>
          </a:bodyPr>
          <a:lstStyle>
            <a:defPPr>
              <a:defRPr sz="2175" b="1">
                <a:solidFill>
                  <a:srgbClr val="2876A8"/>
                </a:solidFill>
                <a:latin typeface="Yu Gothic"/>
                <a:ea typeface="Yu Gothic"/>
                <a:cs typeface="Yu Gothic"/>
              </a:defRPr>
            </a:defPPr>
            <a:lvl1pPr>
              <a:buNone/>
              <a:defRPr sz="2175" b="1">
                <a:solidFill>
                  <a:srgbClr val="2876A8"/>
                </a:solidFill>
                <a:latin typeface="Yu Gothic"/>
                <a:ea typeface="Yu Gothic"/>
                <a:cs typeface="Yu Gothic"/>
              </a:defRPr>
            </a:lvl1pPr>
            <a:lvl2pPr>
              <a:buNone/>
              <a:defRPr sz="2175" b="1">
                <a:solidFill>
                  <a:srgbClr val="2876A8"/>
                </a:solidFill>
                <a:latin typeface="Yu Gothic"/>
                <a:ea typeface="Yu Gothic"/>
                <a:cs typeface="Yu Gothic"/>
              </a:defRPr>
            </a:lvl2pPr>
            <a:lvl3pPr>
              <a:buNone/>
              <a:defRPr sz="2175" b="1">
                <a:solidFill>
                  <a:srgbClr val="2876A8"/>
                </a:solidFill>
                <a:latin typeface="Yu Gothic"/>
                <a:ea typeface="Yu Gothic"/>
                <a:cs typeface="Yu Gothic"/>
              </a:defRPr>
            </a:lvl3pPr>
            <a:lvl4pPr>
              <a:buNone/>
              <a:defRPr sz="2175" b="1">
                <a:solidFill>
                  <a:srgbClr val="2876A8"/>
                </a:solidFill>
                <a:latin typeface="Yu Gothic"/>
                <a:ea typeface="Yu Gothic"/>
                <a:cs typeface="Yu Gothic"/>
              </a:defRPr>
            </a:lvl4pPr>
            <a:lvl5pPr>
              <a:buNone/>
              <a:defRPr sz="2175" b="1">
                <a:solidFill>
                  <a:srgbClr val="2876A8"/>
                </a:solidFill>
                <a:latin typeface="Yu Gothic"/>
                <a:ea typeface="Yu Gothic"/>
                <a:cs typeface="Yu Gothic"/>
              </a:defRPr>
            </a:lvl5pPr>
            <a:lvl6pPr>
              <a:buNone/>
              <a:defRPr sz="2175" b="1">
                <a:solidFill>
                  <a:srgbClr val="2876A8"/>
                </a:solidFill>
                <a:latin typeface="Yu Gothic"/>
                <a:ea typeface="Yu Gothic"/>
                <a:cs typeface="Yu Gothic"/>
              </a:defRPr>
            </a:lvl6pPr>
            <a:lvl7pPr>
              <a:buNone/>
              <a:defRPr sz="2175" b="1">
                <a:solidFill>
                  <a:srgbClr val="2876A8"/>
                </a:solidFill>
                <a:latin typeface="Yu Gothic"/>
                <a:ea typeface="Yu Gothic"/>
                <a:cs typeface="Yu Gothic"/>
              </a:defRPr>
            </a:lvl7pPr>
            <a:lvl8pPr>
              <a:buNone/>
              <a:defRPr sz="2175" b="1">
                <a:solidFill>
                  <a:srgbClr val="2876A8"/>
                </a:solidFill>
                <a:latin typeface="Yu Gothic"/>
                <a:ea typeface="Yu Gothic"/>
                <a:cs typeface="Yu Gothic"/>
              </a:defRPr>
            </a:lvl8pPr>
            <a:lvl9pPr>
              <a:buNone/>
              <a:defRPr sz="2175" b="1">
                <a:solidFill>
                  <a:srgbClr val="2876A8"/>
                </a:solidFill>
                <a:latin typeface="Yu Gothic"/>
                <a:ea typeface="Yu Gothic"/>
                <a:cs typeface="Yu Gothic"/>
              </a:defRPr>
            </a:lvl9pPr>
          </a:lstStyle>
          <a:p>
            <a:pPr>
              <a:buNone/>
              <a:defRPr sz="2175" b="1">
                <a:solidFill>
                  <a:srgbClr val="2876A8"/>
                </a:solidFill>
                <a:latin typeface="Yu Gothic"/>
                <a:ea typeface="Yu Gothic"/>
                <a:cs typeface="Yu Gothic"/>
              </a:defRPr>
            </a:pPr>
            <a:r>
              <a:rPr sz="2175" b="1">
                <a:solidFill>
                  <a:srgbClr val="2876A8"/>
                </a:solidFill>
                <a:latin typeface="Yu Gothic"/>
                <a:ea typeface="Yu Gothic"/>
                <a:cs typeface="Yu Gothic"/>
              </a:rPr>
              <a:t>着火性と、火災時に荷重を</a:t>
            </a:r>
          </a:p>
          <a:p>
            <a:pPr>
              <a:buNone/>
              <a:defRPr sz="2175" b="1">
                <a:solidFill>
                  <a:srgbClr val="2876A8"/>
                </a:solidFill>
                <a:latin typeface="Yu Gothic"/>
                <a:ea typeface="Yu Gothic"/>
                <a:cs typeface="Yu Gothic"/>
              </a:defRPr>
            </a:pPr>
            <a:r>
              <a:rPr sz="2175" b="1">
                <a:solidFill>
                  <a:srgbClr val="2876A8"/>
                </a:solidFill>
                <a:latin typeface="Yu Gothic"/>
                <a:ea typeface="Yu Gothic"/>
                <a:cs typeface="Yu Gothic"/>
              </a:rPr>
              <a:t>支えられる時間は別の性能</a:t>
            </a:r>
          </a:p>
        </p:txBody>
      </p:sp>
      <p:sp>
        <p:nvSpPr>
          <p:cNvPr id="12" name="正方形/長方形 11">
            <a:extLst>
              <a:ext uri="{FF2B5EF4-FFF2-40B4-BE49-F238E27FC236}">
                <a16:creationId xmlns:a16="http://schemas.microsoft.com/office/drawing/2014/main" id="{24244957-3B66-4AAB-A979-E128977705EC}"/>
              </a:ext>
            </a:extLst>
          </p:cNvPr>
          <p:cNvSpPr>
            <a:spLocks noGrp="1"/>
          </p:cNvSpPr>
          <p:nvPr/>
        </p:nvSpPr>
        <p:spPr>
          <a:xfrm>
            <a:off x="838200" y="5867400"/>
            <a:ext cx="10477500" cy="400050"/>
          </a:xfrm>
          <a:prstGeom prst="rect">
            <a:avLst/>
          </a:prstGeom>
          <a:noFill/>
          <a:ln w="0">
            <a:noFill/>
          </a:ln>
        </p:spPr>
        <p:txBody>
          <a:bodyPr lIns="0" tIns="0" rIns="0" bIns="0" anchor="ctr">
            <a:noAutofit/>
          </a:bodyPr>
          <a:lstStyle>
            <a:defPPr>
              <a:defRPr sz="1425" b="1">
                <a:solidFill>
                  <a:srgbClr val="087E8B"/>
                </a:solidFill>
                <a:latin typeface="Yu Gothic"/>
                <a:ea typeface="Yu Gothic"/>
                <a:cs typeface="Yu Gothic"/>
              </a:defRPr>
            </a:defPPr>
            <a:lvl1pPr>
              <a:buNone/>
              <a:defRPr sz="1425" b="1">
                <a:solidFill>
                  <a:srgbClr val="087E8B"/>
                </a:solidFill>
                <a:latin typeface="Yu Gothic"/>
                <a:ea typeface="Yu Gothic"/>
                <a:cs typeface="Yu Gothic"/>
              </a:defRPr>
            </a:lvl1pPr>
            <a:lvl2pPr>
              <a:buNone/>
              <a:defRPr sz="1425" b="1">
                <a:solidFill>
                  <a:srgbClr val="087E8B"/>
                </a:solidFill>
                <a:latin typeface="Yu Gothic"/>
                <a:ea typeface="Yu Gothic"/>
                <a:cs typeface="Yu Gothic"/>
              </a:defRPr>
            </a:lvl2pPr>
            <a:lvl3pPr>
              <a:buNone/>
              <a:defRPr sz="1425" b="1">
                <a:solidFill>
                  <a:srgbClr val="087E8B"/>
                </a:solidFill>
                <a:latin typeface="Yu Gothic"/>
                <a:ea typeface="Yu Gothic"/>
                <a:cs typeface="Yu Gothic"/>
              </a:defRPr>
            </a:lvl3pPr>
            <a:lvl4pPr>
              <a:buNone/>
              <a:defRPr sz="1425" b="1">
                <a:solidFill>
                  <a:srgbClr val="087E8B"/>
                </a:solidFill>
                <a:latin typeface="Yu Gothic"/>
                <a:ea typeface="Yu Gothic"/>
                <a:cs typeface="Yu Gothic"/>
              </a:defRPr>
            </a:lvl4pPr>
            <a:lvl5pPr>
              <a:buNone/>
              <a:defRPr sz="1425" b="1">
                <a:solidFill>
                  <a:srgbClr val="087E8B"/>
                </a:solidFill>
                <a:latin typeface="Yu Gothic"/>
                <a:ea typeface="Yu Gothic"/>
                <a:cs typeface="Yu Gothic"/>
              </a:defRPr>
            </a:lvl5pPr>
            <a:lvl6pPr>
              <a:buNone/>
              <a:defRPr sz="1425" b="1">
                <a:solidFill>
                  <a:srgbClr val="087E8B"/>
                </a:solidFill>
                <a:latin typeface="Yu Gothic"/>
                <a:ea typeface="Yu Gothic"/>
                <a:cs typeface="Yu Gothic"/>
              </a:defRPr>
            </a:lvl6pPr>
            <a:lvl7pPr>
              <a:buNone/>
              <a:defRPr sz="1425" b="1">
                <a:solidFill>
                  <a:srgbClr val="087E8B"/>
                </a:solidFill>
                <a:latin typeface="Yu Gothic"/>
                <a:ea typeface="Yu Gothic"/>
                <a:cs typeface="Yu Gothic"/>
              </a:defRPr>
            </a:lvl7pPr>
            <a:lvl8pPr>
              <a:buNone/>
              <a:defRPr sz="1425" b="1">
                <a:solidFill>
                  <a:srgbClr val="087E8B"/>
                </a:solidFill>
                <a:latin typeface="Yu Gothic"/>
                <a:ea typeface="Yu Gothic"/>
                <a:cs typeface="Yu Gothic"/>
              </a:defRPr>
            </a:lvl8pPr>
            <a:lvl9pPr>
              <a:buNone/>
              <a:defRPr sz="1425" b="1">
                <a:solidFill>
                  <a:srgbClr val="087E8B"/>
                </a:solidFill>
                <a:latin typeface="Yu Gothic"/>
                <a:ea typeface="Yu Gothic"/>
                <a:cs typeface="Yu Gothic"/>
              </a:defRPr>
            </a:lvl9pPr>
          </a:lstStyle>
          <a:p>
            <a:pPr>
              <a:buNone/>
              <a:defRPr sz="1425" b="1">
                <a:solidFill>
                  <a:srgbClr val="087E8B"/>
                </a:solidFill>
                <a:latin typeface="Yu Gothic"/>
                <a:ea typeface="Yu Gothic"/>
                <a:cs typeface="Yu Gothic"/>
              </a:defRPr>
            </a:pPr>
            <a:r>
              <a:rPr sz="1425" b="1">
                <a:solidFill>
                  <a:srgbClr val="087E8B"/>
                </a:solidFill>
                <a:latin typeface="Yu Gothic"/>
                <a:ea typeface="Yu Gothic"/>
                <a:cs typeface="Yu Gothic"/>
              </a:rPr>
              <a:t>炭化層の断熱効果と、荷重を支える断面の減少を同時に見る。</a:t>
            </a:r>
          </a:p>
        </p:txBody>
      </p:sp>
    </p:spTree>
    <p:extLst>
      <p:ext uri="{BB962C8B-B14F-4D97-AF65-F5344CB8AC3E}">
        <p14:creationId xmlns:p14="http://schemas.microsoft.com/office/powerpoint/2010/main" val="179799381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正方形/長方形 7">
            <a:extLst>
              <a:ext uri="{FF2B5EF4-FFF2-40B4-BE49-F238E27FC236}">
                <a16:creationId xmlns:a16="http://schemas.microsoft.com/office/drawing/2014/main" id="{AAAA30CC-3DFD-4A06-A602-B198A3D6E8E2}"/>
              </a:ext>
            </a:extLst>
          </p:cNvPr>
          <p:cNvSpPr>
            <a:spLocks noGrp="1"/>
          </p:cNvSpPr>
          <p:nvPr/>
        </p:nvSpPr>
        <p:spPr>
          <a:xfrm>
            <a:off x="685800" y="342900"/>
            <a:ext cx="10820400" cy="666750"/>
          </a:xfrm>
          <a:prstGeom prst="rect">
            <a:avLst/>
          </a:prstGeom>
          <a:noFill/>
          <a:ln w="0">
            <a:noFill/>
          </a:ln>
        </p:spPr>
        <p:txBody>
          <a:bodyPr lIns="0" tIns="0" rIns="0" bIns="0" anchor="ctr">
            <a:noAutofit/>
          </a:bodyPr>
          <a:lstStyle>
            <a:defPPr>
              <a:defRPr sz="3000" b="1">
                <a:solidFill>
                  <a:srgbClr val="18364F"/>
                </a:solidFill>
                <a:latin typeface="Yu Gothic"/>
                <a:ea typeface="Yu Gothic"/>
                <a:cs typeface="Yu Gothic"/>
              </a:defRPr>
            </a:defPPr>
            <a:lvl1pPr>
              <a:buNone/>
              <a:defRPr sz="3000" b="1">
                <a:solidFill>
                  <a:srgbClr val="18364F"/>
                </a:solidFill>
                <a:latin typeface="Yu Gothic"/>
                <a:ea typeface="Yu Gothic"/>
                <a:cs typeface="Yu Gothic"/>
              </a:defRPr>
            </a:lvl1pPr>
            <a:lvl2pPr>
              <a:buNone/>
              <a:defRPr sz="3000" b="1">
                <a:solidFill>
                  <a:srgbClr val="18364F"/>
                </a:solidFill>
                <a:latin typeface="Yu Gothic"/>
                <a:ea typeface="Yu Gothic"/>
                <a:cs typeface="Yu Gothic"/>
              </a:defRPr>
            </a:lvl2pPr>
            <a:lvl3pPr>
              <a:buNone/>
              <a:defRPr sz="3000" b="1">
                <a:solidFill>
                  <a:srgbClr val="18364F"/>
                </a:solidFill>
                <a:latin typeface="Yu Gothic"/>
                <a:ea typeface="Yu Gothic"/>
                <a:cs typeface="Yu Gothic"/>
              </a:defRPr>
            </a:lvl3pPr>
            <a:lvl4pPr>
              <a:buNone/>
              <a:defRPr sz="3000" b="1">
                <a:solidFill>
                  <a:srgbClr val="18364F"/>
                </a:solidFill>
                <a:latin typeface="Yu Gothic"/>
                <a:ea typeface="Yu Gothic"/>
                <a:cs typeface="Yu Gothic"/>
              </a:defRPr>
            </a:lvl4pPr>
            <a:lvl5pPr>
              <a:buNone/>
              <a:defRPr sz="3000" b="1">
                <a:solidFill>
                  <a:srgbClr val="18364F"/>
                </a:solidFill>
                <a:latin typeface="Yu Gothic"/>
                <a:ea typeface="Yu Gothic"/>
                <a:cs typeface="Yu Gothic"/>
              </a:defRPr>
            </a:lvl5pPr>
            <a:lvl6pPr>
              <a:buNone/>
              <a:defRPr sz="3000" b="1">
                <a:solidFill>
                  <a:srgbClr val="18364F"/>
                </a:solidFill>
                <a:latin typeface="Yu Gothic"/>
                <a:ea typeface="Yu Gothic"/>
                <a:cs typeface="Yu Gothic"/>
              </a:defRPr>
            </a:lvl6pPr>
            <a:lvl7pPr>
              <a:buNone/>
              <a:defRPr sz="3000" b="1">
                <a:solidFill>
                  <a:srgbClr val="18364F"/>
                </a:solidFill>
                <a:latin typeface="Yu Gothic"/>
                <a:ea typeface="Yu Gothic"/>
                <a:cs typeface="Yu Gothic"/>
              </a:defRPr>
            </a:lvl7pPr>
            <a:lvl8pPr>
              <a:buNone/>
              <a:defRPr sz="3000" b="1">
                <a:solidFill>
                  <a:srgbClr val="18364F"/>
                </a:solidFill>
                <a:latin typeface="Yu Gothic"/>
                <a:ea typeface="Yu Gothic"/>
                <a:cs typeface="Yu Gothic"/>
              </a:defRPr>
            </a:lvl8pPr>
            <a:lvl9pPr>
              <a:buNone/>
              <a:defRPr sz="3000" b="1">
                <a:solidFill>
                  <a:srgbClr val="18364F"/>
                </a:solidFill>
                <a:latin typeface="Yu Gothic"/>
                <a:ea typeface="Yu Gothic"/>
                <a:cs typeface="Yu Gothic"/>
              </a:defRPr>
            </a:lvl9pPr>
          </a:lstStyle>
          <a:p>
            <a:pPr>
              <a:buNone/>
              <a:defRPr sz="3000" b="1">
                <a:solidFill>
                  <a:srgbClr val="18364F"/>
                </a:solidFill>
                <a:latin typeface="Yu Gothic"/>
                <a:ea typeface="Yu Gothic"/>
                <a:cs typeface="Yu Gothic"/>
              </a:defRPr>
            </a:pPr>
            <a:r>
              <a:rPr sz="3000" b="1">
                <a:solidFill>
                  <a:srgbClr val="18364F"/>
                </a:solidFill>
                <a:latin typeface="Yu Gothic"/>
                <a:ea typeface="Yu Gothic"/>
                <a:cs typeface="Yu Gothic"/>
              </a:rPr>
              <a:t>燃焼トピック④ 住宅のどこで使うか</a:t>
            </a:r>
          </a:p>
        </p:txBody>
      </p:sp>
      <p:sp>
        <p:nvSpPr>
          <p:cNvPr id="2" name="正方形/長方形 1">
            <a:extLst>
              <a:ext uri="{FF2B5EF4-FFF2-40B4-BE49-F238E27FC236}">
                <a16:creationId xmlns:a16="http://schemas.microsoft.com/office/drawing/2014/main" id="{A1D365A4-D046-457B-AE3E-DCD2FEE8AF9E}"/>
              </a:ext>
            </a:extLst>
          </p:cNvPr>
          <p:cNvSpPr>
            <a:spLocks noGrp="1"/>
          </p:cNvSpPr>
          <p:nvPr/>
        </p:nvSpPr>
        <p:spPr>
          <a:xfrm>
            <a:off x="685800" y="1181100"/>
            <a:ext cx="10820400" cy="19050"/>
          </a:xfrm>
          <a:prstGeom prst="rect">
            <a:avLst/>
          </a:prstGeom>
          <a:solidFill>
            <a:srgbClr val="18364F"/>
          </a:solidFill>
          <a:ln w="0">
            <a:noFill/>
          </a:ln>
        </p:spPr>
      </p:sp>
      <p:sp>
        <p:nvSpPr>
          <p:cNvPr id="3" name="正方形/長方形 2">
            <a:extLst>
              <a:ext uri="{FF2B5EF4-FFF2-40B4-BE49-F238E27FC236}">
                <a16:creationId xmlns:a16="http://schemas.microsoft.com/office/drawing/2014/main" id="{8A41E3FF-1636-4EF3-AB97-137F384E521E}"/>
              </a:ext>
            </a:extLst>
          </p:cNvPr>
          <p:cNvSpPr>
            <a:spLocks noGrp="1"/>
          </p:cNvSpPr>
          <p:nvPr/>
        </p:nvSpPr>
        <p:spPr>
          <a:xfrm>
            <a:off x="685800" y="6419850"/>
            <a:ext cx="9334500" cy="257175"/>
          </a:xfrm>
          <a:prstGeom prst="rect">
            <a:avLst/>
          </a:prstGeom>
          <a:noFill/>
          <a:ln w="0">
            <a:noFill/>
          </a:ln>
        </p:spPr>
        <p:txBody>
          <a:bodyPr lIns="0" tIns="0" rIns="0" bIns="0" anchor="ctr">
            <a:noAutofit/>
          </a:bodyPr>
          <a:lstStyle>
            <a:defPPr>
              <a:defRPr sz="1425" b="0">
                <a:solidFill>
                  <a:srgbClr val="596875"/>
                </a:solidFill>
                <a:latin typeface="Yu Gothic"/>
                <a:ea typeface="Yu Gothic"/>
                <a:cs typeface="Yu Gothic"/>
              </a:defRPr>
            </a:defPPr>
            <a:lvl1pPr>
              <a:buNone/>
              <a:defRPr sz="1425" b="0">
                <a:solidFill>
                  <a:srgbClr val="596875"/>
                </a:solidFill>
                <a:latin typeface="Yu Gothic"/>
                <a:ea typeface="Yu Gothic"/>
                <a:cs typeface="Yu Gothic"/>
              </a:defRPr>
            </a:lvl1pPr>
            <a:lvl2pPr>
              <a:buNone/>
              <a:defRPr sz="1425" b="0">
                <a:solidFill>
                  <a:srgbClr val="596875"/>
                </a:solidFill>
                <a:latin typeface="Yu Gothic"/>
                <a:ea typeface="Yu Gothic"/>
                <a:cs typeface="Yu Gothic"/>
              </a:defRPr>
            </a:lvl2pPr>
            <a:lvl3pPr>
              <a:buNone/>
              <a:defRPr sz="1425" b="0">
                <a:solidFill>
                  <a:srgbClr val="596875"/>
                </a:solidFill>
                <a:latin typeface="Yu Gothic"/>
                <a:ea typeface="Yu Gothic"/>
                <a:cs typeface="Yu Gothic"/>
              </a:defRPr>
            </a:lvl3pPr>
            <a:lvl4pPr>
              <a:buNone/>
              <a:defRPr sz="1425" b="0">
                <a:solidFill>
                  <a:srgbClr val="596875"/>
                </a:solidFill>
                <a:latin typeface="Yu Gothic"/>
                <a:ea typeface="Yu Gothic"/>
                <a:cs typeface="Yu Gothic"/>
              </a:defRPr>
            </a:lvl4pPr>
            <a:lvl5pPr>
              <a:buNone/>
              <a:defRPr sz="1425" b="0">
                <a:solidFill>
                  <a:srgbClr val="596875"/>
                </a:solidFill>
                <a:latin typeface="Yu Gothic"/>
                <a:ea typeface="Yu Gothic"/>
                <a:cs typeface="Yu Gothic"/>
              </a:defRPr>
            </a:lvl5pPr>
            <a:lvl6pPr>
              <a:buNone/>
              <a:defRPr sz="1425" b="0">
                <a:solidFill>
                  <a:srgbClr val="596875"/>
                </a:solidFill>
                <a:latin typeface="Yu Gothic"/>
                <a:ea typeface="Yu Gothic"/>
                <a:cs typeface="Yu Gothic"/>
              </a:defRPr>
            </a:lvl6pPr>
            <a:lvl7pPr>
              <a:buNone/>
              <a:defRPr sz="1425" b="0">
                <a:solidFill>
                  <a:srgbClr val="596875"/>
                </a:solidFill>
                <a:latin typeface="Yu Gothic"/>
                <a:ea typeface="Yu Gothic"/>
                <a:cs typeface="Yu Gothic"/>
              </a:defRPr>
            </a:lvl7pPr>
            <a:lvl8pPr>
              <a:buNone/>
              <a:defRPr sz="1425" b="0">
                <a:solidFill>
                  <a:srgbClr val="596875"/>
                </a:solidFill>
                <a:latin typeface="Yu Gothic"/>
                <a:ea typeface="Yu Gothic"/>
                <a:cs typeface="Yu Gothic"/>
              </a:defRPr>
            </a:lvl8pPr>
            <a:lvl9pPr>
              <a:buNone/>
              <a:defRPr sz="1425" b="0">
                <a:solidFill>
                  <a:srgbClr val="596875"/>
                </a:solidFill>
                <a:latin typeface="Yu Gothic"/>
                <a:ea typeface="Yu Gothic"/>
                <a:cs typeface="Yu Gothic"/>
              </a:defRPr>
            </a:lvl9pPr>
          </a:lstStyle>
          <a:p>
            <a:pPr>
              <a:buNone/>
              <a:defRPr sz="1425" b="0">
                <a:solidFill>
                  <a:srgbClr val="596875"/>
                </a:solidFill>
                <a:latin typeface="Yu Gothic"/>
                <a:ea typeface="Yu Gothic"/>
                <a:cs typeface="Yu Gothic"/>
              </a:defRPr>
            </a:pPr>
            <a:r>
              <a:rPr lang="ja-JP" altLang="en-US" sz="1425" b="0">
                <a:solidFill>
                  <a:srgbClr val="596875"/>
                </a:solidFill>
                <a:latin typeface="Yu Gothic"/>
                <a:ea typeface="Yu Gothic"/>
                <a:cs typeface="Yu Gothic"/>
              </a:rPr>
              <a:t>木材及び木質材料学　新第</a:t>
            </a:r>
            <a:r>
              <a:rPr lang="en-US" altLang="ja-JP" sz="1425" b="0">
                <a:solidFill>
                  <a:srgbClr val="596875"/>
                </a:solidFill>
                <a:latin typeface="Yu Gothic"/>
                <a:ea typeface="Yu Gothic"/>
                <a:cs typeface="Yu Gothic"/>
              </a:rPr>
              <a:t>14</a:t>
            </a:r>
            <a:r>
              <a:rPr lang="ja-JP" altLang="en-US" sz="1425" b="0">
                <a:solidFill>
                  <a:srgbClr val="596875"/>
                </a:solidFill>
                <a:latin typeface="Yu Gothic"/>
                <a:ea typeface="Yu Gothic"/>
                <a:cs typeface="Yu Gothic"/>
              </a:rPr>
              <a:t>回　構造・燃焼</a:t>
            </a:r>
            <a:endParaRPr sz="1425" b="0">
              <a:solidFill>
                <a:srgbClr val="596875"/>
              </a:solidFill>
              <a:latin typeface="Yu Gothic"/>
              <a:ea typeface="Yu Gothic"/>
              <a:cs typeface="Yu Gothic"/>
            </a:endParaRPr>
          </a:p>
        </p:txBody>
      </p:sp>
      <p:sp>
        <p:nvSpPr>
          <p:cNvPr id="4" name="正方形/長方形 3">
            <a:extLst>
              <a:ext uri="{FF2B5EF4-FFF2-40B4-BE49-F238E27FC236}">
                <a16:creationId xmlns:a16="http://schemas.microsoft.com/office/drawing/2014/main" id="{8163B782-2BAE-4C3F-B1EA-BA0B3935817A}"/>
              </a:ext>
            </a:extLst>
          </p:cNvPr>
          <p:cNvSpPr>
            <a:spLocks noGrp="1"/>
          </p:cNvSpPr>
          <p:nvPr/>
        </p:nvSpPr>
        <p:spPr>
          <a:xfrm>
            <a:off x="10763250" y="6419850"/>
            <a:ext cx="742950" cy="257175"/>
          </a:xfrm>
          <a:prstGeom prst="rect">
            <a:avLst/>
          </a:prstGeom>
          <a:noFill/>
          <a:ln w="0">
            <a:noFill/>
          </a:ln>
        </p:spPr>
        <p:txBody>
          <a:bodyPr lIns="0" tIns="0" rIns="0" bIns="0" anchor="ctr">
            <a:noAutofit/>
          </a:bodyPr>
          <a:lstStyle>
            <a:defPPr>
              <a:defRPr sz="1425" b="0">
                <a:solidFill>
                  <a:srgbClr val="596875"/>
                </a:solidFill>
                <a:latin typeface="Yu Gothic"/>
                <a:ea typeface="Yu Gothic"/>
                <a:cs typeface="Yu Gothic"/>
              </a:defRPr>
            </a:defPPr>
            <a:lvl1pPr>
              <a:buNone/>
              <a:defRPr sz="1425" b="0">
                <a:solidFill>
                  <a:srgbClr val="596875"/>
                </a:solidFill>
                <a:latin typeface="Yu Gothic"/>
                <a:ea typeface="Yu Gothic"/>
                <a:cs typeface="Yu Gothic"/>
              </a:defRPr>
            </a:lvl1pPr>
            <a:lvl2pPr>
              <a:buNone/>
              <a:defRPr sz="1425" b="0">
                <a:solidFill>
                  <a:srgbClr val="596875"/>
                </a:solidFill>
                <a:latin typeface="Yu Gothic"/>
                <a:ea typeface="Yu Gothic"/>
                <a:cs typeface="Yu Gothic"/>
              </a:defRPr>
            </a:lvl2pPr>
            <a:lvl3pPr>
              <a:buNone/>
              <a:defRPr sz="1425" b="0">
                <a:solidFill>
                  <a:srgbClr val="596875"/>
                </a:solidFill>
                <a:latin typeface="Yu Gothic"/>
                <a:ea typeface="Yu Gothic"/>
                <a:cs typeface="Yu Gothic"/>
              </a:defRPr>
            </a:lvl3pPr>
            <a:lvl4pPr>
              <a:buNone/>
              <a:defRPr sz="1425" b="0">
                <a:solidFill>
                  <a:srgbClr val="596875"/>
                </a:solidFill>
                <a:latin typeface="Yu Gothic"/>
                <a:ea typeface="Yu Gothic"/>
                <a:cs typeface="Yu Gothic"/>
              </a:defRPr>
            </a:lvl4pPr>
            <a:lvl5pPr>
              <a:buNone/>
              <a:defRPr sz="1425" b="0">
                <a:solidFill>
                  <a:srgbClr val="596875"/>
                </a:solidFill>
                <a:latin typeface="Yu Gothic"/>
                <a:ea typeface="Yu Gothic"/>
                <a:cs typeface="Yu Gothic"/>
              </a:defRPr>
            </a:lvl5pPr>
            <a:lvl6pPr>
              <a:buNone/>
              <a:defRPr sz="1425" b="0">
                <a:solidFill>
                  <a:srgbClr val="596875"/>
                </a:solidFill>
                <a:latin typeface="Yu Gothic"/>
                <a:ea typeface="Yu Gothic"/>
                <a:cs typeface="Yu Gothic"/>
              </a:defRPr>
            </a:lvl6pPr>
            <a:lvl7pPr>
              <a:buNone/>
              <a:defRPr sz="1425" b="0">
                <a:solidFill>
                  <a:srgbClr val="596875"/>
                </a:solidFill>
                <a:latin typeface="Yu Gothic"/>
                <a:ea typeface="Yu Gothic"/>
                <a:cs typeface="Yu Gothic"/>
              </a:defRPr>
            </a:lvl7pPr>
            <a:lvl8pPr>
              <a:buNone/>
              <a:defRPr sz="1425" b="0">
                <a:solidFill>
                  <a:srgbClr val="596875"/>
                </a:solidFill>
                <a:latin typeface="Yu Gothic"/>
                <a:ea typeface="Yu Gothic"/>
                <a:cs typeface="Yu Gothic"/>
              </a:defRPr>
            </a:lvl8pPr>
            <a:lvl9pPr>
              <a:buNone/>
              <a:defRPr sz="1425" b="0">
                <a:solidFill>
                  <a:srgbClr val="596875"/>
                </a:solidFill>
                <a:latin typeface="Yu Gothic"/>
                <a:ea typeface="Yu Gothic"/>
                <a:cs typeface="Yu Gothic"/>
              </a:defRPr>
            </a:lvl9pPr>
          </a:lstStyle>
          <a:p>
            <a:pPr>
              <a:buNone/>
              <a:defRPr sz="1425" b="0">
                <a:solidFill>
                  <a:srgbClr val="596875"/>
                </a:solidFill>
                <a:latin typeface="Yu Gothic"/>
                <a:ea typeface="Yu Gothic"/>
                <a:cs typeface="Yu Gothic"/>
              </a:defRPr>
            </a:pPr>
            <a:r>
              <a:rPr lang="en-US" altLang="ja-JP" sz="1425" b="0">
                <a:solidFill>
                  <a:srgbClr val="596875"/>
                </a:solidFill>
                <a:latin typeface="Yu Gothic"/>
                <a:ea typeface="Yu Gothic"/>
                <a:cs typeface="Yu Gothic"/>
              </a:rPr>
              <a:t>30</a:t>
            </a:r>
            <a:endParaRPr sz="1425" b="0">
              <a:solidFill>
                <a:srgbClr val="596875"/>
              </a:solidFill>
              <a:latin typeface="Yu Gothic"/>
              <a:ea typeface="Yu Gothic"/>
              <a:cs typeface="Yu Gothic"/>
            </a:endParaRPr>
          </a:p>
        </p:txBody>
      </p:sp>
      <p:graphicFrame>
        <p:nvGraphicFramePr>
          <p:cNvPr id="5" name="表 4">
            <a:extLst>
              <a:ext uri="{FF2B5EF4-FFF2-40B4-BE49-F238E27FC236}">
                <a16:creationId xmlns:a16="http://schemas.microsoft.com/office/drawing/2014/main" id="{58B2BF73-FE2F-4DF3-9703-D0FB9183D960}"/>
              </a:ext>
            </a:extLst>
          </p:cNvPr>
          <p:cNvGraphicFramePr/>
          <p:nvPr/>
        </p:nvGraphicFramePr>
        <p:xfrm>
          <a:off x="838200" y="1685925"/>
          <a:ext cx="10477500" cy="3067050"/>
        </p:xfrm>
        <a:graphic>
          <a:graphicData uri="http://schemas.openxmlformats.org/drawingml/2006/table">
            <a:tbl>
              <a:tblPr/>
              <a:tblGrid>
                <a:gridCol w="3619500">
                  <a:extLst>
                    <a:ext uri="{9D8B030D-6E8A-4147-A177-3AD203B41FA5}">
                      <a16:colId xmlns:a16="http://schemas.microsoft.com/office/drawing/2014/main" val="20000"/>
                    </a:ext>
                  </a:extLst>
                </a:gridCol>
                <a:gridCol w="6858000">
                  <a:extLst>
                    <a:ext uri="{9D8B030D-6E8A-4147-A177-3AD203B41FA5}">
                      <a16:colId xmlns:a16="http://schemas.microsoft.com/office/drawing/2014/main" val="20001"/>
                    </a:ext>
                  </a:extLst>
                </a:gridCol>
              </a:tblGrid>
              <a:tr h="766763">
                <a:tc>
                  <a:txBody>
                    <a:bodyPr/>
                    <a:lstStyle/>
                    <a:p>
                      <a:r>
                        <a:rPr sz="1950" b="1">
                          <a:solidFill>
                            <a:srgbClr val="FFFFFF"/>
                          </a:solidFill>
                          <a:latin typeface="Yu Gothic"/>
                          <a:ea typeface="Yu Gothic"/>
                          <a:cs typeface="Yu Gothic"/>
                        </a:rPr>
                        <a:t>使う位置</a:t>
                      </a:r>
                    </a:p>
                  </a:txBody>
                  <a:tcPr>
                    <a:solidFill>
                      <a:srgbClr val="18364F"/>
                    </a:solidFill>
                  </a:tcPr>
                </a:tc>
                <a:tc>
                  <a:txBody>
                    <a:bodyPr/>
                    <a:lstStyle/>
                    <a:p>
                      <a:r>
                        <a:rPr sz="1950" b="1">
                          <a:solidFill>
                            <a:srgbClr val="FFFFFF"/>
                          </a:solidFill>
                          <a:latin typeface="Yu Gothic"/>
                          <a:ea typeface="Yu Gothic"/>
                          <a:cs typeface="Yu Gothic"/>
                        </a:rPr>
                        <a:t>火災時に見ること</a:t>
                      </a:r>
                    </a:p>
                  </a:txBody>
                  <a:tcPr>
                    <a:solidFill>
                      <a:srgbClr val="18364F"/>
                    </a:solidFill>
                  </a:tcPr>
                </a:tc>
                <a:extLst>
                  <a:ext uri="{0D108BD9-81ED-4DB2-BD59-A6C34878D82A}">
                    <a16:rowId xmlns:a16="http://schemas.microsoft.com/office/drawing/2014/main" val="10000"/>
                  </a:ext>
                </a:extLst>
              </a:tr>
              <a:tr h="766763">
                <a:tc>
                  <a:txBody>
                    <a:bodyPr/>
                    <a:lstStyle/>
                    <a:p>
                      <a:r>
                        <a:rPr sz="1950" b="0">
                          <a:solidFill>
                            <a:srgbClr val="253C4D"/>
                          </a:solidFill>
                          <a:latin typeface="Yu Gothic"/>
                          <a:ea typeface="Yu Gothic"/>
                          <a:cs typeface="Yu Gothic"/>
                        </a:rPr>
                        <a:t>内装・化粧／仕上げ材</a:t>
                      </a:r>
                    </a:p>
                  </a:txBody>
                  <a:tcPr>
                    <a:solidFill>
                      <a:srgbClr val="F1F5F7"/>
                    </a:solidFill>
                  </a:tcPr>
                </a:tc>
                <a:tc>
                  <a:txBody>
                    <a:bodyPr/>
                    <a:lstStyle/>
                    <a:p>
                      <a:r>
                        <a:rPr sz="1950" b="0">
                          <a:solidFill>
                            <a:srgbClr val="253C4D"/>
                          </a:solidFill>
                          <a:latin typeface="Yu Gothic"/>
                          <a:ea typeface="Yu Gothic"/>
                          <a:cs typeface="Yu Gothic"/>
                        </a:rPr>
                        <a:t>燃え広がり・発熱・煙／下地と組合せ</a:t>
                      </a:r>
                    </a:p>
                  </a:txBody>
                  <a:tcPr>
                    <a:solidFill>
                      <a:srgbClr val="F1F5F7"/>
                    </a:solidFill>
                  </a:tcPr>
                </a:tc>
                <a:extLst>
                  <a:ext uri="{0D108BD9-81ED-4DB2-BD59-A6C34878D82A}">
                    <a16:rowId xmlns:a16="http://schemas.microsoft.com/office/drawing/2014/main" val="10001"/>
                  </a:ext>
                </a:extLst>
              </a:tr>
              <a:tr h="766763">
                <a:tc>
                  <a:txBody>
                    <a:bodyPr/>
                    <a:lstStyle/>
                    <a:p>
                      <a:r>
                        <a:rPr sz="1950" b="0">
                          <a:solidFill>
                            <a:srgbClr val="253C4D"/>
                          </a:solidFill>
                          <a:latin typeface="Yu Gothic"/>
                          <a:ea typeface="Yu Gothic"/>
                          <a:cs typeface="Yu Gothic"/>
                        </a:rPr>
                        <a:t>外装</a:t>
                      </a:r>
                    </a:p>
                  </a:txBody>
                  <a:tcPr>
                    <a:solidFill>
                      <a:srgbClr val="FFFFFF"/>
                    </a:solidFill>
                  </a:tcPr>
                </a:tc>
                <a:tc>
                  <a:txBody>
                    <a:bodyPr/>
                    <a:lstStyle/>
                    <a:p>
                      <a:r>
                        <a:rPr sz="1950" b="0">
                          <a:solidFill>
                            <a:srgbClr val="253C4D"/>
                          </a:solidFill>
                          <a:latin typeface="Yu Gothic"/>
                          <a:ea typeface="Yu Gothic"/>
                          <a:cs typeface="Yu Gothic"/>
                        </a:rPr>
                        <a:t>外部の炎・開口・通気層などの延焼経路</a:t>
                      </a:r>
                    </a:p>
                  </a:txBody>
                  <a:tcPr>
                    <a:solidFill>
                      <a:srgbClr val="FFFFFF"/>
                    </a:solidFill>
                  </a:tcPr>
                </a:tc>
                <a:extLst>
                  <a:ext uri="{0D108BD9-81ED-4DB2-BD59-A6C34878D82A}">
                    <a16:rowId xmlns:a16="http://schemas.microsoft.com/office/drawing/2014/main" val="10002"/>
                  </a:ext>
                </a:extLst>
              </a:tr>
              <a:tr h="766763">
                <a:tc>
                  <a:txBody>
                    <a:bodyPr/>
                    <a:lstStyle/>
                    <a:p>
                      <a:r>
                        <a:rPr sz="1950" b="0">
                          <a:solidFill>
                            <a:srgbClr val="253C4D"/>
                          </a:solidFill>
                          <a:latin typeface="Yu Gothic"/>
                          <a:ea typeface="Yu Gothic"/>
                          <a:cs typeface="Yu Gothic"/>
                        </a:rPr>
                        <a:t>柱・梁・床などの構造材</a:t>
                      </a:r>
                    </a:p>
                  </a:txBody>
                  <a:tcPr>
                    <a:solidFill>
                      <a:srgbClr val="F1F5F7"/>
                    </a:solidFill>
                  </a:tcPr>
                </a:tc>
                <a:tc>
                  <a:txBody>
                    <a:bodyPr/>
                    <a:lstStyle/>
                    <a:p>
                      <a:r>
                        <a:rPr sz="1950" b="0">
                          <a:solidFill>
                            <a:srgbClr val="253C4D"/>
                          </a:solidFill>
                          <a:latin typeface="Yu Gothic"/>
                          <a:ea typeface="Yu Gothic"/>
                          <a:cs typeface="Yu Gothic"/>
                        </a:rPr>
                        <a:t>荷重支持・残存断面／被覆と接合</a:t>
                      </a:r>
                    </a:p>
                  </a:txBody>
                  <a:tcPr>
                    <a:solidFill>
                      <a:srgbClr val="F1F5F7"/>
                    </a:solidFill>
                  </a:tcPr>
                </a:tc>
                <a:extLst>
                  <a:ext uri="{0D108BD9-81ED-4DB2-BD59-A6C34878D82A}">
                    <a16:rowId xmlns:a16="http://schemas.microsoft.com/office/drawing/2014/main" val="10003"/>
                  </a:ext>
                </a:extLst>
              </a:tr>
            </a:tbl>
          </a:graphicData>
        </a:graphic>
      </p:graphicFrame>
      <p:sp>
        <p:nvSpPr>
          <p:cNvPr id="6" name="正方形/長方形 5">
            <a:extLst>
              <a:ext uri="{FF2B5EF4-FFF2-40B4-BE49-F238E27FC236}">
                <a16:creationId xmlns:a16="http://schemas.microsoft.com/office/drawing/2014/main" id="{506DE86B-F110-4BC6-B337-0FF867B89D13}"/>
              </a:ext>
            </a:extLst>
          </p:cNvPr>
          <p:cNvSpPr>
            <a:spLocks noGrp="1"/>
          </p:cNvSpPr>
          <p:nvPr/>
        </p:nvSpPr>
        <p:spPr>
          <a:xfrm>
            <a:off x="838200" y="5133975"/>
            <a:ext cx="10477500" cy="581025"/>
          </a:xfrm>
          <a:prstGeom prst="rect">
            <a:avLst/>
          </a:prstGeom>
          <a:noFill/>
          <a:ln w="0">
            <a:noFill/>
          </a:ln>
        </p:spPr>
        <p:txBody>
          <a:bodyPr lIns="0" tIns="0" rIns="0" bIns="0" anchor="ctr">
            <a:noAutofit/>
          </a:bodyPr>
          <a:lstStyle>
            <a:defPPr>
              <a:defRPr sz="2175" b="1">
                <a:solidFill>
                  <a:srgbClr val="2876A8"/>
                </a:solidFill>
                <a:latin typeface="Yu Gothic"/>
                <a:ea typeface="Yu Gothic"/>
                <a:cs typeface="Yu Gothic"/>
              </a:defRPr>
            </a:defPPr>
            <a:lvl1pPr>
              <a:buNone/>
              <a:defRPr sz="2175" b="1">
                <a:solidFill>
                  <a:srgbClr val="2876A8"/>
                </a:solidFill>
                <a:latin typeface="Yu Gothic"/>
                <a:ea typeface="Yu Gothic"/>
                <a:cs typeface="Yu Gothic"/>
              </a:defRPr>
            </a:lvl1pPr>
            <a:lvl2pPr>
              <a:buNone/>
              <a:defRPr sz="2175" b="1">
                <a:solidFill>
                  <a:srgbClr val="2876A8"/>
                </a:solidFill>
                <a:latin typeface="Yu Gothic"/>
                <a:ea typeface="Yu Gothic"/>
                <a:cs typeface="Yu Gothic"/>
              </a:defRPr>
            </a:lvl2pPr>
            <a:lvl3pPr>
              <a:buNone/>
              <a:defRPr sz="2175" b="1">
                <a:solidFill>
                  <a:srgbClr val="2876A8"/>
                </a:solidFill>
                <a:latin typeface="Yu Gothic"/>
                <a:ea typeface="Yu Gothic"/>
                <a:cs typeface="Yu Gothic"/>
              </a:defRPr>
            </a:lvl3pPr>
            <a:lvl4pPr>
              <a:buNone/>
              <a:defRPr sz="2175" b="1">
                <a:solidFill>
                  <a:srgbClr val="2876A8"/>
                </a:solidFill>
                <a:latin typeface="Yu Gothic"/>
                <a:ea typeface="Yu Gothic"/>
                <a:cs typeface="Yu Gothic"/>
              </a:defRPr>
            </a:lvl4pPr>
            <a:lvl5pPr>
              <a:buNone/>
              <a:defRPr sz="2175" b="1">
                <a:solidFill>
                  <a:srgbClr val="2876A8"/>
                </a:solidFill>
                <a:latin typeface="Yu Gothic"/>
                <a:ea typeface="Yu Gothic"/>
                <a:cs typeface="Yu Gothic"/>
              </a:defRPr>
            </a:lvl5pPr>
            <a:lvl6pPr>
              <a:buNone/>
              <a:defRPr sz="2175" b="1">
                <a:solidFill>
                  <a:srgbClr val="2876A8"/>
                </a:solidFill>
                <a:latin typeface="Yu Gothic"/>
                <a:ea typeface="Yu Gothic"/>
                <a:cs typeface="Yu Gothic"/>
              </a:defRPr>
            </a:lvl6pPr>
            <a:lvl7pPr>
              <a:buNone/>
              <a:defRPr sz="2175" b="1">
                <a:solidFill>
                  <a:srgbClr val="2876A8"/>
                </a:solidFill>
                <a:latin typeface="Yu Gothic"/>
                <a:ea typeface="Yu Gothic"/>
                <a:cs typeface="Yu Gothic"/>
              </a:defRPr>
            </a:lvl7pPr>
            <a:lvl8pPr>
              <a:buNone/>
              <a:defRPr sz="2175" b="1">
                <a:solidFill>
                  <a:srgbClr val="2876A8"/>
                </a:solidFill>
                <a:latin typeface="Yu Gothic"/>
                <a:ea typeface="Yu Gothic"/>
                <a:cs typeface="Yu Gothic"/>
              </a:defRPr>
            </a:lvl8pPr>
            <a:lvl9pPr>
              <a:buNone/>
              <a:defRPr sz="2175" b="1">
                <a:solidFill>
                  <a:srgbClr val="2876A8"/>
                </a:solidFill>
                <a:latin typeface="Yu Gothic"/>
                <a:ea typeface="Yu Gothic"/>
                <a:cs typeface="Yu Gothic"/>
              </a:defRPr>
            </a:lvl9pPr>
          </a:lstStyle>
          <a:p>
            <a:pPr>
              <a:buNone/>
              <a:defRPr sz="2175" b="1">
                <a:solidFill>
                  <a:srgbClr val="2876A8"/>
                </a:solidFill>
                <a:latin typeface="Yu Gothic"/>
                <a:ea typeface="Yu Gothic"/>
                <a:cs typeface="Yu Gothic"/>
              </a:defRPr>
            </a:pPr>
            <a:r>
              <a:rPr sz="2175" b="1">
                <a:solidFill>
                  <a:srgbClr val="2876A8"/>
                </a:solidFill>
                <a:latin typeface="Yu Gothic"/>
                <a:ea typeface="Yu Gothic"/>
                <a:cs typeface="Yu Gothic"/>
              </a:rPr>
              <a:t>材料の着火性／燃え広がり／部位の耐火性能を分ける</a:t>
            </a:r>
          </a:p>
        </p:txBody>
      </p:sp>
      <p:sp>
        <p:nvSpPr>
          <p:cNvPr id="7" name="正方形/長方形 6">
            <a:extLst>
              <a:ext uri="{FF2B5EF4-FFF2-40B4-BE49-F238E27FC236}">
                <a16:creationId xmlns:a16="http://schemas.microsoft.com/office/drawing/2014/main" id="{83B9C28C-B45D-41BC-A5F3-65E32EC70B48}"/>
              </a:ext>
            </a:extLst>
          </p:cNvPr>
          <p:cNvSpPr>
            <a:spLocks noGrp="1"/>
          </p:cNvSpPr>
          <p:nvPr/>
        </p:nvSpPr>
        <p:spPr>
          <a:xfrm>
            <a:off x="838200" y="5867400"/>
            <a:ext cx="10477500" cy="400050"/>
          </a:xfrm>
          <a:prstGeom prst="rect">
            <a:avLst/>
          </a:prstGeom>
          <a:noFill/>
          <a:ln w="0">
            <a:noFill/>
          </a:ln>
        </p:spPr>
        <p:txBody>
          <a:bodyPr lIns="0" tIns="0" rIns="0" bIns="0" anchor="ctr">
            <a:noAutofit/>
          </a:bodyPr>
          <a:lstStyle>
            <a:defPPr>
              <a:defRPr sz="1425" b="1">
                <a:solidFill>
                  <a:srgbClr val="087E8B"/>
                </a:solidFill>
                <a:latin typeface="Yu Gothic"/>
                <a:ea typeface="Yu Gothic"/>
                <a:cs typeface="Yu Gothic"/>
              </a:defRPr>
            </a:defPPr>
            <a:lvl1pPr>
              <a:buNone/>
              <a:defRPr sz="1425" b="1">
                <a:solidFill>
                  <a:srgbClr val="087E8B"/>
                </a:solidFill>
                <a:latin typeface="Yu Gothic"/>
                <a:ea typeface="Yu Gothic"/>
                <a:cs typeface="Yu Gothic"/>
              </a:defRPr>
            </a:lvl1pPr>
            <a:lvl2pPr>
              <a:buNone/>
              <a:defRPr sz="1425" b="1">
                <a:solidFill>
                  <a:srgbClr val="087E8B"/>
                </a:solidFill>
                <a:latin typeface="Yu Gothic"/>
                <a:ea typeface="Yu Gothic"/>
                <a:cs typeface="Yu Gothic"/>
              </a:defRPr>
            </a:lvl2pPr>
            <a:lvl3pPr>
              <a:buNone/>
              <a:defRPr sz="1425" b="1">
                <a:solidFill>
                  <a:srgbClr val="087E8B"/>
                </a:solidFill>
                <a:latin typeface="Yu Gothic"/>
                <a:ea typeface="Yu Gothic"/>
                <a:cs typeface="Yu Gothic"/>
              </a:defRPr>
            </a:lvl3pPr>
            <a:lvl4pPr>
              <a:buNone/>
              <a:defRPr sz="1425" b="1">
                <a:solidFill>
                  <a:srgbClr val="087E8B"/>
                </a:solidFill>
                <a:latin typeface="Yu Gothic"/>
                <a:ea typeface="Yu Gothic"/>
                <a:cs typeface="Yu Gothic"/>
              </a:defRPr>
            </a:lvl4pPr>
            <a:lvl5pPr>
              <a:buNone/>
              <a:defRPr sz="1425" b="1">
                <a:solidFill>
                  <a:srgbClr val="087E8B"/>
                </a:solidFill>
                <a:latin typeface="Yu Gothic"/>
                <a:ea typeface="Yu Gothic"/>
                <a:cs typeface="Yu Gothic"/>
              </a:defRPr>
            </a:lvl5pPr>
            <a:lvl6pPr>
              <a:buNone/>
              <a:defRPr sz="1425" b="1">
                <a:solidFill>
                  <a:srgbClr val="087E8B"/>
                </a:solidFill>
                <a:latin typeface="Yu Gothic"/>
                <a:ea typeface="Yu Gothic"/>
                <a:cs typeface="Yu Gothic"/>
              </a:defRPr>
            </a:lvl6pPr>
            <a:lvl7pPr>
              <a:buNone/>
              <a:defRPr sz="1425" b="1">
                <a:solidFill>
                  <a:srgbClr val="087E8B"/>
                </a:solidFill>
                <a:latin typeface="Yu Gothic"/>
                <a:ea typeface="Yu Gothic"/>
                <a:cs typeface="Yu Gothic"/>
              </a:defRPr>
            </a:lvl7pPr>
            <a:lvl8pPr>
              <a:buNone/>
              <a:defRPr sz="1425" b="1">
                <a:solidFill>
                  <a:srgbClr val="087E8B"/>
                </a:solidFill>
                <a:latin typeface="Yu Gothic"/>
                <a:ea typeface="Yu Gothic"/>
                <a:cs typeface="Yu Gothic"/>
              </a:defRPr>
            </a:lvl8pPr>
            <a:lvl9pPr>
              <a:buNone/>
              <a:defRPr sz="1425" b="1">
                <a:solidFill>
                  <a:srgbClr val="087E8B"/>
                </a:solidFill>
                <a:latin typeface="Yu Gothic"/>
                <a:ea typeface="Yu Gothic"/>
                <a:cs typeface="Yu Gothic"/>
              </a:defRPr>
            </a:lvl9pPr>
          </a:lstStyle>
          <a:p>
            <a:pPr>
              <a:buNone/>
              <a:defRPr sz="1425" b="1">
                <a:solidFill>
                  <a:srgbClr val="087E8B"/>
                </a:solidFill>
                <a:latin typeface="Yu Gothic"/>
                <a:ea typeface="Yu Gothic"/>
                <a:cs typeface="Yu Gothic"/>
              </a:defRPr>
            </a:pPr>
            <a:r>
              <a:rPr sz="1425" b="1">
                <a:solidFill>
                  <a:srgbClr val="087E8B"/>
                </a:solidFill>
                <a:latin typeface="Yu Gothic"/>
                <a:ea typeface="Yu Gothic"/>
                <a:cs typeface="Yu Gothic"/>
              </a:rPr>
              <a:t>同じ木質材料でも、表面・下地・空隙・接合・荷重で評価する点が違う。</a:t>
            </a:r>
          </a:p>
        </p:txBody>
      </p:sp>
    </p:spTree>
    <p:extLst>
      <p:ext uri="{BB962C8B-B14F-4D97-AF65-F5344CB8AC3E}">
        <p14:creationId xmlns:p14="http://schemas.microsoft.com/office/powerpoint/2010/main" val="403776891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正方形/長方形 8">
            <a:extLst>
              <a:ext uri="{FF2B5EF4-FFF2-40B4-BE49-F238E27FC236}">
                <a16:creationId xmlns:a16="http://schemas.microsoft.com/office/drawing/2014/main" id="{890A668D-F6A8-424E-A816-0B17310B23A2}"/>
              </a:ext>
            </a:extLst>
          </p:cNvPr>
          <p:cNvSpPr>
            <a:spLocks noGrp="1"/>
          </p:cNvSpPr>
          <p:nvPr/>
        </p:nvSpPr>
        <p:spPr>
          <a:xfrm>
            <a:off x="685800" y="342900"/>
            <a:ext cx="10820400" cy="666750"/>
          </a:xfrm>
          <a:prstGeom prst="rect">
            <a:avLst/>
          </a:prstGeom>
          <a:noFill/>
          <a:ln w="0">
            <a:noFill/>
          </a:ln>
        </p:spPr>
        <p:txBody>
          <a:bodyPr lIns="0" tIns="0" rIns="0" bIns="0" anchor="ctr">
            <a:noAutofit/>
          </a:bodyPr>
          <a:lstStyle>
            <a:defPPr>
              <a:defRPr sz="3000" b="1">
                <a:solidFill>
                  <a:srgbClr val="18364F"/>
                </a:solidFill>
                <a:latin typeface="Yu Gothic"/>
                <a:ea typeface="Yu Gothic"/>
                <a:cs typeface="Yu Gothic"/>
              </a:defRPr>
            </a:defPPr>
            <a:lvl1pPr>
              <a:buNone/>
              <a:defRPr sz="3000" b="1">
                <a:solidFill>
                  <a:srgbClr val="18364F"/>
                </a:solidFill>
                <a:latin typeface="Yu Gothic"/>
                <a:ea typeface="Yu Gothic"/>
                <a:cs typeface="Yu Gothic"/>
              </a:defRPr>
            </a:lvl1pPr>
            <a:lvl2pPr>
              <a:buNone/>
              <a:defRPr sz="3000" b="1">
                <a:solidFill>
                  <a:srgbClr val="18364F"/>
                </a:solidFill>
                <a:latin typeface="Yu Gothic"/>
                <a:ea typeface="Yu Gothic"/>
                <a:cs typeface="Yu Gothic"/>
              </a:defRPr>
            </a:lvl2pPr>
            <a:lvl3pPr>
              <a:buNone/>
              <a:defRPr sz="3000" b="1">
                <a:solidFill>
                  <a:srgbClr val="18364F"/>
                </a:solidFill>
                <a:latin typeface="Yu Gothic"/>
                <a:ea typeface="Yu Gothic"/>
                <a:cs typeface="Yu Gothic"/>
              </a:defRPr>
            </a:lvl3pPr>
            <a:lvl4pPr>
              <a:buNone/>
              <a:defRPr sz="3000" b="1">
                <a:solidFill>
                  <a:srgbClr val="18364F"/>
                </a:solidFill>
                <a:latin typeface="Yu Gothic"/>
                <a:ea typeface="Yu Gothic"/>
                <a:cs typeface="Yu Gothic"/>
              </a:defRPr>
            </a:lvl4pPr>
            <a:lvl5pPr>
              <a:buNone/>
              <a:defRPr sz="3000" b="1">
                <a:solidFill>
                  <a:srgbClr val="18364F"/>
                </a:solidFill>
                <a:latin typeface="Yu Gothic"/>
                <a:ea typeface="Yu Gothic"/>
                <a:cs typeface="Yu Gothic"/>
              </a:defRPr>
            </a:lvl5pPr>
            <a:lvl6pPr>
              <a:buNone/>
              <a:defRPr sz="3000" b="1">
                <a:solidFill>
                  <a:srgbClr val="18364F"/>
                </a:solidFill>
                <a:latin typeface="Yu Gothic"/>
                <a:ea typeface="Yu Gothic"/>
                <a:cs typeface="Yu Gothic"/>
              </a:defRPr>
            </a:lvl6pPr>
            <a:lvl7pPr>
              <a:buNone/>
              <a:defRPr sz="3000" b="1">
                <a:solidFill>
                  <a:srgbClr val="18364F"/>
                </a:solidFill>
                <a:latin typeface="Yu Gothic"/>
                <a:ea typeface="Yu Gothic"/>
                <a:cs typeface="Yu Gothic"/>
              </a:defRPr>
            </a:lvl7pPr>
            <a:lvl8pPr>
              <a:buNone/>
              <a:defRPr sz="3000" b="1">
                <a:solidFill>
                  <a:srgbClr val="18364F"/>
                </a:solidFill>
                <a:latin typeface="Yu Gothic"/>
                <a:ea typeface="Yu Gothic"/>
                <a:cs typeface="Yu Gothic"/>
              </a:defRPr>
            </a:lvl8pPr>
            <a:lvl9pPr>
              <a:buNone/>
              <a:defRPr sz="3000" b="1">
                <a:solidFill>
                  <a:srgbClr val="18364F"/>
                </a:solidFill>
                <a:latin typeface="Yu Gothic"/>
                <a:ea typeface="Yu Gothic"/>
                <a:cs typeface="Yu Gothic"/>
              </a:defRPr>
            </a:lvl9pPr>
          </a:lstStyle>
          <a:p>
            <a:pPr>
              <a:buNone/>
              <a:defRPr sz="3000" b="1">
                <a:solidFill>
                  <a:srgbClr val="18364F"/>
                </a:solidFill>
                <a:latin typeface="Yu Gothic"/>
                <a:ea typeface="Yu Gothic"/>
                <a:cs typeface="Yu Gothic"/>
              </a:defRPr>
            </a:pPr>
            <a:r>
              <a:rPr sz="3000" b="1">
                <a:solidFill>
                  <a:srgbClr val="18364F"/>
                </a:solidFill>
                <a:latin typeface="Yu Gothic"/>
                <a:ea typeface="Yu Gothic"/>
                <a:cs typeface="Yu Gothic"/>
              </a:rPr>
              <a:t>燃焼トピック⑤ 薪・木炭・薪炭材</a:t>
            </a:r>
          </a:p>
        </p:txBody>
      </p:sp>
      <p:sp>
        <p:nvSpPr>
          <p:cNvPr id="2" name="正方形/長方形 1">
            <a:extLst>
              <a:ext uri="{FF2B5EF4-FFF2-40B4-BE49-F238E27FC236}">
                <a16:creationId xmlns:a16="http://schemas.microsoft.com/office/drawing/2014/main" id="{2C6DEFBA-DB5E-484E-862D-A1CB0472D485}"/>
              </a:ext>
            </a:extLst>
          </p:cNvPr>
          <p:cNvSpPr>
            <a:spLocks noGrp="1"/>
          </p:cNvSpPr>
          <p:nvPr/>
        </p:nvSpPr>
        <p:spPr>
          <a:xfrm>
            <a:off x="685800" y="1181100"/>
            <a:ext cx="10820400" cy="19050"/>
          </a:xfrm>
          <a:prstGeom prst="rect">
            <a:avLst/>
          </a:prstGeom>
          <a:solidFill>
            <a:srgbClr val="18364F"/>
          </a:solidFill>
          <a:ln w="0">
            <a:noFill/>
          </a:ln>
        </p:spPr>
      </p:sp>
      <p:sp>
        <p:nvSpPr>
          <p:cNvPr id="3" name="正方形/長方形 2">
            <a:extLst>
              <a:ext uri="{FF2B5EF4-FFF2-40B4-BE49-F238E27FC236}">
                <a16:creationId xmlns:a16="http://schemas.microsoft.com/office/drawing/2014/main" id="{9AF4A9A2-D6CE-4910-8528-209787CAE132}"/>
              </a:ext>
            </a:extLst>
          </p:cNvPr>
          <p:cNvSpPr>
            <a:spLocks noGrp="1"/>
          </p:cNvSpPr>
          <p:nvPr/>
        </p:nvSpPr>
        <p:spPr>
          <a:xfrm>
            <a:off x="685800" y="6419850"/>
            <a:ext cx="9334500" cy="257175"/>
          </a:xfrm>
          <a:prstGeom prst="rect">
            <a:avLst/>
          </a:prstGeom>
          <a:noFill/>
          <a:ln w="0">
            <a:noFill/>
          </a:ln>
        </p:spPr>
        <p:txBody>
          <a:bodyPr lIns="0" tIns="0" rIns="0" bIns="0" anchor="ctr">
            <a:noAutofit/>
          </a:bodyPr>
          <a:lstStyle>
            <a:defPPr>
              <a:defRPr sz="1425" b="0">
                <a:solidFill>
                  <a:srgbClr val="596875"/>
                </a:solidFill>
                <a:latin typeface="Yu Gothic"/>
                <a:ea typeface="Yu Gothic"/>
                <a:cs typeface="Yu Gothic"/>
              </a:defRPr>
            </a:defPPr>
            <a:lvl1pPr>
              <a:buNone/>
              <a:defRPr sz="1425" b="0">
                <a:solidFill>
                  <a:srgbClr val="596875"/>
                </a:solidFill>
                <a:latin typeface="Yu Gothic"/>
                <a:ea typeface="Yu Gothic"/>
                <a:cs typeface="Yu Gothic"/>
              </a:defRPr>
            </a:lvl1pPr>
            <a:lvl2pPr>
              <a:buNone/>
              <a:defRPr sz="1425" b="0">
                <a:solidFill>
                  <a:srgbClr val="596875"/>
                </a:solidFill>
                <a:latin typeface="Yu Gothic"/>
                <a:ea typeface="Yu Gothic"/>
                <a:cs typeface="Yu Gothic"/>
              </a:defRPr>
            </a:lvl2pPr>
            <a:lvl3pPr>
              <a:buNone/>
              <a:defRPr sz="1425" b="0">
                <a:solidFill>
                  <a:srgbClr val="596875"/>
                </a:solidFill>
                <a:latin typeface="Yu Gothic"/>
                <a:ea typeface="Yu Gothic"/>
                <a:cs typeface="Yu Gothic"/>
              </a:defRPr>
            </a:lvl3pPr>
            <a:lvl4pPr>
              <a:buNone/>
              <a:defRPr sz="1425" b="0">
                <a:solidFill>
                  <a:srgbClr val="596875"/>
                </a:solidFill>
                <a:latin typeface="Yu Gothic"/>
                <a:ea typeface="Yu Gothic"/>
                <a:cs typeface="Yu Gothic"/>
              </a:defRPr>
            </a:lvl4pPr>
            <a:lvl5pPr>
              <a:buNone/>
              <a:defRPr sz="1425" b="0">
                <a:solidFill>
                  <a:srgbClr val="596875"/>
                </a:solidFill>
                <a:latin typeface="Yu Gothic"/>
                <a:ea typeface="Yu Gothic"/>
                <a:cs typeface="Yu Gothic"/>
              </a:defRPr>
            </a:lvl5pPr>
            <a:lvl6pPr>
              <a:buNone/>
              <a:defRPr sz="1425" b="0">
                <a:solidFill>
                  <a:srgbClr val="596875"/>
                </a:solidFill>
                <a:latin typeface="Yu Gothic"/>
                <a:ea typeface="Yu Gothic"/>
                <a:cs typeface="Yu Gothic"/>
              </a:defRPr>
            </a:lvl6pPr>
            <a:lvl7pPr>
              <a:buNone/>
              <a:defRPr sz="1425" b="0">
                <a:solidFill>
                  <a:srgbClr val="596875"/>
                </a:solidFill>
                <a:latin typeface="Yu Gothic"/>
                <a:ea typeface="Yu Gothic"/>
                <a:cs typeface="Yu Gothic"/>
              </a:defRPr>
            </a:lvl7pPr>
            <a:lvl8pPr>
              <a:buNone/>
              <a:defRPr sz="1425" b="0">
                <a:solidFill>
                  <a:srgbClr val="596875"/>
                </a:solidFill>
                <a:latin typeface="Yu Gothic"/>
                <a:ea typeface="Yu Gothic"/>
                <a:cs typeface="Yu Gothic"/>
              </a:defRPr>
            </a:lvl8pPr>
            <a:lvl9pPr>
              <a:buNone/>
              <a:defRPr sz="1425" b="0">
                <a:solidFill>
                  <a:srgbClr val="596875"/>
                </a:solidFill>
                <a:latin typeface="Yu Gothic"/>
                <a:ea typeface="Yu Gothic"/>
                <a:cs typeface="Yu Gothic"/>
              </a:defRPr>
            </a:lvl9pPr>
          </a:lstStyle>
          <a:p>
            <a:pPr>
              <a:buNone/>
              <a:defRPr sz="1425" b="0">
                <a:solidFill>
                  <a:srgbClr val="596875"/>
                </a:solidFill>
                <a:latin typeface="Yu Gothic"/>
                <a:ea typeface="Yu Gothic"/>
                <a:cs typeface="Yu Gothic"/>
              </a:defRPr>
            </a:pPr>
            <a:r>
              <a:rPr lang="ja-JP" altLang="en-US" sz="1425" b="0">
                <a:solidFill>
                  <a:srgbClr val="596875"/>
                </a:solidFill>
                <a:latin typeface="Yu Gothic"/>
                <a:ea typeface="Yu Gothic"/>
                <a:cs typeface="Yu Gothic"/>
              </a:rPr>
              <a:t>木材及び木質材料学　新第</a:t>
            </a:r>
            <a:r>
              <a:rPr lang="en-US" altLang="ja-JP" sz="1425" b="0">
                <a:solidFill>
                  <a:srgbClr val="596875"/>
                </a:solidFill>
                <a:latin typeface="Yu Gothic"/>
                <a:ea typeface="Yu Gothic"/>
                <a:cs typeface="Yu Gothic"/>
              </a:rPr>
              <a:t>14</a:t>
            </a:r>
            <a:r>
              <a:rPr lang="ja-JP" altLang="en-US" sz="1425" b="0">
                <a:solidFill>
                  <a:srgbClr val="596875"/>
                </a:solidFill>
                <a:latin typeface="Yu Gothic"/>
                <a:ea typeface="Yu Gothic"/>
                <a:cs typeface="Yu Gothic"/>
              </a:rPr>
              <a:t>回　構造・燃焼</a:t>
            </a:r>
            <a:endParaRPr sz="1425" b="0">
              <a:solidFill>
                <a:srgbClr val="596875"/>
              </a:solidFill>
              <a:latin typeface="Yu Gothic"/>
              <a:ea typeface="Yu Gothic"/>
              <a:cs typeface="Yu Gothic"/>
            </a:endParaRPr>
          </a:p>
        </p:txBody>
      </p:sp>
      <p:sp>
        <p:nvSpPr>
          <p:cNvPr id="4" name="正方形/長方形 3">
            <a:extLst>
              <a:ext uri="{FF2B5EF4-FFF2-40B4-BE49-F238E27FC236}">
                <a16:creationId xmlns:a16="http://schemas.microsoft.com/office/drawing/2014/main" id="{AD93CEC1-C121-476A-A0AE-86824107F9FE}"/>
              </a:ext>
            </a:extLst>
          </p:cNvPr>
          <p:cNvSpPr>
            <a:spLocks noGrp="1"/>
          </p:cNvSpPr>
          <p:nvPr/>
        </p:nvSpPr>
        <p:spPr>
          <a:xfrm>
            <a:off x="10763250" y="6419850"/>
            <a:ext cx="742950" cy="257175"/>
          </a:xfrm>
          <a:prstGeom prst="rect">
            <a:avLst/>
          </a:prstGeom>
          <a:noFill/>
          <a:ln w="0">
            <a:noFill/>
          </a:ln>
        </p:spPr>
        <p:txBody>
          <a:bodyPr lIns="0" tIns="0" rIns="0" bIns="0" anchor="ctr">
            <a:noAutofit/>
          </a:bodyPr>
          <a:lstStyle>
            <a:defPPr>
              <a:defRPr sz="1425" b="0">
                <a:solidFill>
                  <a:srgbClr val="596875"/>
                </a:solidFill>
                <a:latin typeface="Yu Gothic"/>
                <a:ea typeface="Yu Gothic"/>
                <a:cs typeface="Yu Gothic"/>
              </a:defRPr>
            </a:defPPr>
            <a:lvl1pPr>
              <a:buNone/>
              <a:defRPr sz="1425" b="0">
                <a:solidFill>
                  <a:srgbClr val="596875"/>
                </a:solidFill>
                <a:latin typeface="Yu Gothic"/>
                <a:ea typeface="Yu Gothic"/>
                <a:cs typeface="Yu Gothic"/>
              </a:defRPr>
            </a:lvl1pPr>
            <a:lvl2pPr>
              <a:buNone/>
              <a:defRPr sz="1425" b="0">
                <a:solidFill>
                  <a:srgbClr val="596875"/>
                </a:solidFill>
                <a:latin typeface="Yu Gothic"/>
                <a:ea typeface="Yu Gothic"/>
                <a:cs typeface="Yu Gothic"/>
              </a:defRPr>
            </a:lvl2pPr>
            <a:lvl3pPr>
              <a:buNone/>
              <a:defRPr sz="1425" b="0">
                <a:solidFill>
                  <a:srgbClr val="596875"/>
                </a:solidFill>
                <a:latin typeface="Yu Gothic"/>
                <a:ea typeface="Yu Gothic"/>
                <a:cs typeface="Yu Gothic"/>
              </a:defRPr>
            </a:lvl3pPr>
            <a:lvl4pPr>
              <a:buNone/>
              <a:defRPr sz="1425" b="0">
                <a:solidFill>
                  <a:srgbClr val="596875"/>
                </a:solidFill>
                <a:latin typeface="Yu Gothic"/>
                <a:ea typeface="Yu Gothic"/>
                <a:cs typeface="Yu Gothic"/>
              </a:defRPr>
            </a:lvl4pPr>
            <a:lvl5pPr>
              <a:buNone/>
              <a:defRPr sz="1425" b="0">
                <a:solidFill>
                  <a:srgbClr val="596875"/>
                </a:solidFill>
                <a:latin typeface="Yu Gothic"/>
                <a:ea typeface="Yu Gothic"/>
                <a:cs typeface="Yu Gothic"/>
              </a:defRPr>
            </a:lvl5pPr>
            <a:lvl6pPr>
              <a:buNone/>
              <a:defRPr sz="1425" b="0">
                <a:solidFill>
                  <a:srgbClr val="596875"/>
                </a:solidFill>
                <a:latin typeface="Yu Gothic"/>
                <a:ea typeface="Yu Gothic"/>
                <a:cs typeface="Yu Gothic"/>
              </a:defRPr>
            </a:lvl6pPr>
            <a:lvl7pPr>
              <a:buNone/>
              <a:defRPr sz="1425" b="0">
                <a:solidFill>
                  <a:srgbClr val="596875"/>
                </a:solidFill>
                <a:latin typeface="Yu Gothic"/>
                <a:ea typeface="Yu Gothic"/>
                <a:cs typeface="Yu Gothic"/>
              </a:defRPr>
            </a:lvl7pPr>
            <a:lvl8pPr>
              <a:buNone/>
              <a:defRPr sz="1425" b="0">
                <a:solidFill>
                  <a:srgbClr val="596875"/>
                </a:solidFill>
                <a:latin typeface="Yu Gothic"/>
                <a:ea typeface="Yu Gothic"/>
                <a:cs typeface="Yu Gothic"/>
              </a:defRPr>
            </a:lvl8pPr>
            <a:lvl9pPr>
              <a:buNone/>
              <a:defRPr sz="1425" b="0">
                <a:solidFill>
                  <a:srgbClr val="596875"/>
                </a:solidFill>
                <a:latin typeface="Yu Gothic"/>
                <a:ea typeface="Yu Gothic"/>
                <a:cs typeface="Yu Gothic"/>
              </a:defRPr>
            </a:lvl9pPr>
          </a:lstStyle>
          <a:p>
            <a:pPr>
              <a:buNone/>
              <a:defRPr sz="1425" b="0">
                <a:solidFill>
                  <a:srgbClr val="596875"/>
                </a:solidFill>
                <a:latin typeface="Yu Gothic"/>
                <a:ea typeface="Yu Gothic"/>
                <a:cs typeface="Yu Gothic"/>
              </a:defRPr>
            </a:pPr>
            <a:r>
              <a:rPr lang="en-US" altLang="ja-JP" sz="1425" b="0">
                <a:solidFill>
                  <a:srgbClr val="596875"/>
                </a:solidFill>
                <a:latin typeface="Yu Gothic"/>
                <a:ea typeface="Yu Gothic"/>
                <a:cs typeface="Yu Gothic"/>
              </a:rPr>
              <a:t>31</a:t>
            </a:r>
            <a:endParaRPr sz="1425" b="0">
              <a:solidFill>
                <a:srgbClr val="596875"/>
              </a:solidFill>
              <a:latin typeface="Yu Gothic"/>
              <a:ea typeface="Yu Gothic"/>
              <a:cs typeface="Yu Gothic"/>
            </a:endParaRPr>
          </a:p>
        </p:txBody>
      </p:sp>
      <p:graphicFrame>
        <p:nvGraphicFramePr>
          <p:cNvPr id="5" name="表 4">
            <a:extLst>
              <a:ext uri="{FF2B5EF4-FFF2-40B4-BE49-F238E27FC236}">
                <a16:creationId xmlns:a16="http://schemas.microsoft.com/office/drawing/2014/main" id="{F43F11D0-84E6-4319-B0D0-B919AAC95932}"/>
              </a:ext>
            </a:extLst>
          </p:cNvPr>
          <p:cNvGraphicFramePr/>
          <p:nvPr/>
        </p:nvGraphicFramePr>
        <p:xfrm>
          <a:off x="838200" y="1733550"/>
          <a:ext cx="10477500" cy="2495550"/>
        </p:xfrm>
        <a:graphic>
          <a:graphicData uri="http://schemas.openxmlformats.org/drawingml/2006/table">
            <a:tbl>
              <a:tblPr/>
              <a:tblGrid>
                <a:gridCol w="2190750">
                  <a:extLst>
                    <a:ext uri="{9D8B030D-6E8A-4147-A177-3AD203B41FA5}">
                      <a16:colId xmlns:a16="http://schemas.microsoft.com/office/drawing/2014/main" val="20000"/>
                    </a:ext>
                  </a:extLst>
                </a:gridCol>
                <a:gridCol w="3429000">
                  <a:extLst>
                    <a:ext uri="{9D8B030D-6E8A-4147-A177-3AD203B41FA5}">
                      <a16:colId xmlns:a16="http://schemas.microsoft.com/office/drawing/2014/main" val="20001"/>
                    </a:ext>
                  </a:extLst>
                </a:gridCol>
                <a:gridCol w="4857750">
                  <a:extLst>
                    <a:ext uri="{9D8B030D-6E8A-4147-A177-3AD203B41FA5}">
                      <a16:colId xmlns:a16="http://schemas.microsoft.com/office/drawing/2014/main" val="20002"/>
                    </a:ext>
                  </a:extLst>
                </a:gridCol>
              </a:tblGrid>
              <a:tr h="831850">
                <a:tc>
                  <a:txBody>
                    <a:bodyPr/>
                    <a:lstStyle/>
                    <a:p>
                      <a:endParaRPr/>
                    </a:p>
                  </a:txBody>
                  <a:tcPr>
                    <a:solidFill>
                      <a:srgbClr val="18364F"/>
                    </a:solidFill>
                  </a:tcPr>
                </a:tc>
                <a:tc>
                  <a:txBody>
                    <a:bodyPr/>
                    <a:lstStyle/>
                    <a:p>
                      <a:r>
                        <a:rPr sz="1875" b="1">
                          <a:solidFill>
                            <a:srgbClr val="FFFFFF"/>
                          </a:solidFill>
                          <a:latin typeface="Yu Gothic"/>
                          <a:ea typeface="Yu Gothic"/>
                          <a:cs typeface="Yu Gothic"/>
                        </a:rPr>
                        <a:t>薪</a:t>
                      </a:r>
                    </a:p>
                  </a:txBody>
                  <a:tcPr>
                    <a:solidFill>
                      <a:srgbClr val="18364F"/>
                    </a:solidFill>
                  </a:tcPr>
                </a:tc>
                <a:tc>
                  <a:txBody>
                    <a:bodyPr/>
                    <a:lstStyle/>
                    <a:p>
                      <a:r>
                        <a:rPr sz="1875" b="1">
                          <a:solidFill>
                            <a:srgbClr val="FFFFFF"/>
                          </a:solidFill>
                          <a:latin typeface="Yu Gothic"/>
                          <a:ea typeface="Yu Gothic"/>
                          <a:cs typeface="Yu Gothic"/>
                        </a:rPr>
                        <a:t>木炭</a:t>
                      </a:r>
                    </a:p>
                  </a:txBody>
                  <a:tcPr>
                    <a:solidFill>
                      <a:srgbClr val="18364F"/>
                    </a:solidFill>
                  </a:tcPr>
                </a:tc>
                <a:extLst>
                  <a:ext uri="{0D108BD9-81ED-4DB2-BD59-A6C34878D82A}">
                    <a16:rowId xmlns:a16="http://schemas.microsoft.com/office/drawing/2014/main" val="10000"/>
                  </a:ext>
                </a:extLst>
              </a:tr>
              <a:tr h="831850">
                <a:tc>
                  <a:txBody>
                    <a:bodyPr/>
                    <a:lstStyle/>
                    <a:p>
                      <a:r>
                        <a:rPr sz="1875" b="0">
                          <a:solidFill>
                            <a:srgbClr val="253C4D"/>
                          </a:solidFill>
                          <a:latin typeface="Yu Gothic"/>
                          <a:ea typeface="Yu Gothic"/>
                          <a:cs typeface="Yu Gothic"/>
                        </a:rPr>
                        <a:t>どのような燃料か</a:t>
                      </a:r>
                    </a:p>
                  </a:txBody>
                  <a:tcPr>
                    <a:solidFill>
                      <a:srgbClr val="F1F5F7"/>
                    </a:solidFill>
                  </a:tcPr>
                </a:tc>
                <a:tc>
                  <a:txBody>
                    <a:bodyPr/>
                    <a:lstStyle/>
                    <a:p>
                      <a:r>
                        <a:rPr sz="1875" b="0">
                          <a:solidFill>
                            <a:srgbClr val="253C4D"/>
                          </a:solidFill>
                          <a:latin typeface="Yu Gothic"/>
                          <a:ea typeface="Yu Gothic"/>
                          <a:cs typeface="Yu Gothic"/>
                        </a:rPr>
                        <a:t>木材を燃料に使う</a:t>
                      </a:r>
                    </a:p>
                  </a:txBody>
                  <a:tcPr>
                    <a:solidFill>
                      <a:srgbClr val="F1F5F7"/>
                    </a:solidFill>
                  </a:tcPr>
                </a:tc>
                <a:tc>
                  <a:txBody>
                    <a:bodyPr/>
                    <a:lstStyle/>
                    <a:p>
                      <a:r>
                        <a:rPr sz="1875" b="0">
                          <a:solidFill>
                            <a:srgbClr val="253C4D"/>
                          </a:solidFill>
                          <a:latin typeface="Yu Gothic"/>
                          <a:ea typeface="Yu Gothic"/>
                          <a:cs typeface="Yu Gothic"/>
                        </a:rPr>
                        <a:t>酸素を制限して熱分解した炭化物</a:t>
                      </a:r>
                    </a:p>
                  </a:txBody>
                  <a:tcPr>
                    <a:solidFill>
                      <a:srgbClr val="F1F5F7"/>
                    </a:solidFill>
                  </a:tcPr>
                </a:tc>
                <a:extLst>
                  <a:ext uri="{0D108BD9-81ED-4DB2-BD59-A6C34878D82A}">
                    <a16:rowId xmlns:a16="http://schemas.microsoft.com/office/drawing/2014/main" val="10001"/>
                  </a:ext>
                </a:extLst>
              </a:tr>
              <a:tr h="831850">
                <a:tc>
                  <a:txBody>
                    <a:bodyPr/>
                    <a:lstStyle/>
                    <a:p>
                      <a:r>
                        <a:rPr sz="1875" b="0">
                          <a:solidFill>
                            <a:srgbClr val="253C4D"/>
                          </a:solidFill>
                          <a:latin typeface="Yu Gothic"/>
                          <a:ea typeface="Yu Gothic"/>
                          <a:cs typeface="Yu Gothic"/>
                        </a:rPr>
                        <a:t>燃焼を見る視点</a:t>
                      </a:r>
                    </a:p>
                  </a:txBody>
                  <a:tcPr>
                    <a:solidFill>
                      <a:srgbClr val="FFFFFF"/>
                    </a:solidFill>
                  </a:tcPr>
                </a:tc>
                <a:tc>
                  <a:txBody>
                    <a:bodyPr/>
                    <a:lstStyle/>
                    <a:p>
                      <a:r>
                        <a:rPr sz="1875" b="0">
                          <a:solidFill>
                            <a:srgbClr val="253C4D"/>
                          </a:solidFill>
                          <a:latin typeface="Yu Gothic"/>
                          <a:ea typeface="Yu Gothic"/>
                          <a:cs typeface="Yu Gothic"/>
                        </a:rPr>
                        <a:t>ガスの炎・炭化・水分</a:t>
                      </a:r>
                    </a:p>
                  </a:txBody>
                  <a:tcPr>
                    <a:solidFill>
                      <a:srgbClr val="FFFFFF"/>
                    </a:solidFill>
                  </a:tcPr>
                </a:tc>
                <a:tc>
                  <a:txBody>
                    <a:bodyPr/>
                    <a:lstStyle/>
                    <a:p>
                      <a:r>
                        <a:rPr sz="1875" b="0">
                          <a:solidFill>
                            <a:srgbClr val="253C4D"/>
                          </a:solidFill>
                          <a:latin typeface="Yu Gothic"/>
                          <a:ea typeface="Yu Gothic"/>
                          <a:cs typeface="Yu Gothic"/>
                        </a:rPr>
                        <a:t>炭の表面での反応／製法で性状も変化</a:t>
                      </a:r>
                    </a:p>
                  </a:txBody>
                  <a:tcPr>
                    <a:solidFill>
                      <a:srgbClr val="FFFFFF"/>
                    </a:solidFill>
                  </a:tcPr>
                </a:tc>
                <a:extLst>
                  <a:ext uri="{0D108BD9-81ED-4DB2-BD59-A6C34878D82A}">
                    <a16:rowId xmlns:a16="http://schemas.microsoft.com/office/drawing/2014/main" val="10002"/>
                  </a:ext>
                </a:extLst>
              </a:tr>
            </a:tbl>
          </a:graphicData>
        </a:graphic>
      </p:graphicFrame>
      <p:sp>
        <p:nvSpPr>
          <p:cNvPr id="6" name="正方形/長方形 5">
            <a:extLst>
              <a:ext uri="{FF2B5EF4-FFF2-40B4-BE49-F238E27FC236}">
                <a16:creationId xmlns:a16="http://schemas.microsoft.com/office/drawing/2014/main" id="{53F78874-3F33-4BF2-AD54-14298BA25FE2}"/>
              </a:ext>
            </a:extLst>
          </p:cNvPr>
          <p:cNvSpPr>
            <a:spLocks noGrp="1"/>
          </p:cNvSpPr>
          <p:nvPr/>
        </p:nvSpPr>
        <p:spPr>
          <a:xfrm>
            <a:off x="838200" y="4448175"/>
            <a:ext cx="10477500" cy="600075"/>
          </a:xfrm>
          <a:prstGeom prst="rect">
            <a:avLst/>
          </a:prstGeom>
          <a:noFill/>
          <a:ln w="0">
            <a:noFill/>
          </a:ln>
        </p:spPr>
        <p:txBody>
          <a:bodyPr lIns="0" tIns="0" rIns="0" bIns="0" anchor="ctr">
            <a:noAutofit/>
          </a:bodyPr>
          <a:lstStyle>
            <a:defPPr>
              <a:defRPr sz="2400" b="1">
                <a:solidFill>
                  <a:srgbClr val="253C4D"/>
                </a:solidFill>
                <a:latin typeface="Yu Gothic"/>
                <a:ea typeface="Yu Gothic"/>
                <a:cs typeface="Yu Gothic"/>
              </a:defRPr>
            </a:defPPr>
            <a:lvl1pPr>
              <a:buNone/>
              <a:defRPr sz="2400" b="1">
                <a:solidFill>
                  <a:srgbClr val="253C4D"/>
                </a:solidFill>
                <a:latin typeface="Yu Gothic"/>
                <a:ea typeface="Yu Gothic"/>
                <a:cs typeface="Yu Gothic"/>
              </a:defRPr>
            </a:lvl1pPr>
            <a:lvl2pPr>
              <a:buNone/>
              <a:defRPr sz="2400" b="1">
                <a:solidFill>
                  <a:srgbClr val="253C4D"/>
                </a:solidFill>
                <a:latin typeface="Yu Gothic"/>
                <a:ea typeface="Yu Gothic"/>
                <a:cs typeface="Yu Gothic"/>
              </a:defRPr>
            </a:lvl2pPr>
            <a:lvl3pPr>
              <a:buNone/>
              <a:defRPr sz="2400" b="1">
                <a:solidFill>
                  <a:srgbClr val="253C4D"/>
                </a:solidFill>
                <a:latin typeface="Yu Gothic"/>
                <a:ea typeface="Yu Gothic"/>
                <a:cs typeface="Yu Gothic"/>
              </a:defRPr>
            </a:lvl3pPr>
            <a:lvl4pPr>
              <a:buNone/>
              <a:defRPr sz="2400" b="1">
                <a:solidFill>
                  <a:srgbClr val="253C4D"/>
                </a:solidFill>
                <a:latin typeface="Yu Gothic"/>
                <a:ea typeface="Yu Gothic"/>
                <a:cs typeface="Yu Gothic"/>
              </a:defRPr>
            </a:lvl4pPr>
            <a:lvl5pPr>
              <a:buNone/>
              <a:defRPr sz="2400" b="1">
                <a:solidFill>
                  <a:srgbClr val="253C4D"/>
                </a:solidFill>
                <a:latin typeface="Yu Gothic"/>
                <a:ea typeface="Yu Gothic"/>
                <a:cs typeface="Yu Gothic"/>
              </a:defRPr>
            </a:lvl5pPr>
            <a:lvl6pPr>
              <a:buNone/>
              <a:defRPr sz="2400" b="1">
                <a:solidFill>
                  <a:srgbClr val="253C4D"/>
                </a:solidFill>
                <a:latin typeface="Yu Gothic"/>
                <a:ea typeface="Yu Gothic"/>
                <a:cs typeface="Yu Gothic"/>
              </a:defRPr>
            </a:lvl6pPr>
            <a:lvl7pPr>
              <a:buNone/>
              <a:defRPr sz="2400" b="1">
                <a:solidFill>
                  <a:srgbClr val="253C4D"/>
                </a:solidFill>
                <a:latin typeface="Yu Gothic"/>
                <a:ea typeface="Yu Gothic"/>
                <a:cs typeface="Yu Gothic"/>
              </a:defRPr>
            </a:lvl7pPr>
            <a:lvl8pPr>
              <a:buNone/>
              <a:defRPr sz="2400" b="1">
                <a:solidFill>
                  <a:srgbClr val="253C4D"/>
                </a:solidFill>
                <a:latin typeface="Yu Gothic"/>
                <a:ea typeface="Yu Gothic"/>
                <a:cs typeface="Yu Gothic"/>
              </a:defRPr>
            </a:lvl8pPr>
            <a:lvl9pPr>
              <a:buNone/>
              <a:defRPr sz="2400" b="1">
                <a:solidFill>
                  <a:srgbClr val="253C4D"/>
                </a:solidFill>
                <a:latin typeface="Yu Gothic"/>
                <a:ea typeface="Yu Gothic"/>
                <a:cs typeface="Yu Gothic"/>
              </a:defRPr>
            </a:lvl9pPr>
          </a:lstStyle>
          <a:p>
            <a:pPr>
              <a:buNone/>
              <a:defRPr sz="2400" b="1">
                <a:solidFill>
                  <a:srgbClr val="253C4D"/>
                </a:solidFill>
                <a:latin typeface="Yu Gothic"/>
                <a:ea typeface="Yu Gothic"/>
                <a:cs typeface="Yu Gothic"/>
              </a:defRPr>
            </a:pPr>
            <a:r>
              <a:rPr sz="2400" b="1">
                <a:solidFill>
                  <a:srgbClr val="253C4D"/>
                </a:solidFill>
                <a:latin typeface="Yu Gothic"/>
                <a:ea typeface="Yu Gothic"/>
                <a:cs typeface="Yu Gothic"/>
              </a:rPr>
              <a:t>薪炭材：薪や木炭の原料などに用いる木材</a:t>
            </a:r>
          </a:p>
        </p:txBody>
      </p:sp>
      <p:sp>
        <p:nvSpPr>
          <p:cNvPr id="7" name="正方形/長方形 6">
            <a:extLst>
              <a:ext uri="{FF2B5EF4-FFF2-40B4-BE49-F238E27FC236}">
                <a16:creationId xmlns:a16="http://schemas.microsoft.com/office/drawing/2014/main" id="{36D83497-0657-41E0-81E2-485BC5FC8B5D}"/>
              </a:ext>
            </a:extLst>
          </p:cNvPr>
          <p:cNvSpPr>
            <a:spLocks noGrp="1"/>
          </p:cNvSpPr>
          <p:nvPr/>
        </p:nvSpPr>
        <p:spPr>
          <a:xfrm>
            <a:off x="838200" y="5219700"/>
            <a:ext cx="10477500" cy="533400"/>
          </a:xfrm>
          <a:prstGeom prst="rect">
            <a:avLst/>
          </a:prstGeom>
          <a:noFill/>
          <a:ln w="0">
            <a:noFill/>
          </a:ln>
        </p:spPr>
        <p:txBody>
          <a:bodyPr lIns="0" tIns="0" rIns="0" bIns="0" anchor="ctr">
            <a:noAutofit/>
          </a:bodyPr>
          <a:lstStyle>
            <a:defPPr>
              <a:defRPr sz="2100" b="1">
                <a:solidFill>
                  <a:srgbClr val="C4483C"/>
                </a:solidFill>
                <a:latin typeface="Yu Gothic"/>
                <a:ea typeface="Yu Gothic"/>
                <a:cs typeface="Yu Gothic"/>
              </a:defRPr>
            </a:defPPr>
            <a:lvl1pPr>
              <a:buNone/>
              <a:defRPr sz="2100" b="1">
                <a:solidFill>
                  <a:srgbClr val="C4483C"/>
                </a:solidFill>
                <a:latin typeface="Yu Gothic"/>
                <a:ea typeface="Yu Gothic"/>
                <a:cs typeface="Yu Gothic"/>
              </a:defRPr>
            </a:lvl1pPr>
            <a:lvl2pPr>
              <a:buNone/>
              <a:defRPr sz="2100" b="1">
                <a:solidFill>
                  <a:srgbClr val="C4483C"/>
                </a:solidFill>
                <a:latin typeface="Yu Gothic"/>
                <a:ea typeface="Yu Gothic"/>
                <a:cs typeface="Yu Gothic"/>
              </a:defRPr>
            </a:lvl2pPr>
            <a:lvl3pPr>
              <a:buNone/>
              <a:defRPr sz="2100" b="1">
                <a:solidFill>
                  <a:srgbClr val="C4483C"/>
                </a:solidFill>
                <a:latin typeface="Yu Gothic"/>
                <a:ea typeface="Yu Gothic"/>
                <a:cs typeface="Yu Gothic"/>
              </a:defRPr>
            </a:lvl3pPr>
            <a:lvl4pPr>
              <a:buNone/>
              <a:defRPr sz="2100" b="1">
                <a:solidFill>
                  <a:srgbClr val="C4483C"/>
                </a:solidFill>
                <a:latin typeface="Yu Gothic"/>
                <a:ea typeface="Yu Gothic"/>
                <a:cs typeface="Yu Gothic"/>
              </a:defRPr>
            </a:lvl4pPr>
            <a:lvl5pPr>
              <a:buNone/>
              <a:defRPr sz="2100" b="1">
                <a:solidFill>
                  <a:srgbClr val="C4483C"/>
                </a:solidFill>
                <a:latin typeface="Yu Gothic"/>
                <a:ea typeface="Yu Gothic"/>
                <a:cs typeface="Yu Gothic"/>
              </a:defRPr>
            </a:lvl5pPr>
            <a:lvl6pPr>
              <a:buNone/>
              <a:defRPr sz="2100" b="1">
                <a:solidFill>
                  <a:srgbClr val="C4483C"/>
                </a:solidFill>
                <a:latin typeface="Yu Gothic"/>
                <a:ea typeface="Yu Gothic"/>
                <a:cs typeface="Yu Gothic"/>
              </a:defRPr>
            </a:lvl6pPr>
            <a:lvl7pPr>
              <a:buNone/>
              <a:defRPr sz="2100" b="1">
                <a:solidFill>
                  <a:srgbClr val="C4483C"/>
                </a:solidFill>
                <a:latin typeface="Yu Gothic"/>
                <a:ea typeface="Yu Gothic"/>
                <a:cs typeface="Yu Gothic"/>
              </a:defRPr>
            </a:lvl7pPr>
            <a:lvl8pPr>
              <a:buNone/>
              <a:defRPr sz="2100" b="1">
                <a:solidFill>
                  <a:srgbClr val="C4483C"/>
                </a:solidFill>
                <a:latin typeface="Yu Gothic"/>
                <a:ea typeface="Yu Gothic"/>
                <a:cs typeface="Yu Gothic"/>
              </a:defRPr>
            </a:lvl8pPr>
            <a:lvl9pPr>
              <a:buNone/>
              <a:defRPr sz="2100" b="1">
                <a:solidFill>
                  <a:srgbClr val="C4483C"/>
                </a:solidFill>
                <a:latin typeface="Yu Gothic"/>
                <a:ea typeface="Yu Gothic"/>
                <a:cs typeface="Yu Gothic"/>
              </a:defRPr>
            </a:lvl9pPr>
          </a:lstStyle>
          <a:p>
            <a:pPr>
              <a:buNone/>
              <a:defRPr sz="2100" b="1">
                <a:solidFill>
                  <a:srgbClr val="C4483C"/>
                </a:solidFill>
                <a:latin typeface="Yu Gothic"/>
                <a:ea typeface="Yu Gothic"/>
                <a:cs typeface="Yu Gothic"/>
              </a:defRPr>
            </a:pPr>
            <a:r>
              <a:rPr sz="2100" b="1">
                <a:solidFill>
                  <a:srgbClr val="C4483C"/>
                </a:solidFill>
                <a:latin typeface="Yu Gothic"/>
                <a:ea typeface="Yu Gothic"/>
                <a:cs typeface="Yu Gothic"/>
              </a:rPr>
              <a:t>炎が目立たなくても、木炭等の燃焼でCOが生じる。</a:t>
            </a:r>
          </a:p>
        </p:txBody>
      </p:sp>
      <p:sp>
        <p:nvSpPr>
          <p:cNvPr id="8" name="正方形/長方形 7">
            <a:extLst>
              <a:ext uri="{FF2B5EF4-FFF2-40B4-BE49-F238E27FC236}">
                <a16:creationId xmlns:a16="http://schemas.microsoft.com/office/drawing/2014/main" id="{C1B03498-4D54-46CE-A8EB-44B32FB0590C}"/>
              </a:ext>
            </a:extLst>
          </p:cNvPr>
          <p:cNvSpPr>
            <a:spLocks noGrp="1"/>
          </p:cNvSpPr>
          <p:nvPr/>
        </p:nvSpPr>
        <p:spPr>
          <a:xfrm>
            <a:off x="838200" y="5867400"/>
            <a:ext cx="10477500" cy="400050"/>
          </a:xfrm>
          <a:prstGeom prst="rect">
            <a:avLst/>
          </a:prstGeom>
          <a:noFill/>
          <a:ln w="0">
            <a:noFill/>
          </a:ln>
        </p:spPr>
        <p:txBody>
          <a:bodyPr lIns="0" tIns="0" rIns="0" bIns="0" anchor="ctr">
            <a:noAutofit/>
          </a:bodyPr>
          <a:lstStyle>
            <a:defPPr>
              <a:defRPr sz="1425" b="1">
                <a:solidFill>
                  <a:srgbClr val="087E8B"/>
                </a:solidFill>
                <a:latin typeface="Yu Gothic"/>
                <a:ea typeface="Yu Gothic"/>
                <a:cs typeface="Yu Gothic"/>
              </a:defRPr>
            </a:defPPr>
            <a:lvl1pPr>
              <a:buNone/>
              <a:defRPr sz="1425" b="1">
                <a:solidFill>
                  <a:srgbClr val="087E8B"/>
                </a:solidFill>
                <a:latin typeface="Yu Gothic"/>
                <a:ea typeface="Yu Gothic"/>
                <a:cs typeface="Yu Gothic"/>
              </a:defRPr>
            </a:lvl1pPr>
            <a:lvl2pPr>
              <a:buNone/>
              <a:defRPr sz="1425" b="1">
                <a:solidFill>
                  <a:srgbClr val="087E8B"/>
                </a:solidFill>
                <a:latin typeface="Yu Gothic"/>
                <a:ea typeface="Yu Gothic"/>
                <a:cs typeface="Yu Gothic"/>
              </a:defRPr>
            </a:lvl2pPr>
            <a:lvl3pPr>
              <a:buNone/>
              <a:defRPr sz="1425" b="1">
                <a:solidFill>
                  <a:srgbClr val="087E8B"/>
                </a:solidFill>
                <a:latin typeface="Yu Gothic"/>
                <a:ea typeface="Yu Gothic"/>
                <a:cs typeface="Yu Gothic"/>
              </a:defRPr>
            </a:lvl3pPr>
            <a:lvl4pPr>
              <a:buNone/>
              <a:defRPr sz="1425" b="1">
                <a:solidFill>
                  <a:srgbClr val="087E8B"/>
                </a:solidFill>
                <a:latin typeface="Yu Gothic"/>
                <a:ea typeface="Yu Gothic"/>
                <a:cs typeface="Yu Gothic"/>
              </a:defRPr>
            </a:lvl4pPr>
            <a:lvl5pPr>
              <a:buNone/>
              <a:defRPr sz="1425" b="1">
                <a:solidFill>
                  <a:srgbClr val="087E8B"/>
                </a:solidFill>
                <a:latin typeface="Yu Gothic"/>
                <a:ea typeface="Yu Gothic"/>
                <a:cs typeface="Yu Gothic"/>
              </a:defRPr>
            </a:lvl5pPr>
            <a:lvl6pPr>
              <a:buNone/>
              <a:defRPr sz="1425" b="1">
                <a:solidFill>
                  <a:srgbClr val="087E8B"/>
                </a:solidFill>
                <a:latin typeface="Yu Gothic"/>
                <a:ea typeface="Yu Gothic"/>
                <a:cs typeface="Yu Gothic"/>
              </a:defRPr>
            </a:lvl6pPr>
            <a:lvl7pPr>
              <a:buNone/>
              <a:defRPr sz="1425" b="1">
                <a:solidFill>
                  <a:srgbClr val="087E8B"/>
                </a:solidFill>
                <a:latin typeface="Yu Gothic"/>
                <a:ea typeface="Yu Gothic"/>
                <a:cs typeface="Yu Gothic"/>
              </a:defRPr>
            </a:lvl7pPr>
            <a:lvl8pPr>
              <a:buNone/>
              <a:defRPr sz="1425" b="1">
                <a:solidFill>
                  <a:srgbClr val="087E8B"/>
                </a:solidFill>
                <a:latin typeface="Yu Gothic"/>
                <a:ea typeface="Yu Gothic"/>
                <a:cs typeface="Yu Gothic"/>
              </a:defRPr>
            </a:lvl8pPr>
            <a:lvl9pPr>
              <a:buNone/>
              <a:defRPr sz="1425" b="1">
                <a:solidFill>
                  <a:srgbClr val="087E8B"/>
                </a:solidFill>
                <a:latin typeface="Yu Gothic"/>
                <a:ea typeface="Yu Gothic"/>
                <a:cs typeface="Yu Gothic"/>
              </a:defRPr>
            </a:lvl9pPr>
          </a:lstStyle>
          <a:p>
            <a:pPr>
              <a:buNone/>
              <a:defRPr sz="1425" b="1">
                <a:solidFill>
                  <a:srgbClr val="087E8B"/>
                </a:solidFill>
                <a:latin typeface="Yu Gothic"/>
                <a:ea typeface="Yu Gothic"/>
                <a:cs typeface="Yu Gothic"/>
              </a:defRPr>
            </a:pPr>
            <a:r>
              <a:rPr sz="1425" b="1">
                <a:solidFill>
                  <a:srgbClr val="087E8B"/>
                </a:solidFill>
                <a:latin typeface="Yu Gothic"/>
                <a:ea typeface="Yu Gothic"/>
                <a:cs typeface="Yu Gothic"/>
              </a:rPr>
              <a:t>確認：炭化層が断熱するなら、木炭は燃えないと言えるか。</a:t>
            </a:r>
          </a:p>
        </p:txBody>
      </p:sp>
    </p:spTree>
    <p:extLst>
      <p:ext uri="{BB962C8B-B14F-4D97-AF65-F5344CB8AC3E}">
        <p14:creationId xmlns:p14="http://schemas.microsoft.com/office/powerpoint/2010/main" val="55515173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正方形/長方形 7">
            <a:extLst>
              <a:ext uri="{FF2B5EF4-FFF2-40B4-BE49-F238E27FC236}">
                <a16:creationId xmlns:a16="http://schemas.microsoft.com/office/drawing/2014/main" id="{D55AD92B-777A-43F9-B79E-48E50E4CF1AF}"/>
              </a:ext>
            </a:extLst>
          </p:cNvPr>
          <p:cNvSpPr>
            <a:spLocks noGrp="1"/>
          </p:cNvSpPr>
          <p:nvPr/>
        </p:nvSpPr>
        <p:spPr>
          <a:xfrm>
            <a:off x="685800" y="342900"/>
            <a:ext cx="10820400" cy="666750"/>
          </a:xfrm>
          <a:prstGeom prst="rect">
            <a:avLst/>
          </a:prstGeom>
          <a:noFill/>
          <a:ln w="0">
            <a:noFill/>
          </a:ln>
        </p:spPr>
        <p:txBody>
          <a:bodyPr lIns="0" tIns="0" rIns="0" bIns="0" anchor="ctr">
            <a:noAutofit/>
          </a:bodyPr>
          <a:lstStyle>
            <a:defPPr>
              <a:defRPr sz="3000" b="1">
                <a:solidFill>
                  <a:srgbClr val="18364F"/>
                </a:solidFill>
                <a:latin typeface="Yu Gothic"/>
                <a:ea typeface="Yu Gothic"/>
                <a:cs typeface="Yu Gothic"/>
              </a:defRPr>
            </a:defPPr>
            <a:lvl1pPr>
              <a:defRPr sz="3000" b="1">
                <a:solidFill>
                  <a:srgbClr val="18364F"/>
                </a:solidFill>
                <a:latin typeface="Yu Gothic"/>
                <a:ea typeface="Yu Gothic"/>
                <a:cs typeface="Yu Gothic"/>
              </a:defRPr>
            </a:lvl1pPr>
            <a:lvl2pPr>
              <a:defRPr sz="3000" b="1">
                <a:solidFill>
                  <a:srgbClr val="18364F"/>
                </a:solidFill>
                <a:latin typeface="Yu Gothic"/>
                <a:ea typeface="Yu Gothic"/>
                <a:cs typeface="Yu Gothic"/>
              </a:defRPr>
            </a:lvl2pPr>
            <a:lvl3pPr>
              <a:defRPr sz="3000" b="1">
                <a:solidFill>
                  <a:srgbClr val="18364F"/>
                </a:solidFill>
                <a:latin typeface="Yu Gothic"/>
                <a:ea typeface="Yu Gothic"/>
                <a:cs typeface="Yu Gothic"/>
              </a:defRPr>
            </a:lvl3pPr>
            <a:lvl4pPr>
              <a:defRPr sz="3000" b="1">
                <a:solidFill>
                  <a:srgbClr val="18364F"/>
                </a:solidFill>
                <a:latin typeface="Yu Gothic"/>
                <a:ea typeface="Yu Gothic"/>
                <a:cs typeface="Yu Gothic"/>
              </a:defRPr>
            </a:lvl4pPr>
            <a:lvl5pPr>
              <a:defRPr sz="3000" b="1">
                <a:solidFill>
                  <a:srgbClr val="18364F"/>
                </a:solidFill>
                <a:latin typeface="Yu Gothic"/>
                <a:ea typeface="Yu Gothic"/>
                <a:cs typeface="Yu Gothic"/>
              </a:defRPr>
            </a:lvl5pPr>
            <a:lvl6pPr>
              <a:defRPr sz="3000" b="1">
                <a:solidFill>
                  <a:srgbClr val="18364F"/>
                </a:solidFill>
                <a:latin typeface="Yu Gothic"/>
                <a:ea typeface="Yu Gothic"/>
                <a:cs typeface="Yu Gothic"/>
              </a:defRPr>
            </a:lvl6pPr>
            <a:lvl7pPr>
              <a:defRPr sz="3000" b="1">
                <a:solidFill>
                  <a:srgbClr val="18364F"/>
                </a:solidFill>
                <a:latin typeface="Yu Gothic"/>
                <a:ea typeface="Yu Gothic"/>
                <a:cs typeface="Yu Gothic"/>
              </a:defRPr>
            </a:lvl7pPr>
            <a:lvl8pPr>
              <a:defRPr sz="3000" b="1">
                <a:solidFill>
                  <a:srgbClr val="18364F"/>
                </a:solidFill>
                <a:latin typeface="Yu Gothic"/>
                <a:ea typeface="Yu Gothic"/>
                <a:cs typeface="Yu Gothic"/>
              </a:defRPr>
            </a:lvl8pPr>
            <a:lvl9pPr>
              <a:defRPr sz="3000" b="1">
                <a:solidFill>
                  <a:srgbClr val="18364F"/>
                </a:solidFill>
                <a:latin typeface="Yu Gothic"/>
                <a:ea typeface="Yu Gothic"/>
                <a:cs typeface="Yu Gothic"/>
              </a:defRPr>
            </a:lvl9pPr>
          </a:lstStyle>
          <a:p>
            <a:pPr>
              <a:defRPr sz="3000" b="1">
                <a:solidFill>
                  <a:srgbClr val="18364F"/>
                </a:solidFill>
                <a:latin typeface="Yu Gothic"/>
                <a:ea typeface="Yu Gothic"/>
                <a:cs typeface="Yu Gothic"/>
              </a:defRPr>
            </a:pPr>
            <a:r>
              <a:rPr sz="3000" b="1">
                <a:solidFill>
                  <a:srgbClr val="18364F"/>
                </a:solidFill>
                <a:latin typeface="Yu Gothic"/>
                <a:ea typeface="Yu Gothic"/>
                <a:cs typeface="Yu Gothic"/>
              </a:rPr>
              <a:t>使える性能から、使い続ける条件へ</a:t>
            </a:r>
          </a:p>
        </p:txBody>
      </p:sp>
      <p:sp>
        <p:nvSpPr>
          <p:cNvPr id="2" name="正方形/長方形 1">
            <a:extLst>
              <a:ext uri="{FF2B5EF4-FFF2-40B4-BE49-F238E27FC236}">
                <a16:creationId xmlns:a16="http://schemas.microsoft.com/office/drawing/2014/main" id="{63ADD02A-ED9C-4F5B-AEAA-381C397501A1}"/>
              </a:ext>
            </a:extLst>
          </p:cNvPr>
          <p:cNvSpPr>
            <a:spLocks noGrp="1"/>
          </p:cNvSpPr>
          <p:nvPr/>
        </p:nvSpPr>
        <p:spPr>
          <a:xfrm>
            <a:off x="685800" y="1181100"/>
            <a:ext cx="10820400" cy="19050"/>
          </a:xfrm>
          <a:prstGeom prst="rect">
            <a:avLst/>
          </a:prstGeom>
          <a:solidFill>
            <a:srgbClr val="18364F"/>
          </a:solidFill>
          <a:ln w="0">
            <a:noFill/>
          </a:ln>
        </p:spPr>
      </p:sp>
      <p:sp>
        <p:nvSpPr>
          <p:cNvPr id="3" name="正方形/長方形 2">
            <a:extLst>
              <a:ext uri="{FF2B5EF4-FFF2-40B4-BE49-F238E27FC236}">
                <a16:creationId xmlns:a16="http://schemas.microsoft.com/office/drawing/2014/main" id="{31A45455-54BB-461E-AA8E-968B785D0E9B}"/>
              </a:ext>
            </a:extLst>
          </p:cNvPr>
          <p:cNvSpPr>
            <a:spLocks noGrp="1"/>
          </p:cNvSpPr>
          <p:nvPr/>
        </p:nvSpPr>
        <p:spPr>
          <a:xfrm>
            <a:off x="685800" y="6419850"/>
            <a:ext cx="9334500" cy="257175"/>
          </a:xfrm>
          <a:prstGeom prst="rect">
            <a:avLst/>
          </a:prstGeom>
          <a:noFill/>
          <a:ln w="0">
            <a:noFill/>
          </a:ln>
        </p:spPr>
        <p:txBody>
          <a:bodyPr lIns="0" tIns="0" rIns="0" bIns="0" anchor="ctr">
            <a:noAutofit/>
          </a:bodyPr>
          <a:lstStyle>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a:pPr>
              <a:defRPr sz="1425" b="0">
                <a:solidFill>
                  <a:srgbClr val="596875"/>
                </a:solidFill>
                <a:latin typeface="Yu Gothic"/>
                <a:ea typeface="Yu Gothic"/>
                <a:cs typeface="Yu Gothic"/>
              </a:defRPr>
            </a:pPr>
            <a:r>
              <a:rPr lang="ja-JP" altLang="en-US" sz="1425" b="0">
                <a:solidFill>
                  <a:srgbClr val="596875"/>
                </a:solidFill>
                <a:latin typeface="Yu Gothic"/>
                <a:ea typeface="Yu Gothic"/>
                <a:cs typeface="Yu Gothic"/>
              </a:rPr>
              <a:t>木材及び木質材料学　新第</a:t>
            </a:r>
            <a:r>
              <a:rPr lang="en-US" altLang="ja-JP" sz="1425" b="0">
                <a:solidFill>
                  <a:srgbClr val="596875"/>
                </a:solidFill>
                <a:latin typeface="Yu Gothic"/>
                <a:ea typeface="Yu Gothic"/>
                <a:cs typeface="Yu Gothic"/>
              </a:rPr>
              <a:t>14</a:t>
            </a:r>
            <a:r>
              <a:rPr lang="ja-JP" altLang="en-US" sz="1425" b="0">
                <a:solidFill>
                  <a:srgbClr val="596875"/>
                </a:solidFill>
                <a:latin typeface="Yu Gothic"/>
                <a:ea typeface="Yu Gothic"/>
                <a:cs typeface="Yu Gothic"/>
              </a:rPr>
              <a:t>回　再構成</a:t>
            </a:r>
            <a:endParaRPr sz="1425" b="0">
              <a:solidFill>
                <a:srgbClr val="596875"/>
              </a:solidFill>
              <a:latin typeface="Yu Gothic"/>
              <a:ea typeface="Yu Gothic"/>
              <a:cs typeface="Yu Gothic"/>
            </a:endParaRPr>
          </a:p>
        </p:txBody>
      </p:sp>
      <p:sp>
        <p:nvSpPr>
          <p:cNvPr id="4" name="正方形/長方形 3">
            <a:extLst>
              <a:ext uri="{FF2B5EF4-FFF2-40B4-BE49-F238E27FC236}">
                <a16:creationId xmlns:a16="http://schemas.microsoft.com/office/drawing/2014/main" id="{E95C6B20-DCD3-49D6-97B7-44DA4AFAD0F4}"/>
              </a:ext>
            </a:extLst>
          </p:cNvPr>
          <p:cNvSpPr>
            <a:spLocks noGrp="1"/>
          </p:cNvSpPr>
          <p:nvPr/>
        </p:nvSpPr>
        <p:spPr>
          <a:xfrm>
            <a:off x="10763250" y="6419850"/>
            <a:ext cx="742950" cy="257175"/>
          </a:xfrm>
          <a:prstGeom prst="rect">
            <a:avLst/>
          </a:prstGeom>
          <a:noFill/>
          <a:ln w="0">
            <a:noFill/>
          </a:ln>
        </p:spPr>
        <p:txBody>
          <a:bodyPr lIns="0" tIns="0" rIns="0" bIns="0" anchor="ctr">
            <a:noAutofit/>
          </a:bodyPr>
          <a:lstStyle>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a:pPr>
              <a:defRPr sz="1425" b="0">
                <a:solidFill>
                  <a:srgbClr val="596875"/>
                </a:solidFill>
                <a:latin typeface="Yu Gothic"/>
                <a:ea typeface="Yu Gothic"/>
                <a:cs typeface="Yu Gothic"/>
              </a:defRPr>
            </a:pPr>
            <a:r>
              <a:rPr lang="en-US" altLang="ja-JP" sz="1425" b="0">
                <a:solidFill>
                  <a:srgbClr val="596875"/>
                </a:solidFill>
                <a:latin typeface="Yu Gothic"/>
                <a:ea typeface="Yu Gothic"/>
                <a:cs typeface="Yu Gothic"/>
              </a:rPr>
              <a:t>32</a:t>
            </a:r>
            <a:endParaRPr sz="1425" b="0">
              <a:solidFill>
                <a:srgbClr val="596875"/>
              </a:solidFill>
              <a:latin typeface="Yu Gothic"/>
              <a:ea typeface="Yu Gothic"/>
              <a:cs typeface="Yu Gothic"/>
            </a:endParaRPr>
          </a:p>
        </p:txBody>
      </p:sp>
      <p:sp>
        <p:nvSpPr>
          <p:cNvPr id="5" name="正方形/長方形 4">
            <a:extLst>
              <a:ext uri="{FF2B5EF4-FFF2-40B4-BE49-F238E27FC236}">
                <a16:creationId xmlns:a16="http://schemas.microsoft.com/office/drawing/2014/main" id="{210D538B-8890-43F2-8F94-5303A76D50D0}"/>
              </a:ext>
            </a:extLst>
          </p:cNvPr>
          <p:cNvSpPr>
            <a:spLocks noGrp="1"/>
          </p:cNvSpPr>
          <p:nvPr/>
        </p:nvSpPr>
        <p:spPr>
          <a:xfrm>
            <a:off x="838200" y="1762125"/>
            <a:ext cx="10477500" cy="857250"/>
          </a:xfrm>
          <a:prstGeom prst="rect">
            <a:avLst/>
          </a:prstGeom>
          <a:noFill/>
          <a:ln w="0">
            <a:noFill/>
          </a:ln>
        </p:spPr>
        <p:txBody>
          <a:bodyPr lIns="0" tIns="0" rIns="0" bIns="0" anchor="ctr">
            <a:noAutofit/>
          </a:bodyPr>
          <a:lstStyle>
            <a:defPPr>
              <a:defRPr sz="2250" b="0">
                <a:solidFill>
                  <a:srgbClr val="18364F"/>
                </a:solidFill>
                <a:latin typeface="Yu Gothic"/>
                <a:ea typeface="Yu Gothic"/>
                <a:cs typeface="Yu Gothic"/>
              </a:defRPr>
            </a:defPPr>
            <a:lvl1pPr>
              <a:defRPr sz="2250" b="0">
                <a:solidFill>
                  <a:srgbClr val="18364F"/>
                </a:solidFill>
                <a:latin typeface="Yu Gothic"/>
                <a:ea typeface="Yu Gothic"/>
                <a:cs typeface="Yu Gothic"/>
              </a:defRPr>
            </a:lvl1pPr>
            <a:lvl2pPr>
              <a:defRPr sz="2250" b="0">
                <a:solidFill>
                  <a:srgbClr val="18364F"/>
                </a:solidFill>
                <a:latin typeface="Yu Gothic"/>
                <a:ea typeface="Yu Gothic"/>
                <a:cs typeface="Yu Gothic"/>
              </a:defRPr>
            </a:lvl2pPr>
            <a:lvl3pPr>
              <a:defRPr sz="2250" b="0">
                <a:solidFill>
                  <a:srgbClr val="18364F"/>
                </a:solidFill>
                <a:latin typeface="Yu Gothic"/>
                <a:ea typeface="Yu Gothic"/>
                <a:cs typeface="Yu Gothic"/>
              </a:defRPr>
            </a:lvl3pPr>
            <a:lvl4pPr>
              <a:defRPr sz="2250" b="0">
                <a:solidFill>
                  <a:srgbClr val="18364F"/>
                </a:solidFill>
                <a:latin typeface="Yu Gothic"/>
                <a:ea typeface="Yu Gothic"/>
                <a:cs typeface="Yu Gothic"/>
              </a:defRPr>
            </a:lvl4pPr>
            <a:lvl5pPr>
              <a:defRPr sz="2250" b="0">
                <a:solidFill>
                  <a:srgbClr val="18364F"/>
                </a:solidFill>
                <a:latin typeface="Yu Gothic"/>
                <a:ea typeface="Yu Gothic"/>
                <a:cs typeface="Yu Gothic"/>
              </a:defRPr>
            </a:lvl5pPr>
            <a:lvl6pPr>
              <a:defRPr sz="2250" b="0">
                <a:solidFill>
                  <a:srgbClr val="18364F"/>
                </a:solidFill>
                <a:latin typeface="Yu Gothic"/>
                <a:ea typeface="Yu Gothic"/>
                <a:cs typeface="Yu Gothic"/>
              </a:defRPr>
            </a:lvl6pPr>
            <a:lvl7pPr>
              <a:defRPr sz="2250" b="0">
                <a:solidFill>
                  <a:srgbClr val="18364F"/>
                </a:solidFill>
                <a:latin typeface="Yu Gothic"/>
                <a:ea typeface="Yu Gothic"/>
                <a:cs typeface="Yu Gothic"/>
              </a:defRPr>
            </a:lvl7pPr>
            <a:lvl8pPr>
              <a:defRPr sz="2250" b="0">
                <a:solidFill>
                  <a:srgbClr val="18364F"/>
                </a:solidFill>
                <a:latin typeface="Yu Gothic"/>
                <a:ea typeface="Yu Gothic"/>
                <a:cs typeface="Yu Gothic"/>
              </a:defRPr>
            </a:lvl8pPr>
            <a:lvl9pPr>
              <a:defRPr sz="2250" b="0">
                <a:solidFill>
                  <a:srgbClr val="18364F"/>
                </a:solidFill>
                <a:latin typeface="Yu Gothic"/>
                <a:ea typeface="Yu Gothic"/>
                <a:cs typeface="Yu Gothic"/>
              </a:defRPr>
            </a:lvl9pPr>
          </a:lstStyle>
          <a:p>
            <a:pPr>
              <a:defRPr sz="2250" b="0">
                <a:solidFill>
                  <a:srgbClr val="18364F"/>
                </a:solidFill>
                <a:latin typeface="Yu Gothic"/>
                <a:ea typeface="Yu Gothic"/>
                <a:cs typeface="Yu Gothic"/>
              </a:defRPr>
            </a:pPr>
            <a:r>
              <a:rPr sz="2250" b="0">
                <a:solidFill>
                  <a:srgbClr val="18364F"/>
                </a:solidFill>
                <a:latin typeface="Yu Gothic"/>
                <a:ea typeface="Yu Gothic"/>
                <a:cs typeface="Yu Gothic"/>
              </a:rPr>
              <a:t>使用期間、補修、交換、使用後の扱いを考える</a:t>
            </a:r>
          </a:p>
        </p:txBody>
      </p:sp>
      <p:sp>
        <p:nvSpPr>
          <p:cNvPr id="6" name="正方形/長方形 5">
            <a:extLst>
              <a:ext uri="{FF2B5EF4-FFF2-40B4-BE49-F238E27FC236}">
                <a16:creationId xmlns:a16="http://schemas.microsoft.com/office/drawing/2014/main" id="{E3173DD9-9C8C-4B1F-81BF-D1BE969E1B1C}"/>
              </a:ext>
            </a:extLst>
          </p:cNvPr>
          <p:cNvSpPr>
            <a:spLocks noGrp="1"/>
          </p:cNvSpPr>
          <p:nvPr/>
        </p:nvSpPr>
        <p:spPr>
          <a:xfrm>
            <a:off x="838200" y="2981325"/>
            <a:ext cx="10477500" cy="857250"/>
          </a:xfrm>
          <a:prstGeom prst="rect">
            <a:avLst/>
          </a:prstGeom>
          <a:noFill/>
          <a:ln w="0">
            <a:noFill/>
          </a:ln>
        </p:spPr>
        <p:txBody>
          <a:bodyPr lIns="0" tIns="0" rIns="0" bIns="0" anchor="ctr">
            <a:noAutofit/>
          </a:bodyPr>
          <a:lstStyle>
            <a:defPPr>
              <a:defRPr sz="2250" b="0">
                <a:solidFill>
                  <a:srgbClr val="253C4D"/>
                </a:solidFill>
                <a:latin typeface="Yu Gothic"/>
                <a:ea typeface="Yu Gothic"/>
                <a:cs typeface="Yu Gothic"/>
              </a:defRPr>
            </a:defPPr>
            <a:lvl1pPr>
              <a:defRPr sz="2250" b="0">
                <a:solidFill>
                  <a:srgbClr val="253C4D"/>
                </a:solidFill>
                <a:latin typeface="Yu Gothic"/>
                <a:ea typeface="Yu Gothic"/>
                <a:cs typeface="Yu Gothic"/>
              </a:defRPr>
            </a:lvl1pPr>
            <a:lvl2pPr>
              <a:defRPr sz="2250" b="0">
                <a:solidFill>
                  <a:srgbClr val="253C4D"/>
                </a:solidFill>
                <a:latin typeface="Yu Gothic"/>
                <a:ea typeface="Yu Gothic"/>
                <a:cs typeface="Yu Gothic"/>
              </a:defRPr>
            </a:lvl2pPr>
            <a:lvl3pPr>
              <a:defRPr sz="2250" b="0">
                <a:solidFill>
                  <a:srgbClr val="253C4D"/>
                </a:solidFill>
                <a:latin typeface="Yu Gothic"/>
                <a:ea typeface="Yu Gothic"/>
                <a:cs typeface="Yu Gothic"/>
              </a:defRPr>
            </a:lvl3pPr>
            <a:lvl4pPr>
              <a:defRPr sz="2250" b="0">
                <a:solidFill>
                  <a:srgbClr val="253C4D"/>
                </a:solidFill>
                <a:latin typeface="Yu Gothic"/>
                <a:ea typeface="Yu Gothic"/>
                <a:cs typeface="Yu Gothic"/>
              </a:defRPr>
            </a:lvl4pPr>
            <a:lvl5pPr>
              <a:defRPr sz="2250" b="0">
                <a:solidFill>
                  <a:srgbClr val="253C4D"/>
                </a:solidFill>
                <a:latin typeface="Yu Gothic"/>
                <a:ea typeface="Yu Gothic"/>
                <a:cs typeface="Yu Gothic"/>
              </a:defRPr>
            </a:lvl5pPr>
            <a:lvl6pPr>
              <a:defRPr sz="2250" b="0">
                <a:solidFill>
                  <a:srgbClr val="253C4D"/>
                </a:solidFill>
                <a:latin typeface="Yu Gothic"/>
                <a:ea typeface="Yu Gothic"/>
                <a:cs typeface="Yu Gothic"/>
              </a:defRPr>
            </a:lvl6pPr>
            <a:lvl7pPr>
              <a:defRPr sz="2250" b="0">
                <a:solidFill>
                  <a:srgbClr val="253C4D"/>
                </a:solidFill>
                <a:latin typeface="Yu Gothic"/>
                <a:ea typeface="Yu Gothic"/>
                <a:cs typeface="Yu Gothic"/>
              </a:defRPr>
            </a:lvl7pPr>
            <a:lvl8pPr>
              <a:defRPr sz="2250" b="0">
                <a:solidFill>
                  <a:srgbClr val="253C4D"/>
                </a:solidFill>
                <a:latin typeface="Yu Gothic"/>
                <a:ea typeface="Yu Gothic"/>
                <a:cs typeface="Yu Gothic"/>
              </a:defRPr>
            </a:lvl8pPr>
            <a:lvl9pPr>
              <a:defRPr sz="2250" b="0">
                <a:solidFill>
                  <a:srgbClr val="253C4D"/>
                </a:solidFill>
                <a:latin typeface="Yu Gothic"/>
                <a:ea typeface="Yu Gothic"/>
                <a:cs typeface="Yu Gothic"/>
              </a:defRPr>
            </a:lvl9pPr>
          </a:lstStyle>
          <a:p>
            <a:pPr>
              <a:defRPr sz="2250" b="0">
                <a:solidFill>
                  <a:srgbClr val="253C4D"/>
                </a:solidFill>
                <a:latin typeface="Yu Gothic"/>
                <a:ea typeface="Yu Gothic"/>
                <a:cs typeface="Yu Gothic"/>
              </a:defRPr>
            </a:pPr>
            <a:r>
              <a:rPr sz="2250" b="0">
                <a:solidFill>
                  <a:srgbClr val="253C4D"/>
                </a:solidFill>
                <a:latin typeface="Yu Gothic"/>
                <a:ea typeface="Yu Gothic"/>
                <a:cs typeface="Yu Gothic"/>
              </a:rPr>
              <a:t>森林の更新と、製品中の炭素を別々に数える</a:t>
            </a:r>
          </a:p>
        </p:txBody>
      </p:sp>
      <p:sp>
        <p:nvSpPr>
          <p:cNvPr id="7" name="正方形/長方形 6">
            <a:extLst>
              <a:ext uri="{FF2B5EF4-FFF2-40B4-BE49-F238E27FC236}">
                <a16:creationId xmlns:a16="http://schemas.microsoft.com/office/drawing/2014/main" id="{62399D03-662C-4349-966A-7C2F0D069A8A}"/>
              </a:ext>
            </a:extLst>
          </p:cNvPr>
          <p:cNvSpPr>
            <a:spLocks noGrp="1"/>
          </p:cNvSpPr>
          <p:nvPr/>
        </p:nvSpPr>
        <p:spPr>
          <a:xfrm>
            <a:off x="838200" y="4200525"/>
            <a:ext cx="10477500" cy="857250"/>
          </a:xfrm>
          <a:prstGeom prst="rect">
            <a:avLst/>
          </a:prstGeom>
          <a:noFill/>
          <a:ln w="0">
            <a:noFill/>
          </a:ln>
        </p:spPr>
        <p:txBody>
          <a:bodyPr lIns="0" tIns="0" rIns="0" bIns="0" anchor="ctr">
            <a:noAutofit/>
          </a:bodyPr>
          <a:lstStyle>
            <a:defPPr>
              <a:defRPr sz="2250" b="0">
                <a:solidFill>
                  <a:srgbClr val="253C4D"/>
                </a:solidFill>
                <a:latin typeface="Yu Gothic"/>
                <a:ea typeface="Yu Gothic"/>
                <a:cs typeface="Yu Gothic"/>
              </a:defRPr>
            </a:defPPr>
            <a:lvl1pPr>
              <a:defRPr sz="2250" b="0">
                <a:solidFill>
                  <a:srgbClr val="253C4D"/>
                </a:solidFill>
                <a:latin typeface="Yu Gothic"/>
                <a:ea typeface="Yu Gothic"/>
                <a:cs typeface="Yu Gothic"/>
              </a:defRPr>
            </a:lvl1pPr>
            <a:lvl2pPr>
              <a:defRPr sz="2250" b="0">
                <a:solidFill>
                  <a:srgbClr val="253C4D"/>
                </a:solidFill>
                <a:latin typeface="Yu Gothic"/>
                <a:ea typeface="Yu Gothic"/>
                <a:cs typeface="Yu Gothic"/>
              </a:defRPr>
            </a:lvl2pPr>
            <a:lvl3pPr>
              <a:defRPr sz="2250" b="0">
                <a:solidFill>
                  <a:srgbClr val="253C4D"/>
                </a:solidFill>
                <a:latin typeface="Yu Gothic"/>
                <a:ea typeface="Yu Gothic"/>
                <a:cs typeface="Yu Gothic"/>
              </a:defRPr>
            </a:lvl3pPr>
            <a:lvl4pPr>
              <a:defRPr sz="2250" b="0">
                <a:solidFill>
                  <a:srgbClr val="253C4D"/>
                </a:solidFill>
                <a:latin typeface="Yu Gothic"/>
                <a:ea typeface="Yu Gothic"/>
                <a:cs typeface="Yu Gothic"/>
              </a:defRPr>
            </a:lvl4pPr>
            <a:lvl5pPr>
              <a:defRPr sz="2250" b="0">
                <a:solidFill>
                  <a:srgbClr val="253C4D"/>
                </a:solidFill>
                <a:latin typeface="Yu Gothic"/>
                <a:ea typeface="Yu Gothic"/>
                <a:cs typeface="Yu Gothic"/>
              </a:defRPr>
            </a:lvl5pPr>
            <a:lvl6pPr>
              <a:defRPr sz="2250" b="0">
                <a:solidFill>
                  <a:srgbClr val="253C4D"/>
                </a:solidFill>
                <a:latin typeface="Yu Gothic"/>
                <a:ea typeface="Yu Gothic"/>
                <a:cs typeface="Yu Gothic"/>
              </a:defRPr>
            </a:lvl6pPr>
            <a:lvl7pPr>
              <a:defRPr sz="2250" b="0">
                <a:solidFill>
                  <a:srgbClr val="253C4D"/>
                </a:solidFill>
                <a:latin typeface="Yu Gothic"/>
                <a:ea typeface="Yu Gothic"/>
                <a:cs typeface="Yu Gothic"/>
              </a:defRPr>
            </a:lvl7pPr>
            <a:lvl8pPr>
              <a:defRPr sz="2250" b="0">
                <a:solidFill>
                  <a:srgbClr val="253C4D"/>
                </a:solidFill>
                <a:latin typeface="Yu Gothic"/>
                <a:ea typeface="Yu Gothic"/>
                <a:cs typeface="Yu Gothic"/>
              </a:defRPr>
            </a:lvl8pPr>
            <a:lvl9pPr>
              <a:defRPr sz="2250" b="0">
                <a:solidFill>
                  <a:srgbClr val="253C4D"/>
                </a:solidFill>
                <a:latin typeface="Yu Gothic"/>
                <a:ea typeface="Yu Gothic"/>
                <a:cs typeface="Yu Gothic"/>
              </a:defRPr>
            </a:lvl9pPr>
          </a:lstStyle>
          <a:p>
            <a:pPr>
              <a:defRPr sz="2250" b="0">
                <a:solidFill>
                  <a:srgbClr val="253C4D"/>
                </a:solidFill>
                <a:latin typeface="Yu Gothic"/>
                <a:ea typeface="Yu Gothic"/>
                <a:cs typeface="Yu Gothic"/>
              </a:defRPr>
            </a:pPr>
            <a:r>
              <a:rPr sz="2250" b="0">
                <a:solidFill>
                  <a:srgbClr val="253C4D"/>
                </a:solidFill>
                <a:latin typeface="Yu Gothic"/>
                <a:ea typeface="Yu Gothic"/>
                <a:cs typeface="Yu Gothic"/>
              </a:rPr>
              <a:t>第12回の文化・森林管理を、量と条件で読み直す</a:t>
            </a:r>
          </a:p>
        </p:txBody>
      </p:sp>
    </p:spTree>
    <p:extLst>
      <p:ext uri="{BB962C8B-B14F-4D97-AF65-F5344CB8AC3E}">
        <p14:creationId xmlns:p14="http://schemas.microsoft.com/office/powerpoint/2010/main" val="409923061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正方形/長方形 8">
            <a:extLst>
              <a:ext uri="{FF2B5EF4-FFF2-40B4-BE49-F238E27FC236}">
                <a16:creationId xmlns:a16="http://schemas.microsoft.com/office/drawing/2014/main" id="{F3327943-178F-4BF8-9963-A4716CE034D0}"/>
              </a:ext>
            </a:extLst>
          </p:cNvPr>
          <p:cNvSpPr>
            <a:spLocks noGrp="1"/>
          </p:cNvSpPr>
          <p:nvPr/>
        </p:nvSpPr>
        <p:spPr>
          <a:xfrm>
            <a:off x="685800" y="342900"/>
            <a:ext cx="10820400" cy="666750"/>
          </a:xfrm>
          <a:prstGeom prst="rect">
            <a:avLst/>
          </a:prstGeom>
          <a:noFill/>
          <a:ln w="0">
            <a:noFill/>
          </a:ln>
        </p:spPr>
        <p:txBody>
          <a:bodyPr lIns="0" tIns="0" rIns="0" bIns="0" anchor="ctr">
            <a:noAutofit/>
          </a:bodyPr>
          <a:lstStyle>
            <a:defPPr>
              <a:defRPr sz="3000" b="1">
                <a:solidFill>
                  <a:srgbClr val="18364F"/>
                </a:solidFill>
                <a:latin typeface="Yu Gothic"/>
                <a:ea typeface="Yu Gothic"/>
                <a:cs typeface="Yu Gothic"/>
              </a:defRPr>
            </a:defPPr>
            <a:lvl1pPr>
              <a:buNone/>
              <a:defRPr sz="3000" b="1">
                <a:solidFill>
                  <a:srgbClr val="18364F"/>
                </a:solidFill>
                <a:latin typeface="Yu Gothic"/>
                <a:ea typeface="Yu Gothic"/>
                <a:cs typeface="Yu Gothic"/>
              </a:defRPr>
            </a:lvl1pPr>
            <a:lvl2pPr>
              <a:buNone/>
              <a:defRPr sz="3000" b="1">
                <a:solidFill>
                  <a:srgbClr val="18364F"/>
                </a:solidFill>
                <a:latin typeface="Yu Gothic"/>
                <a:ea typeface="Yu Gothic"/>
                <a:cs typeface="Yu Gothic"/>
              </a:defRPr>
            </a:lvl2pPr>
            <a:lvl3pPr>
              <a:buNone/>
              <a:defRPr sz="3000" b="1">
                <a:solidFill>
                  <a:srgbClr val="18364F"/>
                </a:solidFill>
                <a:latin typeface="Yu Gothic"/>
                <a:ea typeface="Yu Gothic"/>
                <a:cs typeface="Yu Gothic"/>
              </a:defRPr>
            </a:lvl3pPr>
            <a:lvl4pPr>
              <a:buNone/>
              <a:defRPr sz="3000" b="1">
                <a:solidFill>
                  <a:srgbClr val="18364F"/>
                </a:solidFill>
                <a:latin typeface="Yu Gothic"/>
                <a:ea typeface="Yu Gothic"/>
                <a:cs typeface="Yu Gothic"/>
              </a:defRPr>
            </a:lvl4pPr>
            <a:lvl5pPr>
              <a:buNone/>
              <a:defRPr sz="3000" b="1">
                <a:solidFill>
                  <a:srgbClr val="18364F"/>
                </a:solidFill>
                <a:latin typeface="Yu Gothic"/>
                <a:ea typeface="Yu Gothic"/>
                <a:cs typeface="Yu Gothic"/>
              </a:defRPr>
            </a:lvl5pPr>
            <a:lvl6pPr>
              <a:buNone/>
              <a:defRPr sz="3000" b="1">
                <a:solidFill>
                  <a:srgbClr val="18364F"/>
                </a:solidFill>
                <a:latin typeface="Yu Gothic"/>
                <a:ea typeface="Yu Gothic"/>
                <a:cs typeface="Yu Gothic"/>
              </a:defRPr>
            </a:lvl6pPr>
            <a:lvl7pPr>
              <a:buNone/>
              <a:defRPr sz="3000" b="1">
                <a:solidFill>
                  <a:srgbClr val="18364F"/>
                </a:solidFill>
                <a:latin typeface="Yu Gothic"/>
                <a:ea typeface="Yu Gothic"/>
                <a:cs typeface="Yu Gothic"/>
              </a:defRPr>
            </a:lvl7pPr>
            <a:lvl8pPr>
              <a:buNone/>
              <a:defRPr sz="3000" b="1">
                <a:solidFill>
                  <a:srgbClr val="18364F"/>
                </a:solidFill>
                <a:latin typeface="Yu Gothic"/>
                <a:ea typeface="Yu Gothic"/>
                <a:cs typeface="Yu Gothic"/>
              </a:defRPr>
            </a:lvl8pPr>
            <a:lvl9pPr>
              <a:buNone/>
              <a:defRPr sz="3000" b="1">
                <a:solidFill>
                  <a:srgbClr val="18364F"/>
                </a:solidFill>
                <a:latin typeface="Yu Gothic"/>
                <a:ea typeface="Yu Gothic"/>
                <a:cs typeface="Yu Gothic"/>
              </a:defRPr>
            </a:lvl9pPr>
          </a:lstStyle>
          <a:p>
            <a:pPr>
              <a:buNone/>
              <a:defRPr sz="3000" b="1">
                <a:solidFill>
                  <a:srgbClr val="18364F"/>
                </a:solidFill>
                <a:latin typeface="Yu Gothic"/>
                <a:ea typeface="Yu Gothic"/>
                <a:cs typeface="Yu Gothic"/>
              </a:defRPr>
            </a:pPr>
            <a:r>
              <a:rPr sz="3000" b="1">
                <a:solidFill>
                  <a:srgbClr val="18364F"/>
                </a:solidFill>
                <a:latin typeface="Yu Gothic"/>
                <a:ea typeface="Yu Gothic"/>
                <a:cs typeface="Yu Gothic"/>
              </a:rPr>
              <a:t>再生可能性と持続可能性</a:t>
            </a:r>
          </a:p>
        </p:txBody>
      </p:sp>
      <p:sp>
        <p:nvSpPr>
          <p:cNvPr id="2" name="正方形/長方形 1">
            <a:extLst>
              <a:ext uri="{FF2B5EF4-FFF2-40B4-BE49-F238E27FC236}">
                <a16:creationId xmlns:a16="http://schemas.microsoft.com/office/drawing/2014/main" id="{A630D10E-9F1D-4D1A-BF84-B9193DAACFCB}"/>
              </a:ext>
            </a:extLst>
          </p:cNvPr>
          <p:cNvSpPr>
            <a:spLocks noGrp="1"/>
          </p:cNvSpPr>
          <p:nvPr/>
        </p:nvSpPr>
        <p:spPr>
          <a:xfrm>
            <a:off x="685800" y="1181100"/>
            <a:ext cx="10820400" cy="19050"/>
          </a:xfrm>
          <a:prstGeom prst="rect">
            <a:avLst/>
          </a:prstGeom>
          <a:solidFill>
            <a:srgbClr val="18364F"/>
          </a:solidFill>
          <a:ln w="0">
            <a:noFill/>
          </a:ln>
        </p:spPr>
      </p:sp>
      <p:sp>
        <p:nvSpPr>
          <p:cNvPr id="3" name="正方形/長方形 2">
            <a:extLst>
              <a:ext uri="{FF2B5EF4-FFF2-40B4-BE49-F238E27FC236}">
                <a16:creationId xmlns:a16="http://schemas.microsoft.com/office/drawing/2014/main" id="{CA11C8A6-8C32-48DB-89B0-0500268E5356}"/>
              </a:ext>
            </a:extLst>
          </p:cNvPr>
          <p:cNvSpPr>
            <a:spLocks noGrp="1"/>
          </p:cNvSpPr>
          <p:nvPr/>
        </p:nvSpPr>
        <p:spPr>
          <a:xfrm>
            <a:off x="685800" y="6419850"/>
            <a:ext cx="9334500" cy="257175"/>
          </a:xfrm>
          <a:prstGeom prst="rect">
            <a:avLst/>
          </a:prstGeom>
          <a:noFill/>
          <a:ln w="0">
            <a:noFill/>
          </a:ln>
        </p:spPr>
        <p:txBody>
          <a:bodyPr lIns="0" tIns="0" rIns="0" bIns="0" anchor="ctr">
            <a:noAutofit/>
          </a:bodyPr>
          <a:lstStyle>
            <a:defPPr>
              <a:defRPr sz="1425" b="0">
                <a:solidFill>
                  <a:srgbClr val="596875"/>
                </a:solidFill>
                <a:latin typeface="Yu Gothic"/>
                <a:ea typeface="Yu Gothic"/>
                <a:cs typeface="Yu Gothic"/>
              </a:defRPr>
            </a:defPPr>
            <a:lvl1pPr>
              <a:buNone/>
              <a:defRPr sz="1425" b="0">
                <a:solidFill>
                  <a:srgbClr val="596875"/>
                </a:solidFill>
                <a:latin typeface="Yu Gothic"/>
                <a:ea typeface="Yu Gothic"/>
                <a:cs typeface="Yu Gothic"/>
              </a:defRPr>
            </a:lvl1pPr>
            <a:lvl2pPr>
              <a:buNone/>
              <a:defRPr sz="1425" b="0">
                <a:solidFill>
                  <a:srgbClr val="596875"/>
                </a:solidFill>
                <a:latin typeface="Yu Gothic"/>
                <a:ea typeface="Yu Gothic"/>
                <a:cs typeface="Yu Gothic"/>
              </a:defRPr>
            </a:lvl2pPr>
            <a:lvl3pPr>
              <a:buNone/>
              <a:defRPr sz="1425" b="0">
                <a:solidFill>
                  <a:srgbClr val="596875"/>
                </a:solidFill>
                <a:latin typeface="Yu Gothic"/>
                <a:ea typeface="Yu Gothic"/>
                <a:cs typeface="Yu Gothic"/>
              </a:defRPr>
            </a:lvl3pPr>
            <a:lvl4pPr>
              <a:buNone/>
              <a:defRPr sz="1425" b="0">
                <a:solidFill>
                  <a:srgbClr val="596875"/>
                </a:solidFill>
                <a:latin typeface="Yu Gothic"/>
                <a:ea typeface="Yu Gothic"/>
                <a:cs typeface="Yu Gothic"/>
              </a:defRPr>
            </a:lvl4pPr>
            <a:lvl5pPr>
              <a:buNone/>
              <a:defRPr sz="1425" b="0">
                <a:solidFill>
                  <a:srgbClr val="596875"/>
                </a:solidFill>
                <a:latin typeface="Yu Gothic"/>
                <a:ea typeface="Yu Gothic"/>
                <a:cs typeface="Yu Gothic"/>
              </a:defRPr>
            </a:lvl5pPr>
            <a:lvl6pPr>
              <a:buNone/>
              <a:defRPr sz="1425" b="0">
                <a:solidFill>
                  <a:srgbClr val="596875"/>
                </a:solidFill>
                <a:latin typeface="Yu Gothic"/>
                <a:ea typeface="Yu Gothic"/>
                <a:cs typeface="Yu Gothic"/>
              </a:defRPr>
            </a:lvl6pPr>
            <a:lvl7pPr>
              <a:buNone/>
              <a:defRPr sz="1425" b="0">
                <a:solidFill>
                  <a:srgbClr val="596875"/>
                </a:solidFill>
                <a:latin typeface="Yu Gothic"/>
                <a:ea typeface="Yu Gothic"/>
                <a:cs typeface="Yu Gothic"/>
              </a:defRPr>
            </a:lvl7pPr>
            <a:lvl8pPr>
              <a:buNone/>
              <a:defRPr sz="1425" b="0">
                <a:solidFill>
                  <a:srgbClr val="596875"/>
                </a:solidFill>
                <a:latin typeface="Yu Gothic"/>
                <a:ea typeface="Yu Gothic"/>
                <a:cs typeface="Yu Gothic"/>
              </a:defRPr>
            </a:lvl8pPr>
            <a:lvl9pPr>
              <a:buNone/>
              <a:defRPr sz="1425" b="0">
                <a:solidFill>
                  <a:srgbClr val="596875"/>
                </a:solidFill>
                <a:latin typeface="Yu Gothic"/>
                <a:ea typeface="Yu Gothic"/>
                <a:cs typeface="Yu Gothic"/>
              </a:defRPr>
            </a:lvl9pPr>
          </a:lstStyle>
          <a:p>
            <a:pPr>
              <a:buNone/>
              <a:defRPr sz="1425" b="0">
                <a:solidFill>
                  <a:srgbClr val="596875"/>
                </a:solidFill>
                <a:latin typeface="Yu Gothic"/>
                <a:ea typeface="Yu Gothic"/>
                <a:cs typeface="Yu Gothic"/>
              </a:defRPr>
            </a:pPr>
            <a:r>
              <a:rPr lang="ja-JP" altLang="en-US" sz="1425" b="0">
                <a:solidFill>
                  <a:srgbClr val="596875"/>
                </a:solidFill>
                <a:latin typeface="Yu Gothic"/>
                <a:ea typeface="Yu Gothic"/>
                <a:cs typeface="Yu Gothic"/>
              </a:rPr>
              <a:t>木材及び木質材料学　新第</a:t>
            </a:r>
            <a:r>
              <a:rPr lang="en-US" altLang="ja-JP" sz="1425" b="0">
                <a:solidFill>
                  <a:srgbClr val="596875"/>
                </a:solidFill>
                <a:latin typeface="Yu Gothic"/>
                <a:ea typeface="Yu Gothic"/>
                <a:cs typeface="Yu Gothic"/>
              </a:rPr>
              <a:t>14</a:t>
            </a:r>
            <a:r>
              <a:rPr lang="ja-JP" altLang="en-US" sz="1425" b="0">
                <a:solidFill>
                  <a:srgbClr val="596875"/>
                </a:solidFill>
                <a:latin typeface="Yu Gothic"/>
                <a:ea typeface="Yu Gothic"/>
                <a:cs typeface="Yu Gothic"/>
              </a:rPr>
              <a:t>回　資源・環境</a:t>
            </a:r>
            <a:endParaRPr sz="1425" b="0">
              <a:solidFill>
                <a:srgbClr val="596875"/>
              </a:solidFill>
              <a:latin typeface="Yu Gothic"/>
              <a:ea typeface="Yu Gothic"/>
              <a:cs typeface="Yu Gothic"/>
            </a:endParaRPr>
          </a:p>
        </p:txBody>
      </p:sp>
      <p:sp>
        <p:nvSpPr>
          <p:cNvPr id="4" name="正方形/長方形 3">
            <a:extLst>
              <a:ext uri="{FF2B5EF4-FFF2-40B4-BE49-F238E27FC236}">
                <a16:creationId xmlns:a16="http://schemas.microsoft.com/office/drawing/2014/main" id="{F155DACA-D195-4CEB-B455-99825C7F9BBA}"/>
              </a:ext>
            </a:extLst>
          </p:cNvPr>
          <p:cNvSpPr>
            <a:spLocks noGrp="1"/>
          </p:cNvSpPr>
          <p:nvPr/>
        </p:nvSpPr>
        <p:spPr>
          <a:xfrm>
            <a:off x="10763250" y="6419850"/>
            <a:ext cx="742950" cy="257175"/>
          </a:xfrm>
          <a:prstGeom prst="rect">
            <a:avLst/>
          </a:prstGeom>
          <a:noFill/>
          <a:ln w="0">
            <a:noFill/>
          </a:ln>
        </p:spPr>
        <p:txBody>
          <a:bodyPr lIns="0" tIns="0" rIns="0" bIns="0" anchor="ctr">
            <a:noAutofit/>
          </a:bodyPr>
          <a:lstStyle>
            <a:defPPr>
              <a:defRPr sz="1425" b="0">
                <a:solidFill>
                  <a:srgbClr val="596875"/>
                </a:solidFill>
                <a:latin typeface="Yu Gothic"/>
                <a:ea typeface="Yu Gothic"/>
                <a:cs typeface="Yu Gothic"/>
              </a:defRPr>
            </a:defPPr>
            <a:lvl1pPr>
              <a:buNone/>
              <a:defRPr sz="1425" b="0">
                <a:solidFill>
                  <a:srgbClr val="596875"/>
                </a:solidFill>
                <a:latin typeface="Yu Gothic"/>
                <a:ea typeface="Yu Gothic"/>
                <a:cs typeface="Yu Gothic"/>
              </a:defRPr>
            </a:lvl1pPr>
            <a:lvl2pPr>
              <a:buNone/>
              <a:defRPr sz="1425" b="0">
                <a:solidFill>
                  <a:srgbClr val="596875"/>
                </a:solidFill>
                <a:latin typeface="Yu Gothic"/>
                <a:ea typeface="Yu Gothic"/>
                <a:cs typeface="Yu Gothic"/>
              </a:defRPr>
            </a:lvl2pPr>
            <a:lvl3pPr>
              <a:buNone/>
              <a:defRPr sz="1425" b="0">
                <a:solidFill>
                  <a:srgbClr val="596875"/>
                </a:solidFill>
                <a:latin typeface="Yu Gothic"/>
                <a:ea typeface="Yu Gothic"/>
                <a:cs typeface="Yu Gothic"/>
              </a:defRPr>
            </a:lvl3pPr>
            <a:lvl4pPr>
              <a:buNone/>
              <a:defRPr sz="1425" b="0">
                <a:solidFill>
                  <a:srgbClr val="596875"/>
                </a:solidFill>
                <a:latin typeface="Yu Gothic"/>
                <a:ea typeface="Yu Gothic"/>
                <a:cs typeface="Yu Gothic"/>
              </a:defRPr>
            </a:lvl4pPr>
            <a:lvl5pPr>
              <a:buNone/>
              <a:defRPr sz="1425" b="0">
                <a:solidFill>
                  <a:srgbClr val="596875"/>
                </a:solidFill>
                <a:latin typeface="Yu Gothic"/>
                <a:ea typeface="Yu Gothic"/>
                <a:cs typeface="Yu Gothic"/>
              </a:defRPr>
            </a:lvl5pPr>
            <a:lvl6pPr>
              <a:buNone/>
              <a:defRPr sz="1425" b="0">
                <a:solidFill>
                  <a:srgbClr val="596875"/>
                </a:solidFill>
                <a:latin typeface="Yu Gothic"/>
                <a:ea typeface="Yu Gothic"/>
                <a:cs typeface="Yu Gothic"/>
              </a:defRPr>
            </a:lvl6pPr>
            <a:lvl7pPr>
              <a:buNone/>
              <a:defRPr sz="1425" b="0">
                <a:solidFill>
                  <a:srgbClr val="596875"/>
                </a:solidFill>
                <a:latin typeface="Yu Gothic"/>
                <a:ea typeface="Yu Gothic"/>
                <a:cs typeface="Yu Gothic"/>
              </a:defRPr>
            </a:lvl7pPr>
            <a:lvl8pPr>
              <a:buNone/>
              <a:defRPr sz="1425" b="0">
                <a:solidFill>
                  <a:srgbClr val="596875"/>
                </a:solidFill>
                <a:latin typeface="Yu Gothic"/>
                <a:ea typeface="Yu Gothic"/>
                <a:cs typeface="Yu Gothic"/>
              </a:defRPr>
            </a:lvl8pPr>
            <a:lvl9pPr>
              <a:buNone/>
              <a:defRPr sz="1425" b="0">
                <a:solidFill>
                  <a:srgbClr val="596875"/>
                </a:solidFill>
                <a:latin typeface="Yu Gothic"/>
                <a:ea typeface="Yu Gothic"/>
                <a:cs typeface="Yu Gothic"/>
              </a:defRPr>
            </a:lvl9pPr>
          </a:lstStyle>
          <a:p>
            <a:pPr>
              <a:buNone/>
              <a:defRPr sz="1425" b="0">
                <a:solidFill>
                  <a:srgbClr val="596875"/>
                </a:solidFill>
                <a:latin typeface="Yu Gothic"/>
                <a:ea typeface="Yu Gothic"/>
                <a:cs typeface="Yu Gothic"/>
              </a:defRPr>
            </a:pPr>
            <a:r>
              <a:rPr lang="en-US" altLang="ja-JP" sz="1425" b="0">
                <a:solidFill>
                  <a:srgbClr val="596875"/>
                </a:solidFill>
                <a:latin typeface="Yu Gothic"/>
                <a:ea typeface="Yu Gothic"/>
                <a:cs typeface="Yu Gothic"/>
              </a:rPr>
              <a:t>33</a:t>
            </a:r>
            <a:endParaRPr sz="1425" b="0">
              <a:solidFill>
                <a:srgbClr val="596875"/>
              </a:solidFill>
              <a:latin typeface="Yu Gothic"/>
              <a:ea typeface="Yu Gothic"/>
              <a:cs typeface="Yu Gothic"/>
            </a:endParaRPr>
          </a:p>
        </p:txBody>
      </p:sp>
      <p:sp>
        <p:nvSpPr>
          <p:cNvPr id="5" name="正方形/長方形 4">
            <a:extLst>
              <a:ext uri="{FF2B5EF4-FFF2-40B4-BE49-F238E27FC236}">
                <a16:creationId xmlns:a16="http://schemas.microsoft.com/office/drawing/2014/main" id="{66CFC8B1-9C31-4814-AEB3-860EC91615CC}"/>
              </a:ext>
            </a:extLst>
          </p:cNvPr>
          <p:cNvSpPr>
            <a:spLocks noGrp="1"/>
          </p:cNvSpPr>
          <p:nvPr/>
        </p:nvSpPr>
        <p:spPr>
          <a:xfrm>
            <a:off x="838200" y="1600200"/>
            <a:ext cx="10477500" cy="809625"/>
          </a:xfrm>
          <a:prstGeom prst="rect">
            <a:avLst/>
          </a:prstGeom>
          <a:noFill/>
          <a:ln w="0">
            <a:noFill/>
          </a:ln>
        </p:spPr>
        <p:txBody>
          <a:bodyPr lIns="0" tIns="0" rIns="0" bIns="0" anchor="ctr">
            <a:noAutofit/>
          </a:bodyPr>
          <a:lstStyle>
            <a:defPPr>
              <a:defRPr sz="2175" b="0">
                <a:solidFill>
                  <a:srgbClr val="253C4D"/>
                </a:solidFill>
                <a:latin typeface="Yu Gothic"/>
                <a:ea typeface="Yu Gothic"/>
                <a:cs typeface="Yu Gothic"/>
              </a:defRPr>
            </a:defPPr>
            <a:lvl1pPr>
              <a:buNone/>
              <a:defRPr sz="2175" b="0">
                <a:solidFill>
                  <a:srgbClr val="253C4D"/>
                </a:solidFill>
                <a:latin typeface="Yu Gothic"/>
                <a:ea typeface="Yu Gothic"/>
                <a:cs typeface="Yu Gothic"/>
              </a:defRPr>
            </a:lvl1pPr>
            <a:lvl2pPr>
              <a:buNone/>
              <a:defRPr sz="2175" b="0">
                <a:solidFill>
                  <a:srgbClr val="253C4D"/>
                </a:solidFill>
                <a:latin typeface="Yu Gothic"/>
                <a:ea typeface="Yu Gothic"/>
                <a:cs typeface="Yu Gothic"/>
              </a:defRPr>
            </a:lvl2pPr>
            <a:lvl3pPr>
              <a:buNone/>
              <a:defRPr sz="2175" b="0">
                <a:solidFill>
                  <a:srgbClr val="253C4D"/>
                </a:solidFill>
                <a:latin typeface="Yu Gothic"/>
                <a:ea typeface="Yu Gothic"/>
                <a:cs typeface="Yu Gothic"/>
              </a:defRPr>
            </a:lvl3pPr>
            <a:lvl4pPr>
              <a:buNone/>
              <a:defRPr sz="2175" b="0">
                <a:solidFill>
                  <a:srgbClr val="253C4D"/>
                </a:solidFill>
                <a:latin typeface="Yu Gothic"/>
                <a:ea typeface="Yu Gothic"/>
                <a:cs typeface="Yu Gothic"/>
              </a:defRPr>
            </a:lvl4pPr>
            <a:lvl5pPr>
              <a:buNone/>
              <a:defRPr sz="2175" b="0">
                <a:solidFill>
                  <a:srgbClr val="253C4D"/>
                </a:solidFill>
                <a:latin typeface="Yu Gothic"/>
                <a:ea typeface="Yu Gothic"/>
                <a:cs typeface="Yu Gothic"/>
              </a:defRPr>
            </a:lvl5pPr>
            <a:lvl6pPr>
              <a:buNone/>
              <a:defRPr sz="2175" b="0">
                <a:solidFill>
                  <a:srgbClr val="253C4D"/>
                </a:solidFill>
                <a:latin typeface="Yu Gothic"/>
                <a:ea typeface="Yu Gothic"/>
                <a:cs typeface="Yu Gothic"/>
              </a:defRPr>
            </a:lvl6pPr>
            <a:lvl7pPr>
              <a:buNone/>
              <a:defRPr sz="2175" b="0">
                <a:solidFill>
                  <a:srgbClr val="253C4D"/>
                </a:solidFill>
                <a:latin typeface="Yu Gothic"/>
                <a:ea typeface="Yu Gothic"/>
                <a:cs typeface="Yu Gothic"/>
              </a:defRPr>
            </a:lvl7pPr>
            <a:lvl8pPr>
              <a:buNone/>
              <a:defRPr sz="2175" b="0">
                <a:solidFill>
                  <a:srgbClr val="253C4D"/>
                </a:solidFill>
                <a:latin typeface="Yu Gothic"/>
                <a:ea typeface="Yu Gothic"/>
                <a:cs typeface="Yu Gothic"/>
              </a:defRPr>
            </a:lvl8pPr>
            <a:lvl9pPr>
              <a:buNone/>
              <a:defRPr sz="2175" b="0">
                <a:solidFill>
                  <a:srgbClr val="253C4D"/>
                </a:solidFill>
                <a:latin typeface="Yu Gothic"/>
                <a:ea typeface="Yu Gothic"/>
                <a:cs typeface="Yu Gothic"/>
              </a:defRPr>
            </a:lvl9pPr>
          </a:lstStyle>
          <a:p>
            <a:pPr>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再生可能：樹木は成長し、次の世代を育てられる</a:t>
            </a:r>
          </a:p>
        </p:txBody>
      </p:sp>
      <p:sp>
        <p:nvSpPr>
          <p:cNvPr id="6" name="正方形/長方形 5">
            <a:extLst>
              <a:ext uri="{FF2B5EF4-FFF2-40B4-BE49-F238E27FC236}">
                <a16:creationId xmlns:a16="http://schemas.microsoft.com/office/drawing/2014/main" id="{933D82E8-7B39-45D6-9499-6C0BB9726043}"/>
              </a:ext>
            </a:extLst>
          </p:cNvPr>
          <p:cNvSpPr>
            <a:spLocks noGrp="1"/>
          </p:cNvSpPr>
          <p:nvPr/>
        </p:nvSpPr>
        <p:spPr>
          <a:xfrm>
            <a:off x="838200" y="2600325"/>
            <a:ext cx="10477500" cy="809625"/>
          </a:xfrm>
          <a:prstGeom prst="rect">
            <a:avLst/>
          </a:prstGeom>
          <a:noFill/>
          <a:ln w="0">
            <a:noFill/>
          </a:ln>
        </p:spPr>
        <p:txBody>
          <a:bodyPr lIns="0" tIns="0" rIns="0" bIns="0" anchor="ctr">
            <a:noAutofit/>
          </a:bodyPr>
          <a:lstStyle>
            <a:defPPr>
              <a:defRPr sz="2175" b="0">
                <a:solidFill>
                  <a:srgbClr val="253C4D"/>
                </a:solidFill>
                <a:latin typeface="Yu Gothic"/>
                <a:ea typeface="Yu Gothic"/>
                <a:cs typeface="Yu Gothic"/>
              </a:defRPr>
            </a:defPPr>
            <a:lvl1pPr>
              <a:buNone/>
              <a:defRPr sz="2175" b="0">
                <a:solidFill>
                  <a:srgbClr val="253C4D"/>
                </a:solidFill>
                <a:latin typeface="Yu Gothic"/>
                <a:ea typeface="Yu Gothic"/>
                <a:cs typeface="Yu Gothic"/>
              </a:defRPr>
            </a:lvl1pPr>
            <a:lvl2pPr>
              <a:buNone/>
              <a:defRPr sz="2175" b="0">
                <a:solidFill>
                  <a:srgbClr val="253C4D"/>
                </a:solidFill>
                <a:latin typeface="Yu Gothic"/>
                <a:ea typeface="Yu Gothic"/>
                <a:cs typeface="Yu Gothic"/>
              </a:defRPr>
            </a:lvl2pPr>
            <a:lvl3pPr>
              <a:buNone/>
              <a:defRPr sz="2175" b="0">
                <a:solidFill>
                  <a:srgbClr val="253C4D"/>
                </a:solidFill>
                <a:latin typeface="Yu Gothic"/>
                <a:ea typeface="Yu Gothic"/>
                <a:cs typeface="Yu Gothic"/>
              </a:defRPr>
            </a:lvl3pPr>
            <a:lvl4pPr>
              <a:buNone/>
              <a:defRPr sz="2175" b="0">
                <a:solidFill>
                  <a:srgbClr val="253C4D"/>
                </a:solidFill>
                <a:latin typeface="Yu Gothic"/>
                <a:ea typeface="Yu Gothic"/>
                <a:cs typeface="Yu Gothic"/>
              </a:defRPr>
            </a:lvl4pPr>
            <a:lvl5pPr>
              <a:buNone/>
              <a:defRPr sz="2175" b="0">
                <a:solidFill>
                  <a:srgbClr val="253C4D"/>
                </a:solidFill>
                <a:latin typeface="Yu Gothic"/>
                <a:ea typeface="Yu Gothic"/>
                <a:cs typeface="Yu Gothic"/>
              </a:defRPr>
            </a:lvl5pPr>
            <a:lvl6pPr>
              <a:buNone/>
              <a:defRPr sz="2175" b="0">
                <a:solidFill>
                  <a:srgbClr val="253C4D"/>
                </a:solidFill>
                <a:latin typeface="Yu Gothic"/>
                <a:ea typeface="Yu Gothic"/>
                <a:cs typeface="Yu Gothic"/>
              </a:defRPr>
            </a:lvl6pPr>
            <a:lvl7pPr>
              <a:buNone/>
              <a:defRPr sz="2175" b="0">
                <a:solidFill>
                  <a:srgbClr val="253C4D"/>
                </a:solidFill>
                <a:latin typeface="Yu Gothic"/>
                <a:ea typeface="Yu Gothic"/>
                <a:cs typeface="Yu Gothic"/>
              </a:defRPr>
            </a:lvl7pPr>
            <a:lvl8pPr>
              <a:buNone/>
              <a:defRPr sz="2175" b="0">
                <a:solidFill>
                  <a:srgbClr val="253C4D"/>
                </a:solidFill>
                <a:latin typeface="Yu Gothic"/>
                <a:ea typeface="Yu Gothic"/>
                <a:cs typeface="Yu Gothic"/>
              </a:defRPr>
            </a:lvl8pPr>
            <a:lvl9pPr>
              <a:buNone/>
              <a:defRPr sz="2175" b="0">
                <a:solidFill>
                  <a:srgbClr val="253C4D"/>
                </a:solidFill>
                <a:latin typeface="Yu Gothic"/>
                <a:ea typeface="Yu Gothic"/>
                <a:cs typeface="Yu Gothic"/>
              </a:defRPr>
            </a:lvl9pPr>
          </a:lstStyle>
          <a:p>
            <a:pPr>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持続可能性（sustainability）：資源・生態系・暮らしを保つ</a:t>
            </a:r>
          </a:p>
        </p:txBody>
      </p:sp>
      <p:sp>
        <p:nvSpPr>
          <p:cNvPr id="7" name="正方形/長方形 6">
            <a:extLst>
              <a:ext uri="{FF2B5EF4-FFF2-40B4-BE49-F238E27FC236}">
                <a16:creationId xmlns:a16="http://schemas.microsoft.com/office/drawing/2014/main" id="{9A216DAA-CCFD-47D1-A4CD-6DEA8E6E5402}"/>
              </a:ext>
            </a:extLst>
          </p:cNvPr>
          <p:cNvSpPr>
            <a:spLocks noGrp="1"/>
          </p:cNvSpPr>
          <p:nvPr/>
        </p:nvSpPr>
        <p:spPr>
          <a:xfrm>
            <a:off x="838200" y="3600450"/>
            <a:ext cx="10477500" cy="809625"/>
          </a:xfrm>
          <a:prstGeom prst="rect">
            <a:avLst/>
          </a:prstGeom>
          <a:noFill/>
          <a:ln w="0">
            <a:noFill/>
          </a:ln>
        </p:spPr>
        <p:txBody>
          <a:bodyPr lIns="0" tIns="0" rIns="0" bIns="0" anchor="ctr">
            <a:noAutofit/>
          </a:bodyPr>
          <a:lstStyle>
            <a:defPPr>
              <a:defRPr sz="2175" b="0">
                <a:solidFill>
                  <a:srgbClr val="253C4D"/>
                </a:solidFill>
                <a:latin typeface="Yu Gothic"/>
                <a:ea typeface="Yu Gothic"/>
                <a:cs typeface="Yu Gothic"/>
              </a:defRPr>
            </a:defPPr>
            <a:lvl1pPr>
              <a:buNone/>
              <a:defRPr sz="2175" b="0">
                <a:solidFill>
                  <a:srgbClr val="253C4D"/>
                </a:solidFill>
                <a:latin typeface="Yu Gothic"/>
                <a:ea typeface="Yu Gothic"/>
                <a:cs typeface="Yu Gothic"/>
              </a:defRPr>
            </a:lvl1pPr>
            <a:lvl2pPr>
              <a:buNone/>
              <a:defRPr sz="2175" b="0">
                <a:solidFill>
                  <a:srgbClr val="253C4D"/>
                </a:solidFill>
                <a:latin typeface="Yu Gothic"/>
                <a:ea typeface="Yu Gothic"/>
                <a:cs typeface="Yu Gothic"/>
              </a:defRPr>
            </a:lvl2pPr>
            <a:lvl3pPr>
              <a:buNone/>
              <a:defRPr sz="2175" b="0">
                <a:solidFill>
                  <a:srgbClr val="253C4D"/>
                </a:solidFill>
                <a:latin typeface="Yu Gothic"/>
                <a:ea typeface="Yu Gothic"/>
                <a:cs typeface="Yu Gothic"/>
              </a:defRPr>
            </a:lvl3pPr>
            <a:lvl4pPr>
              <a:buNone/>
              <a:defRPr sz="2175" b="0">
                <a:solidFill>
                  <a:srgbClr val="253C4D"/>
                </a:solidFill>
                <a:latin typeface="Yu Gothic"/>
                <a:ea typeface="Yu Gothic"/>
                <a:cs typeface="Yu Gothic"/>
              </a:defRPr>
            </a:lvl4pPr>
            <a:lvl5pPr>
              <a:buNone/>
              <a:defRPr sz="2175" b="0">
                <a:solidFill>
                  <a:srgbClr val="253C4D"/>
                </a:solidFill>
                <a:latin typeface="Yu Gothic"/>
                <a:ea typeface="Yu Gothic"/>
                <a:cs typeface="Yu Gothic"/>
              </a:defRPr>
            </a:lvl5pPr>
            <a:lvl6pPr>
              <a:buNone/>
              <a:defRPr sz="2175" b="0">
                <a:solidFill>
                  <a:srgbClr val="253C4D"/>
                </a:solidFill>
                <a:latin typeface="Yu Gothic"/>
                <a:ea typeface="Yu Gothic"/>
                <a:cs typeface="Yu Gothic"/>
              </a:defRPr>
            </a:lvl6pPr>
            <a:lvl7pPr>
              <a:buNone/>
              <a:defRPr sz="2175" b="0">
                <a:solidFill>
                  <a:srgbClr val="253C4D"/>
                </a:solidFill>
                <a:latin typeface="Yu Gothic"/>
                <a:ea typeface="Yu Gothic"/>
                <a:cs typeface="Yu Gothic"/>
              </a:defRPr>
            </a:lvl7pPr>
            <a:lvl8pPr>
              <a:buNone/>
              <a:defRPr sz="2175" b="0">
                <a:solidFill>
                  <a:srgbClr val="253C4D"/>
                </a:solidFill>
                <a:latin typeface="Yu Gothic"/>
                <a:ea typeface="Yu Gothic"/>
                <a:cs typeface="Yu Gothic"/>
              </a:defRPr>
            </a:lvl8pPr>
            <a:lvl9pPr>
              <a:buNone/>
              <a:defRPr sz="2175" b="0">
                <a:solidFill>
                  <a:srgbClr val="253C4D"/>
                </a:solidFill>
                <a:latin typeface="Yu Gothic"/>
                <a:ea typeface="Yu Gothic"/>
                <a:cs typeface="Yu Gothic"/>
              </a:defRPr>
            </a:lvl9pPr>
          </a:lstStyle>
          <a:p>
            <a:pPr>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成長に時間が必要。伐った後の更新にも条件がある</a:t>
            </a:r>
          </a:p>
        </p:txBody>
      </p:sp>
      <p:sp>
        <p:nvSpPr>
          <p:cNvPr id="8" name="正方形/長方形 7">
            <a:extLst>
              <a:ext uri="{FF2B5EF4-FFF2-40B4-BE49-F238E27FC236}">
                <a16:creationId xmlns:a16="http://schemas.microsoft.com/office/drawing/2014/main" id="{593162F4-267D-43EC-9A95-5425469379B8}"/>
              </a:ext>
            </a:extLst>
          </p:cNvPr>
          <p:cNvSpPr>
            <a:spLocks noGrp="1"/>
          </p:cNvSpPr>
          <p:nvPr/>
        </p:nvSpPr>
        <p:spPr>
          <a:xfrm>
            <a:off x="838200" y="4600575"/>
            <a:ext cx="10477500" cy="809625"/>
          </a:xfrm>
          <a:prstGeom prst="rect">
            <a:avLst/>
          </a:prstGeom>
          <a:noFill/>
          <a:ln w="0">
            <a:noFill/>
          </a:ln>
        </p:spPr>
        <p:txBody>
          <a:bodyPr lIns="0" tIns="0" rIns="0" bIns="0" anchor="ctr">
            <a:noAutofit/>
          </a:bodyPr>
          <a:lstStyle>
            <a:defPPr>
              <a:defRPr sz="2175" b="0">
                <a:solidFill>
                  <a:srgbClr val="253C4D"/>
                </a:solidFill>
                <a:latin typeface="Yu Gothic"/>
                <a:ea typeface="Yu Gothic"/>
                <a:cs typeface="Yu Gothic"/>
              </a:defRPr>
            </a:defPPr>
            <a:lvl1pPr>
              <a:buNone/>
              <a:defRPr sz="2175" b="0">
                <a:solidFill>
                  <a:srgbClr val="253C4D"/>
                </a:solidFill>
                <a:latin typeface="Yu Gothic"/>
                <a:ea typeface="Yu Gothic"/>
                <a:cs typeface="Yu Gothic"/>
              </a:defRPr>
            </a:lvl1pPr>
            <a:lvl2pPr>
              <a:buNone/>
              <a:defRPr sz="2175" b="0">
                <a:solidFill>
                  <a:srgbClr val="253C4D"/>
                </a:solidFill>
                <a:latin typeface="Yu Gothic"/>
                <a:ea typeface="Yu Gothic"/>
                <a:cs typeface="Yu Gothic"/>
              </a:defRPr>
            </a:lvl2pPr>
            <a:lvl3pPr>
              <a:buNone/>
              <a:defRPr sz="2175" b="0">
                <a:solidFill>
                  <a:srgbClr val="253C4D"/>
                </a:solidFill>
                <a:latin typeface="Yu Gothic"/>
                <a:ea typeface="Yu Gothic"/>
                <a:cs typeface="Yu Gothic"/>
              </a:defRPr>
            </a:lvl3pPr>
            <a:lvl4pPr>
              <a:buNone/>
              <a:defRPr sz="2175" b="0">
                <a:solidFill>
                  <a:srgbClr val="253C4D"/>
                </a:solidFill>
                <a:latin typeface="Yu Gothic"/>
                <a:ea typeface="Yu Gothic"/>
                <a:cs typeface="Yu Gothic"/>
              </a:defRPr>
            </a:lvl4pPr>
            <a:lvl5pPr>
              <a:buNone/>
              <a:defRPr sz="2175" b="0">
                <a:solidFill>
                  <a:srgbClr val="253C4D"/>
                </a:solidFill>
                <a:latin typeface="Yu Gothic"/>
                <a:ea typeface="Yu Gothic"/>
                <a:cs typeface="Yu Gothic"/>
              </a:defRPr>
            </a:lvl5pPr>
            <a:lvl6pPr>
              <a:buNone/>
              <a:defRPr sz="2175" b="0">
                <a:solidFill>
                  <a:srgbClr val="253C4D"/>
                </a:solidFill>
                <a:latin typeface="Yu Gothic"/>
                <a:ea typeface="Yu Gothic"/>
                <a:cs typeface="Yu Gothic"/>
              </a:defRPr>
            </a:lvl6pPr>
            <a:lvl7pPr>
              <a:buNone/>
              <a:defRPr sz="2175" b="0">
                <a:solidFill>
                  <a:srgbClr val="253C4D"/>
                </a:solidFill>
                <a:latin typeface="Yu Gothic"/>
                <a:ea typeface="Yu Gothic"/>
                <a:cs typeface="Yu Gothic"/>
              </a:defRPr>
            </a:lvl7pPr>
            <a:lvl8pPr>
              <a:buNone/>
              <a:defRPr sz="2175" b="0">
                <a:solidFill>
                  <a:srgbClr val="253C4D"/>
                </a:solidFill>
                <a:latin typeface="Yu Gothic"/>
                <a:ea typeface="Yu Gothic"/>
                <a:cs typeface="Yu Gothic"/>
              </a:defRPr>
            </a:lvl8pPr>
            <a:lvl9pPr>
              <a:buNone/>
              <a:defRPr sz="2175" b="0">
                <a:solidFill>
                  <a:srgbClr val="253C4D"/>
                </a:solidFill>
                <a:latin typeface="Yu Gothic"/>
                <a:ea typeface="Yu Gothic"/>
                <a:cs typeface="Yu Gothic"/>
              </a:defRPr>
            </a:lvl9pPr>
          </a:lstStyle>
          <a:p>
            <a:pPr>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「また育つ」ことから、無制限の利用は導けない</a:t>
            </a:r>
          </a:p>
        </p:txBody>
      </p:sp>
    </p:spTree>
    <p:extLst>
      <p:ext uri="{BB962C8B-B14F-4D97-AF65-F5344CB8AC3E}">
        <p14:creationId xmlns:p14="http://schemas.microsoft.com/office/powerpoint/2010/main" val="88719063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正方形/長方形 32">
            <a:extLst>
              <a:ext uri="{FF2B5EF4-FFF2-40B4-BE49-F238E27FC236}">
                <a16:creationId xmlns:a16="http://schemas.microsoft.com/office/drawing/2014/main" id="{1A03D74E-D69E-432C-AC19-8F3308B47964}"/>
              </a:ext>
            </a:extLst>
          </p:cNvPr>
          <p:cNvSpPr>
            <a:spLocks noGrp="1"/>
          </p:cNvSpPr>
          <p:nvPr/>
        </p:nvSpPr>
        <p:spPr>
          <a:xfrm>
            <a:off x="685800" y="342900"/>
            <a:ext cx="10820400" cy="666750"/>
          </a:xfrm>
          <a:prstGeom prst="rect">
            <a:avLst/>
          </a:prstGeom>
          <a:noFill/>
          <a:ln w="0">
            <a:noFill/>
          </a:ln>
        </p:spPr>
        <p:txBody>
          <a:bodyPr lIns="0" tIns="0" rIns="0" bIns="0" anchor="ctr">
            <a:noAutofit/>
          </a:bodyPr>
          <a:lstStyle>
            <a:defPPr>
              <a:defRPr sz="3000" b="1">
                <a:solidFill>
                  <a:srgbClr val="18364F"/>
                </a:solidFill>
                <a:latin typeface="Yu Gothic"/>
                <a:ea typeface="Yu Gothic"/>
                <a:cs typeface="Yu Gothic"/>
              </a:defRPr>
            </a:defPPr>
            <a:lvl1pPr>
              <a:buNone/>
              <a:defRPr sz="3000" b="1">
                <a:solidFill>
                  <a:srgbClr val="18364F"/>
                </a:solidFill>
                <a:latin typeface="Yu Gothic"/>
                <a:ea typeface="Yu Gothic"/>
                <a:cs typeface="Yu Gothic"/>
              </a:defRPr>
            </a:lvl1pPr>
            <a:lvl2pPr>
              <a:buNone/>
              <a:defRPr sz="3000" b="1">
                <a:solidFill>
                  <a:srgbClr val="18364F"/>
                </a:solidFill>
                <a:latin typeface="Yu Gothic"/>
                <a:ea typeface="Yu Gothic"/>
                <a:cs typeface="Yu Gothic"/>
              </a:defRPr>
            </a:lvl2pPr>
            <a:lvl3pPr>
              <a:buNone/>
              <a:defRPr sz="3000" b="1">
                <a:solidFill>
                  <a:srgbClr val="18364F"/>
                </a:solidFill>
                <a:latin typeface="Yu Gothic"/>
                <a:ea typeface="Yu Gothic"/>
                <a:cs typeface="Yu Gothic"/>
              </a:defRPr>
            </a:lvl3pPr>
            <a:lvl4pPr>
              <a:buNone/>
              <a:defRPr sz="3000" b="1">
                <a:solidFill>
                  <a:srgbClr val="18364F"/>
                </a:solidFill>
                <a:latin typeface="Yu Gothic"/>
                <a:ea typeface="Yu Gothic"/>
                <a:cs typeface="Yu Gothic"/>
              </a:defRPr>
            </a:lvl4pPr>
            <a:lvl5pPr>
              <a:buNone/>
              <a:defRPr sz="3000" b="1">
                <a:solidFill>
                  <a:srgbClr val="18364F"/>
                </a:solidFill>
                <a:latin typeface="Yu Gothic"/>
                <a:ea typeface="Yu Gothic"/>
                <a:cs typeface="Yu Gothic"/>
              </a:defRPr>
            </a:lvl5pPr>
            <a:lvl6pPr>
              <a:buNone/>
              <a:defRPr sz="3000" b="1">
                <a:solidFill>
                  <a:srgbClr val="18364F"/>
                </a:solidFill>
                <a:latin typeface="Yu Gothic"/>
                <a:ea typeface="Yu Gothic"/>
                <a:cs typeface="Yu Gothic"/>
              </a:defRPr>
            </a:lvl6pPr>
            <a:lvl7pPr>
              <a:buNone/>
              <a:defRPr sz="3000" b="1">
                <a:solidFill>
                  <a:srgbClr val="18364F"/>
                </a:solidFill>
                <a:latin typeface="Yu Gothic"/>
                <a:ea typeface="Yu Gothic"/>
                <a:cs typeface="Yu Gothic"/>
              </a:defRPr>
            </a:lvl7pPr>
            <a:lvl8pPr>
              <a:buNone/>
              <a:defRPr sz="3000" b="1">
                <a:solidFill>
                  <a:srgbClr val="18364F"/>
                </a:solidFill>
                <a:latin typeface="Yu Gothic"/>
                <a:ea typeface="Yu Gothic"/>
                <a:cs typeface="Yu Gothic"/>
              </a:defRPr>
            </a:lvl8pPr>
            <a:lvl9pPr>
              <a:buNone/>
              <a:defRPr sz="3000" b="1">
                <a:solidFill>
                  <a:srgbClr val="18364F"/>
                </a:solidFill>
                <a:latin typeface="Yu Gothic"/>
                <a:ea typeface="Yu Gothic"/>
                <a:cs typeface="Yu Gothic"/>
              </a:defRPr>
            </a:lvl9pPr>
          </a:lstStyle>
          <a:p>
            <a:pPr>
              <a:buNone/>
              <a:defRPr sz="3000" b="1">
                <a:solidFill>
                  <a:srgbClr val="18364F"/>
                </a:solidFill>
                <a:latin typeface="Yu Gothic"/>
                <a:ea typeface="Yu Gothic"/>
                <a:cs typeface="Yu Gothic"/>
              </a:defRPr>
            </a:pPr>
            <a:r>
              <a:rPr sz="3000" b="1">
                <a:solidFill>
                  <a:srgbClr val="18364F"/>
                </a:solidFill>
                <a:latin typeface="Yu Gothic"/>
                <a:ea typeface="Yu Gothic"/>
                <a:cs typeface="Yu Gothic"/>
              </a:rPr>
              <a:t>森林から製品へ、使い続けるための循環</a:t>
            </a:r>
          </a:p>
        </p:txBody>
      </p:sp>
      <p:sp>
        <p:nvSpPr>
          <p:cNvPr id="2" name="正方形/長方形 1">
            <a:extLst>
              <a:ext uri="{FF2B5EF4-FFF2-40B4-BE49-F238E27FC236}">
                <a16:creationId xmlns:a16="http://schemas.microsoft.com/office/drawing/2014/main" id="{420F9178-02B4-437F-A7FA-EC8E979B80E7}"/>
              </a:ext>
            </a:extLst>
          </p:cNvPr>
          <p:cNvSpPr>
            <a:spLocks noGrp="1"/>
          </p:cNvSpPr>
          <p:nvPr/>
        </p:nvSpPr>
        <p:spPr>
          <a:xfrm>
            <a:off x="685800" y="1181100"/>
            <a:ext cx="10820400" cy="19050"/>
          </a:xfrm>
          <a:prstGeom prst="rect">
            <a:avLst/>
          </a:prstGeom>
          <a:solidFill>
            <a:srgbClr val="18364F"/>
          </a:solidFill>
          <a:ln w="0">
            <a:noFill/>
          </a:ln>
        </p:spPr>
      </p:sp>
      <p:sp>
        <p:nvSpPr>
          <p:cNvPr id="3" name="正方形/長方形 2">
            <a:extLst>
              <a:ext uri="{FF2B5EF4-FFF2-40B4-BE49-F238E27FC236}">
                <a16:creationId xmlns:a16="http://schemas.microsoft.com/office/drawing/2014/main" id="{8ABFE392-07EA-4EEB-AD5C-4F3653F2C54C}"/>
              </a:ext>
            </a:extLst>
          </p:cNvPr>
          <p:cNvSpPr>
            <a:spLocks noGrp="1"/>
          </p:cNvSpPr>
          <p:nvPr/>
        </p:nvSpPr>
        <p:spPr>
          <a:xfrm>
            <a:off x="685800" y="6419850"/>
            <a:ext cx="9334500" cy="257175"/>
          </a:xfrm>
          <a:prstGeom prst="rect">
            <a:avLst/>
          </a:prstGeom>
          <a:noFill/>
          <a:ln w="0">
            <a:noFill/>
          </a:ln>
        </p:spPr>
        <p:txBody>
          <a:bodyPr lIns="0" tIns="0" rIns="0" bIns="0" anchor="ctr">
            <a:noAutofit/>
          </a:bodyPr>
          <a:lstStyle>
            <a:defPPr>
              <a:defRPr sz="1425" b="0">
                <a:solidFill>
                  <a:srgbClr val="596875"/>
                </a:solidFill>
                <a:latin typeface="Yu Gothic"/>
                <a:ea typeface="Yu Gothic"/>
                <a:cs typeface="Yu Gothic"/>
              </a:defRPr>
            </a:defPPr>
            <a:lvl1pPr>
              <a:buNone/>
              <a:defRPr sz="1425" b="0">
                <a:solidFill>
                  <a:srgbClr val="596875"/>
                </a:solidFill>
                <a:latin typeface="Yu Gothic"/>
                <a:ea typeface="Yu Gothic"/>
                <a:cs typeface="Yu Gothic"/>
              </a:defRPr>
            </a:lvl1pPr>
            <a:lvl2pPr>
              <a:buNone/>
              <a:defRPr sz="1425" b="0">
                <a:solidFill>
                  <a:srgbClr val="596875"/>
                </a:solidFill>
                <a:latin typeface="Yu Gothic"/>
                <a:ea typeface="Yu Gothic"/>
                <a:cs typeface="Yu Gothic"/>
              </a:defRPr>
            </a:lvl2pPr>
            <a:lvl3pPr>
              <a:buNone/>
              <a:defRPr sz="1425" b="0">
                <a:solidFill>
                  <a:srgbClr val="596875"/>
                </a:solidFill>
                <a:latin typeface="Yu Gothic"/>
                <a:ea typeface="Yu Gothic"/>
                <a:cs typeface="Yu Gothic"/>
              </a:defRPr>
            </a:lvl3pPr>
            <a:lvl4pPr>
              <a:buNone/>
              <a:defRPr sz="1425" b="0">
                <a:solidFill>
                  <a:srgbClr val="596875"/>
                </a:solidFill>
                <a:latin typeface="Yu Gothic"/>
                <a:ea typeface="Yu Gothic"/>
                <a:cs typeface="Yu Gothic"/>
              </a:defRPr>
            </a:lvl4pPr>
            <a:lvl5pPr>
              <a:buNone/>
              <a:defRPr sz="1425" b="0">
                <a:solidFill>
                  <a:srgbClr val="596875"/>
                </a:solidFill>
                <a:latin typeface="Yu Gothic"/>
                <a:ea typeface="Yu Gothic"/>
                <a:cs typeface="Yu Gothic"/>
              </a:defRPr>
            </a:lvl5pPr>
            <a:lvl6pPr>
              <a:buNone/>
              <a:defRPr sz="1425" b="0">
                <a:solidFill>
                  <a:srgbClr val="596875"/>
                </a:solidFill>
                <a:latin typeface="Yu Gothic"/>
                <a:ea typeface="Yu Gothic"/>
                <a:cs typeface="Yu Gothic"/>
              </a:defRPr>
            </a:lvl6pPr>
            <a:lvl7pPr>
              <a:buNone/>
              <a:defRPr sz="1425" b="0">
                <a:solidFill>
                  <a:srgbClr val="596875"/>
                </a:solidFill>
                <a:latin typeface="Yu Gothic"/>
                <a:ea typeface="Yu Gothic"/>
                <a:cs typeface="Yu Gothic"/>
              </a:defRPr>
            </a:lvl7pPr>
            <a:lvl8pPr>
              <a:buNone/>
              <a:defRPr sz="1425" b="0">
                <a:solidFill>
                  <a:srgbClr val="596875"/>
                </a:solidFill>
                <a:latin typeface="Yu Gothic"/>
                <a:ea typeface="Yu Gothic"/>
                <a:cs typeface="Yu Gothic"/>
              </a:defRPr>
            </a:lvl8pPr>
            <a:lvl9pPr>
              <a:buNone/>
              <a:defRPr sz="1425" b="0">
                <a:solidFill>
                  <a:srgbClr val="596875"/>
                </a:solidFill>
                <a:latin typeface="Yu Gothic"/>
                <a:ea typeface="Yu Gothic"/>
                <a:cs typeface="Yu Gothic"/>
              </a:defRPr>
            </a:lvl9pPr>
          </a:lstStyle>
          <a:p>
            <a:pPr>
              <a:buNone/>
              <a:defRPr sz="1425" b="0">
                <a:solidFill>
                  <a:srgbClr val="596875"/>
                </a:solidFill>
                <a:latin typeface="Yu Gothic"/>
                <a:ea typeface="Yu Gothic"/>
                <a:cs typeface="Yu Gothic"/>
              </a:defRPr>
            </a:pPr>
            <a:r>
              <a:rPr lang="ja-JP" altLang="en-US" sz="1425" b="0">
                <a:solidFill>
                  <a:srgbClr val="596875"/>
                </a:solidFill>
                <a:latin typeface="Yu Gothic"/>
                <a:ea typeface="Yu Gothic"/>
                <a:cs typeface="Yu Gothic"/>
              </a:rPr>
              <a:t>木材及び木質材料学　新第</a:t>
            </a:r>
            <a:r>
              <a:rPr lang="en-US" altLang="ja-JP" sz="1425" b="0">
                <a:solidFill>
                  <a:srgbClr val="596875"/>
                </a:solidFill>
                <a:latin typeface="Yu Gothic"/>
                <a:ea typeface="Yu Gothic"/>
                <a:cs typeface="Yu Gothic"/>
              </a:rPr>
              <a:t>14</a:t>
            </a:r>
            <a:r>
              <a:rPr lang="ja-JP" altLang="en-US" sz="1425" b="0">
                <a:solidFill>
                  <a:srgbClr val="596875"/>
                </a:solidFill>
                <a:latin typeface="Yu Gothic"/>
                <a:ea typeface="Yu Gothic"/>
                <a:cs typeface="Yu Gothic"/>
              </a:rPr>
              <a:t>回　資源・環境</a:t>
            </a:r>
            <a:endParaRPr sz="1425" b="0">
              <a:solidFill>
                <a:srgbClr val="596875"/>
              </a:solidFill>
              <a:latin typeface="Yu Gothic"/>
              <a:ea typeface="Yu Gothic"/>
              <a:cs typeface="Yu Gothic"/>
            </a:endParaRPr>
          </a:p>
        </p:txBody>
      </p:sp>
      <p:sp>
        <p:nvSpPr>
          <p:cNvPr id="4" name="正方形/長方形 3">
            <a:extLst>
              <a:ext uri="{FF2B5EF4-FFF2-40B4-BE49-F238E27FC236}">
                <a16:creationId xmlns:a16="http://schemas.microsoft.com/office/drawing/2014/main" id="{972FD580-71F9-4F02-9465-07A2A6A1E0A9}"/>
              </a:ext>
            </a:extLst>
          </p:cNvPr>
          <p:cNvSpPr>
            <a:spLocks noGrp="1"/>
          </p:cNvSpPr>
          <p:nvPr/>
        </p:nvSpPr>
        <p:spPr>
          <a:xfrm>
            <a:off x="10763250" y="6419850"/>
            <a:ext cx="742950" cy="257175"/>
          </a:xfrm>
          <a:prstGeom prst="rect">
            <a:avLst/>
          </a:prstGeom>
          <a:noFill/>
          <a:ln w="0">
            <a:noFill/>
          </a:ln>
        </p:spPr>
        <p:txBody>
          <a:bodyPr lIns="0" tIns="0" rIns="0" bIns="0" anchor="ctr">
            <a:noAutofit/>
          </a:bodyPr>
          <a:lstStyle>
            <a:defPPr>
              <a:defRPr sz="1425" b="0">
                <a:solidFill>
                  <a:srgbClr val="596875"/>
                </a:solidFill>
                <a:latin typeface="Yu Gothic"/>
                <a:ea typeface="Yu Gothic"/>
                <a:cs typeface="Yu Gothic"/>
              </a:defRPr>
            </a:defPPr>
            <a:lvl1pPr>
              <a:buNone/>
              <a:defRPr sz="1425" b="0">
                <a:solidFill>
                  <a:srgbClr val="596875"/>
                </a:solidFill>
                <a:latin typeface="Yu Gothic"/>
                <a:ea typeface="Yu Gothic"/>
                <a:cs typeface="Yu Gothic"/>
              </a:defRPr>
            </a:lvl1pPr>
            <a:lvl2pPr>
              <a:buNone/>
              <a:defRPr sz="1425" b="0">
                <a:solidFill>
                  <a:srgbClr val="596875"/>
                </a:solidFill>
                <a:latin typeface="Yu Gothic"/>
                <a:ea typeface="Yu Gothic"/>
                <a:cs typeface="Yu Gothic"/>
              </a:defRPr>
            </a:lvl2pPr>
            <a:lvl3pPr>
              <a:buNone/>
              <a:defRPr sz="1425" b="0">
                <a:solidFill>
                  <a:srgbClr val="596875"/>
                </a:solidFill>
                <a:latin typeface="Yu Gothic"/>
                <a:ea typeface="Yu Gothic"/>
                <a:cs typeface="Yu Gothic"/>
              </a:defRPr>
            </a:lvl3pPr>
            <a:lvl4pPr>
              <a:buNone/>
              <a:defRPr sz="1425" b="0">
                <a:solidFill>
                  <a:srgbClr val="596875"/>
                </a:solidFill>
                <a:latin typeface="Yu Gothic"/>
                <a:ea typeface="Yu Gothic"/>
                <a:cs typeface="Yu Gothic"/>
              </a:defRPr>
            </a:lvl4pPr>
            <a:lvl5pPr>
              <a:buNone/>
              <a:defRPr sz="1425" b="0">
                <a:solidFill>
                  <a:srgbClr val="596875"/>
                </a:solidFill>
                <a:latin typeface="Yu Gothic"/>
                <a:ea typeface="Yu Gothic"/>
                <a:cs typeface="Yu Gothic"/>
              </a:defRPr>
            </a:lvl5pPr>
            <a:lvl6pPr>
              <a:buNone/>
              <a:defRPr sz="1425" b="0">
                <a:solidFill>
                  <a:srgbClr val="596875"/>
                </a:solidFill>
                <a:latin typeface="Yu Gothic"/>
                <a:ea typeface="Yu Gothic"/>
                <a:cs typeface="Yu Gothic"/>
              </a:defRPr>
            </a:lvl6pPr>
            <a:lvl7pPr>
              <a:buNone/>
              <a:defRPr sz="1425" b="0">
                <a:solidFill>
                  <a:srgbClr val="596875"/>
                </a:solidFill>
                <a:latin typeface="Yu Gothic"/>
                <a:ea typeface="Yu Gothic"/>
                <a:cs typeface="Yu Gothic"/>
              </a:defRPr>
            </a:lvl7pPr>
            <a:lvl8pPr>
              <a:buNone/>
              <a:defRPr sz="1425" b="0">
                <a:solidFill>
                  <a:srgbClr val="596875"/>
                </a:solidFill>
                <a:latin typeface="Yu Gothic"/>
                <a:ea typeface="Yu Gothic"/>
                <a:cs typeface="Yu Gothic"/>
              </a:defRPr>
            </a:lvl8pPr>
            <a:lvl9pPr>
              <a:buNone/>
              <a:defRPr sz="1425" b="0">
                <a:solidFill>
                  <a:srgbClr val="596875"/>
                </a:solidFill>
                <a:latin typeface="Yu Gothic"/>
                <a:ea typeface="Yu Gothic"/>
                <a:cs typeface="Yu Gothic"/>
              </a:defRPr>
            </a:lvl9pPr>
          </a:lstStyle>
          <a:p>
            <a:pPr>
              <a:buNone/>
              <a:defRPr sz="1425" b="0">
                <a:solidFill>
                  <a:srgbClr val="596875"/>
                </a:solidFill>
                <a:latin typeface="Yu Gothic"/>
                <a:ea typeface="Yu Gothic"/>
                <a:cs typeface="Yu Gothic"/>
              </a:defRPr>
            </a:pPr>
            <a:r>
              <a:rPr lang="en-US" altLang="ja-JP" sz="1425" b="0">
                <a:solidFill>
                  <a:srgbClr val="596875"/>
                </a:solidFill>
                <a:latin typeface="Yu Gothic"/>
                <a:ea typeface="Yu Gothic"/>
                <a:cs typeface="Yu Gothic"/>
              </a:rPr>
              <a:t>34</a:t>
            </a:r>
            <a:endParaRPr sz="1425" b="0">
              <a:solidFill>
                <a:srgbClr val="596875"/>
              </a:solidFill>
              <a:latin typeface="Yu Gothic"/>
              <a:ea typeface="Yu Gothic"/>
              <a:cs typeface="Yu Gothic"/>
            </a:endParaRPr>
          </a:p>
        </p:txBody>
      </p:sp>
      <p:sp>
        <p:nvSpPr>
          <p:cNvPr id="5" name="正方形/長方形 4">
            <a:extLst>
              <a:ext uri="{FF2B5EF4-FFF2-40B4-BE49-F238E27FC236}">
                <a16:creationId xmlns:a16="http://schemas.microsoft.com/office/drawing/2014/main" id="{AA14C632-9624-4CD2-B168-C5F60F629E40}"/>
              </a:ext>
            </a:extLst>
          </p:cNvPr>
          <p:cNvSpPr>
            <a:spLocks noGrp="1"/>
          </p:cNvSpPr>
          <p:nvPr/>
        </p:nvSpPr>
        <p:spPr>
          <a:xfrm>
            <a:off x="952500" y="1714500"/>
            <a:ext cx="2667000" cy="952500"/>
          </a:xfrm>
          <a:prstGeom prst="rect">
            <a:avLst/>
          </a:prstGeom>
          <a:solidFill>
            <a:srgbClr val="D8EADD"/>
          </a:solidFill>
          <a:ln w="9525">
            <a:solidFill>
              <a:srgbClr val="596875"/>
            </a:solidFill>
          </a:ln>
        </p:spPr>
      </p:sp>
      <p:sp>
        <p:nvSpPr>
          <p:cNvPr id="6" name="正方形/長方形 5">
            <a:extLst>
              <a:ext uri="{FF2B5EF4-FFF2-40B4-BE49-F238E27FC236}">
                <a16:creationId xmlns:a16="http://schemas.microsoft.com/office/drawing/2014/main" id="{45DA71C1-DF3D-4F43-B90D-F8CEB185A352}"/>
              </a:ext>
            </a:extLst>
          </p:cNvPr>
          <p:cNvSpPr>
            <a:spLocks noGrp="1"/>
          </p:cNvSpPr>
          <p:nvPr/>
        </p:nvSpPr>
        <p:spPr>
          <a:xfrm>
            <a:off x="1095375" y="1790700"/>
            <a:ext cx="2381250" cy="800100"/>
          </a:xfrm>
          <a:prstGeom prst="rect">
            <a:avLst/>
          </a:prstGeom>
          <a:noFill/>
          <a:ln w="0">
            <a:noFill/>
          </a:ln>
        </p:spPr>
        <p:txBody>
          <a:bodyPr lIns="0" tIns="0" rIns="0" bIns="0" anchor="ctr">
            <a:noAutofit/>
          </a:bodyPr>
          <a:lstStyle>
            <a:defPPr>
              <a:defRPr sz="2025" b="1">
                <a:solidFill>
                  <a:srgbClr val="253C4D"/>
                </a:solidFill>
                <a:latin typeface="Yu Gothic"/>
                <a:ea typeface="Yu Gothic"/>
                <a:cs typeface="Yu Gothic"/>
              </a:defRPr>
            </a:defPPr>
            <a:lvl1pPr>
              <a:buNone/>
              <a:defRPr sz="2025" b="1">
                <a:solidFill>
                  <a:srgbClr val="253C4D"/>
                </a:solidFill>
                <a:latin typeface="Yu Gothic"/>
                <a:ea typeface="Yu Gothic"/>
                <a:cs typeface="Yu Gothic"/>
              </a:defRPr>
            </a:lvl1pPr>
            <a:lvl2pPr>
              <a:buNone/>
              <a:defRPr sz="2025" b="1">
                <a:solidFill>
                  <a:srgbClr val="253C4D"/>
                </a:solidFill>
                <a:latin typeface="Yu Gothic"/>
                <a:ea typeface="Yu Gothic"/>
                <a:cs typeface="Yu Gothic"/>
              </a:defRPr>
            </a:lvl2pPr>
            <a:lvl3pPr>
              <a:buNone/>
              <a:defRPr sz="2025" b="1">
                <a:solidFill>
                  <a:srgbClr val="253C4D"/>
                </a:solidFill>
                <a:latin typeface="Yu Gothic"/>
                <a:ea typeface="Yu Gothic"/>
                <a:cs typeface="Yu Gothic"/>
              </a:defRPr>
            </a:lvl3pPr>
            <a:lvl4pPr>
              <a:buNone/>
              <a:defRPr sz="2025" b="1">
                <a:solidFill>
                  <a:srgbClr val="253C4D"/>
                </a:solidFill>
                <a:latin typeface="Yu Gothic"/>
                <a:ea typeface="Yu Gothic"/>
                <a:cs typeface="Yu Gothic"/>
              </a:defRPr>
            </a:lvl4pPr>
            <a:lvl5pPr>
              <a:buNone/>
              <a:defRPr sz="2025" b="1">
                <a:solidFill>
                  <a:srgbClr val="253C4D"/>
                </a:solidFill>
                <a:latin typeface="Yu Gothic"/>
                <a:ea typeface="Yu Gothic"/>
                <a:cs typeface="Yu Gothic"/>
              </a:defRPr>
            </a:lvl5pPr>
            <a:lvl6pPr>
              <a:buNone/>
              <a:defRPr sz="2025" b="1">
                <a:solidFill>
                  <a:srgbClr val="253C4D"/>
                </a:solidFill>
                <a:latin typeface="Yu Gothic"/>
                <a:ea typeface="Yu Gothic"/>
                <a:cs typeface="Yu Gothic"/>
              </a:defRPr>
            </a:lvl6pPr>
            <a:lvl7pPr>
              <a:buNone/>
              <a:defRPr sz="2025" b="1">
                <a:solidFill>
                  <a:srgbClr val="253C4D"/>
                </a:solidFill>
                <a:latin typeface="Yu Gothic"/>
                <a:ea typeface="Yu Gothic"/>
                <a:cs typeface="Yu Gothic"/>
              </a:defRPr>
            </a:lvl7pPr>
            <a:lvl8pPr>
              <a:buNone/>
              <a:defRPr sz="2025" b="1">
                <a:solidFill>
                  <a:srgbClr val="253C4D"/>
                </a:solidFill>
                <a:latin typeface="Yu Gothic"/>
                <a:ea typeface="Yu Gothic"/>
                <a:cs typeface="Yu Gothic"/>
              </a:defRPr>
            </a:lvl8pPr>
            <a:lvl9pPr>
              <a:buNone/>
              <a:defRPr sz="2025" b="1">
                <a:solidFill>
                  <a:srgbClr val="253C4D"/>
                </a:solidFill>
                <a:latin typeface="Yu Gothic"/>
                <a:ea typeface="Yu Gothic"/>
                <a:cs typeface="Yu Gothic"/>
              </a:defRPr>
            </a:lvl9pPr>
          </a:lstStyle>
          <a:p>
            <a:pPr>
              <a:buNone/>
              <a:defRPr sz="2025" b="1">
                <a:solidFill>
                  <a:srgbClr val="253C4D"/>
                </a:solidFill>
                <a:latin typeface="Yu Gothic"/>
                <a:ea typeface="Yu Gothic"/>
                <a:cs typeface="Yu Gothic"/>
              </a:defRPr>
            </a:pPr>
            <a:r>
              <a:rPr sz="2025" b="1">
                <a:solidFill>
                  <a:srgbClr val="253C4D"/>
                </a:solidFill>
                <a:latin typeface="Yu Gothic"/>
                <a:ea typeface="Yu Gothic"/>
                <a:cs typeface="Yu Gothic"/>
              </a:rPr>
              <a:t>森林を更新</a:t>
            </a:r>
          </a:p>
        </p:txBody>
      </p:sp>
      <p:sp>
        <p:nvSpPr>
          <p:cNvPr id="7" name="正方形/長方形 6">
            <a:extLst>
              <a:ext uri="{FF2B5EF4-FFF2-40B4-BE49-F238E27FC236}">
                <a16:creationId xmlns:a16="http://schemas.microsoft.com/office/drawing/2014/main" id="{1A93FB89-C521-4D1D-9AAA-47C7EBC111BE}"/>
              </a:ext>
            </a:extLst>
          </p:cNvPr>
          <p:cNvSpPr>
            <a:spLocks noGrp="1"/>
          </p:cNvSpPr>
          <p:nvPr/>
        </p:nvSpPr>
        <p:spPr>
          <a:xfrm>
            <a:off x="4667250" y="1714500"/>
            <a:ext cx="2667000" cy="952500"/>
          </a:xfrm>
          <a:prstGeom prst="rect">
            <a:avLst/>
          </a:prstGeom>
          <a:solidFill>
            <a:srgbClr val="EAF1F5"/>
          </a:solidFill>
          <a:ln w="9525">
            <a:solidFill>
              <a:srgbClr val="596875"/>
            </a:solidFill>
          </a:ln>
        </p:spPr>
      </p:sp>
      <p:sp>
        <p:nvSpPr>
          <p:cNvPr id="8" name="正方形/長方形 7">
            <a:extLst>
              <a:ext uri="{FF2B5EF4-FFF2-40B4-BE49-F238E27FC236}">
                <a16:creationId xmlns:a16="http://schemas.microsoft.com/office/drawing/2014/main" id="{146E7E71-938D-4ED1-976D-1900D61EBE2D}"/>
              </a:ext>
            </a:extLst>
          </p:cNvPr>
          <p:cNvSpPr>
            <a:spLocks noGrp="1"/>
          </p:cNvSpPr>
          <p:nvPr/>
        </p:nvSpPr>
        <p:spPr>
          <a:xfrm>
            <a:off x="4810125" y="1790700"/>
            <a:ext cx="2381250" cy="800100"/>
          </a:xfrm>
          <a:prstGeom prst="rect">
            <a:avLst/>
          </a:prstGeom>
          <a:noFill/>
          <a:ln w="0">
            <a:noFill/>
          </a:ln>
        </p:spPr>
        <p:txBody>
          <a:bodyPr lIns="0" tIns="0" rIns="0" bIns="0" anchor="ctr">
            <a:noAutofit/>
          </a:bodyPr>
          <a:lstStyle>
            <a:defPPr>
              <a:defRPr sz="2025" b="1">
                <a:solidFill>
                  <a:srgbClr val="253C4D"/>
                </a:solidFill>
                <a:latin typeface="Yu Gothic"/>
                <a:ea typeface="Yu Gothic"/>
                <a:cs typeface="Yu Gothic"/>
              </a:defRPr>
            </a:defPPr>
            <a:lvl1pPr>
              <a:buNone/>
              <a:defRPr sz="2025" b="1">
                <a:solidFill>
                  <a:srgbClr val="253C4D"/>
                </a:solidFill>
                <a:latin typeface="Yu Gothic"/>
                <a:ea typeface="Yu Gothic"/>
                <a:cs typeface="Yu Gothic"/>
              </a:defRPr>
            </a:lvl1pPr>
            <a:lvl2pPr>
              <a:buNone/>
              <a:defRPr sz="2025" b="1">
                <a:solidFill>
                  <a:srgbClr val="253C4D"/>
                </a:solidFill>
                <a:latin typeface="Yu Gothic"/>
                <a:ea typeface="Yu Gothic"/>
                <a:cs typeface="Yu Gothic"/>
              </a:defRPr>
            </a:lvl2pPr>
            <a:lvl3pPr>
              <a:buNone/>
              <a:defRPr sz="2025" b="1">
                <a:solidFill>
                  <a:srgbClr val="253C4D"/>
                </a:solidFill>
                <a:latin typeface="Yu Gothic"/>
                <a:ea typeface="Yu Gothic"/>
                <a:cs typeface="Yu Gothic"/>
              </a:defRPr>
            </a:lvl3pPr>
            <a:lvl4pPr>
              <a:buNone/>
              <a:defRPr sz="2025" b="1">
                <a:solidFill>
                  <a:srgbClr val="253C4D"/>
                </a:solidFill>
                <a:latin typeface="Yu Gothic"/>
                <a:ea typeface="Yu Gothic"/>
                <a:cs typeface="Yu Gothic"/>
              </a:defRPr>
            </a:lvl4pPr>
            <a:lvl5pPr>
              <a:buNone/>
              <a:defRPr sz="2025" b="1">
                <a:solidFill>
                  <a:srgbClr val="253C4D"/>
                </a:solidFill>
                <a:latin typeface="Yu Gothic"/>
                <a:ea typeface="Yu Gothic"/>
                <a:cs typeface="Yu Gothic"/>
              </a:defRPr>
            </a:lvl5pPr>
            <a:lvl6pPr>
              <a:buNone/>
              <a:defRPr sz="2025" b="1">
                <a:solidFill>
                  <a:srgbClr val="253C4D"/>
                </a:solidFill>
                <a:latin typeface="Yu Gothic"/>
                <a:ea typeface="Yu Gothic"/>
                <a:cs typeface="Yu Gothic"/>
              </a:defRPr>
            </a:lvl6pPr>
            <a:lvl7pPr>
              <a:buNone/>
              <a:defRPr sz="2025" b="1">
                <a:solidFill>
                  <a:srgbClr val="253C4D"/>
                </a:solidFill>
                <a:latin typeface="Yu Gothic"/>
                <a:ea typeface="Yu Gothic"/>
                <a:cs typeface="Yu Gothic"/>
              </a:defRPr>
            </a:lvl7pPr>
            <a:lvl8pPr>
              <a:buNone/>
              <a:defRPr sz="2025" b="1">
                <a:solidFill>
                  <a:srgbClr val="253C4D"/>
                </a:solidFill>
                <a:latin typeface="Yu Gothic"/>
                <a:ea typeface="Yu Gothic"/>
                <a:cs typeface="Yu Gothic"/>
              </a:defRPr>
            </a:lvl8pPr>
            <a:lvl9pPr>
              <a:buNone/>
              <a:defRPr sz="2025" b="1">
                <a:solidFill>
                  <a:srgbClr val="253C4D"/>
                </a:solidFill>
                <a:latin typeface="Yu Gothic"/>
                <a:ea typeface="Yu Gothic"/>
                <a:cs typeface="Yu Gothic"/>
              </a:defRPr>
            </a:lvl9pPr>
          </a:lstStyle>
          <a:p>
            <a:pPr>
              <a:buNone/>
              <a:defRPr sz="2025" b="1">
                <a:solidFill>
                  <a:srgbClr val="253C4D"/>
                </a:solidFill>
                <a:latin typeface="Yu Gothic"/>
                <a:ea typeface="Yu Gothic"/>
                <a:cs typeface="Yu Gothic"/>
              </a:defRPr>
            </a:pPr>
            <a:r>
              <a:rPr sz="2025" b="1">
                <a:solidFill>
                  <a:srgbClr val="253C4D"/>
                </a:solidFill>
                <a:latin typeface="Yu Gothic"/>
                <a:ea typeface="Yu Gothic"/>
                <a:cs typeface="Yu Gothic"/>
              </a:rPr>
              <a:t>育てる</a:t>
            </a:r>
          </a:p>
        </p:txBody>
      </p:sp>
      <p:sp>
        <p:nvSpPr>
          <p:cNvPr id="9" name="正方形/長方形 8">
            <a:extLst>
              <a:ext uri="{FF2B5EF4-FFF2-40B4-BE49-F238E27FC236}">
                <a16:creationId xmlns:a16="http://schemas.microsoft.com/office/drawing/2014/main" id="{3F125197-44A2-4F78-8B0A-1E27088EAA76}"/>
              </a:ext>
            </a:extLst>
          </p:cNvPr>
          <p:cNvSpPr>
            <a:spLocks noGrp="1"/>
          </p:cNvSpPr>
          <p:nvPr/>
        </p:nvSpPr>
        <p:spPr>
          <a:xfrm>
            <a:off x="8382000" y="1714500"/>
            <a:ext cx="2667000" cy="952500"/>
          </a:xfrm>
          <a:prstGeom prst="rect">
            <a:avLst/>
          </a:prstGeom>
          <a:solidFill>
            <a:srgbClr val="EAF1F5"/>
          </a:solidFill>
          <a:ln w="9525">
            <a:solidFill>
              <a:srgbClr val="596875"/>
            </a:solidFill>
          </a:ln>
        </p:spPr>
      </p:sp>
      <p:sp>
        <p:nvSpPr>
          <p:cNvPr id="10" name="正方形/長方形 9">
            <a:extLst>
              <a:ext uri="{FF2B5EF4-FFF2-40B4-BE49-F238E27FC236}">
                <a16:creationId xmlns:a16="http://schemas.microsoft.com/office/drawing/2014/main" id="{7E832273-BC50-48B6-9035-28B638DE384B}"/>
              </a:ext>
            </a:extLst>
          </p:cNvPr>
          <p:cNvSpPr>
            <a:spLocks noGrp="1"/>
          </p:cNvSpPr>
          <p:nvPr/>
        </p:nvSpPr>
        <p:spPr>
          <a:xfrm>
            <a:off x="8524875" y="1790700"/>
            <a:ext cx="2381250" cy="800100"/>
          </a:xfrm>
          <a:prstGeom prst="rect">
            <a:avLst/>
          </a:prstGeom>
          <a:noFill/>
          <a:ln w="0">
            <a:noFill/>
          </a:ln>
        </p:spPr>
        <p:txBody>
          <a:bodyPr lIns="0" tIns="0" rIns="0" bIns="0" anchor="ctr">
            <a:noAutofit/>
          </a:bodyPr>
          <a:lstStyle>
            <a:defPPr>
              <a:defRPr sz="2025" b="1">
                <a:solidFill>
                  <a:srgbClr val="253C4D"/>
                </a:solidFill>
                <a:latin typeface="Yu Gothic"/>
                <a:ea typeface="Yu Gothic"/>
                <a:cs typeface="Yu Gothic"/>
              </a:defRPr>
            </a:defPPr>
            <a:lvl1pPr>
              <a:buNone/>
              <a:defRPr sz="2025" b="1">
                <a:solidFill>
                  <a:srgbClr val="253C4D"/>
                </a:solidFill>
                <a:latin typeface="Yu Gothic"/>
                <a:ea typeface="Yu Gothic"/>
                <a:cs typeface="Yu Gothic"/>
              </a:defRPr>
            </a:lvl1pPr>
            <a:lvl2pPr>
              <a:buNone/>
              <a:defRPr sz="2025" b="1">
                <a:solidFill>
                  <a:srgbClr val="253C4D"/>
                </a:solidFill>
                <a:latin typeface="Yu Gothic"/>
                <a:ea typeface="Yu Gothic"/>
                <a:cs typeface="Yu Gothic"/>
              </a:defRPr>
            </a:lvl2pPr>
            <a:lvl3pPr>
              <a:buNone/>
              <a:defRPr sz="2025" b="1">
                <a:solidFill>
                  <a:srgbClr val="253C4D"/>
                </a:solidFill>
                <a:latin typeface="Yu Gothic"/>
                <a:ea typeface="Yu Gothic"/>
                <a:cs typeface="Yu Gothic"/>
              </a:defRPr>
            </a:lvl3pPr>
            <a:lvl4pPr>
              <a:buNone/>
              <a:defRPr sz="2025" b="1">
                <a:solidFill>
                  <a:srgbClr val="253C4D"/>
                </a:solidFill>
                <a:latin typeface="Yu Gothic"/>
                <a:ea typeface="Yu Gothic"/>
                <a:cs typeface="Yu Gothic"/>
              </a:defRPr>
            </a:lvl4pPr>
            <a:lvl5pPr>
              <a:buNone/>
              <a:defRPr sz="2025" b="1">
                <a:solidFill>
                  <a:srgbClr val="253C4D"/>
                </a:solidFill>
                <a:latin typeface="Yu Gothic"/>
                <a:ea typeface="Yu Gothic"/>
                <a:cs typeface="Yu Gothic"/>
              </a:defRPr>
            </a:lvl5pPr>
            <a:lvl6pPr>
              <a:buNone/>
              <a:defRPr sz="2025" b="1">
                <a:solidFill>
                  <a:srgbClr val="253C4D"/>
                </a:solidFill>
                <a:latin typeface="Yu Gothic"/>
                <a:ea typeface="Yu Gothic"/>
                <a:cs typeface="Yu Gothic"/>
              </a:defRPr>
            </a:lvl6pPr>
            <a:lvl7pPr>
              <a:buNone/>
              <a:defRPr sz="2025" b="1">
                <a:solidFill>
                  <a:srgbClr val="253C4D"/>
                </a:solidFill>
                <a:latin typeface="Yu Gothic"/>
                <a:ea typeface="Yu Gothic"/>
                <a:cs typeface="Yu Gothic"/>
              </a:defRPr>
            </a:lvl7pPr>
            <a:lvl8pPr>
              <a:buNone/>
              <a:defRPr sz="2025" b="1">
                <a:solidFill>
                  <a:srgbClr val="253C4D"/>
                </a:solidFill>
                <a:latin typeface="Yu Gothic"/>
                <a:ea typeface="Yu Gothic"/>
                <a:cs typeface="Yu Gothic"/>
              </a:defRPr>
            </a:lvl8pPr>
            <a:lvl9pPr>
              <a:buNone/>
              <a:defRPr sz="2025" b="1">
                <a:solidFill>
                  <a:srgbClr val="253C4D"/>
                </a:solidFill>
                <a:latin typeface="Yu Gothic"/>
                <a:ea typeface="Yu Gothic"/>
                <a:cs typeface="Yu Gothic"/>
              </a:defRPr>
            </a:lvl9pPr>
          </a:lstStyle>
          <a:p>
            <a:pPr>
              <a:buNone/>
              <a:defRPr sz="2025" b="1">
                <a:solidFill>
                  <a:srgbClr val="253C4D"/>
                </a:solidFill>
                <a:latin typeface="Yu Gothic"/>
                <a:ea typeface="Yu Gothic"/>
                <a:cs typeface="Yu Gothic"/>
              </a:defRPr>
            </a:pPr>
            <a:r>
              <a:rPr sz="2025" b="1">
                <a:solidFill>
                  <a:srgbClr val="253C4D"/>
                </a:solidFill>
                <a:latin typeface="Yu Gothic"/>
                <a:ea typeface="Yu Gothic"/>
                <a:cs typeface="Yu Gothic"/>
              </a:rPr>
              <a:t>収穫・製造</a:t>
            </a:r>
          </a:p>
        </p:txBody>
      </p:sp>
      <p:sp>
        <p:nvSpPr>
          <p:cNvPr id="11" name="正方形/長方形 10">
            <a:extLst>
              <a:ext uri="{FF2B5EF4-FFF2-40B4-BE49-F238E27FC236}">
                <a16:creationId xmlns:a16="http://schemas.microsoft.com/office/drawing/2014/main" id="{3FDEA58A-FA67-4987-BDA5-3D29E45754AA}"/>
              </a:ext>
            </a:extLst>
          </p:cNvPr>
          <p:cNvSpPr>
            <a:spLocks noGrp="1"/>
          </p:cNvSpPr>
          <p:nvPr/>
        </p:nvSpPr>
        <p:spPr>
          <a:xfrm>
            <a:off x="8382000" y="3714750"/>
            <a:ext cx="2667000" cy="952500"/>
          </a:xfrm>
          <a:prstGeom prst="rect">
            <a:avLst/>
          </a:prstGeom>
          <a:solidFill>
            <a:srgbClr val="EAF1F5"/>
          </a:solidFill>
          <a:ln w="9525">
            <a:solidFill>
              <a:srgbClr val="596875"/>
            </a:solidFill>
          </a:ln>
        </p:spPr>
      </p:sp>
      <p:sp>
        <p:nvSpPr>
          <p:cNvPr id="12" name="正方形/長方形 11">
            <a:extLst>
              <a:ext uri="{FF2B5EF4-FFF2-40B4-BE49-F238E27FC236}">
                <a16:creationId xmlns:a16="http://schemas.microsoft.com/office/drawing/2014/main" id="{F4CFDF66-0A58-4FA5-BB5F-C9CB3C0E8054}"/>
              </a:ext>
            </a:extLst>
          </p:cNvPr>
          <p:cNvSpPr>
            <a:spLocks noGrp="1"/>
          </p:cNvSpPr>
          <p:nvPr/>
        </p:nvSpPr>
        <p:spPr>
          <a:xfrm>
            <a:off x="8524875" y="3790950"/>
            <a:ext cx="2381250" cy="800100"/>
          </a:xfrm>
          <a:prstGeom prst="rect">
            <a:avLst/>
          </a:prstGeom>
          <a:noFill/>
          <a:ln w="0">
            <a:noFill/>
          </a:ln>
        </p:spPr>
        <p:txBody>
          <a:bodyPr lIns="0" tIns="0" rIns="0" bIns="0" anchor="ctr">
            <a:noAutofit/>
          </a:bodyPr>
          <a:lstStyle>
            <a:defPPr>
              <a:defRPr sz="2025" b="1">
                <a:solidFill>
                  <a:srgbClr val="253C4D"/>
                </a:solidFill>
                <a:latin typeface="Yu Gothic"/>
                <a:ea typeface="Yu Gothic"/>
                <a:cs typeface="Yu Gothic"/>
              </a:defRPr>
            </a:defPPr>
            <a:lvl1pPr>
              <a:buNone/>
              <a:defRPr sz="2025" b="1">
                <a:solidFill>
                  <a:srgbClr val="253C4D"/>
                </a:solidFill>
                <a:latin typeface="Yu Gothic"/>
                <a:ea typeface="Yu Gothic"/>
                <a:cs typeface="Yu Gothic"/>
              </a:defRPr>
            </a:lvl1pPr>
            <a:lvl2pPr>
              <a:buNone/>
              <a:defRPr sz="2025" b="1">
                <a:solidFill>
                  <a:srgbClr val="253C4D"/>
                </a:solidFill>
                <a:latin typeface="Yu Gothic"/>
                <a:ea typeface="Yu Gothic"/>
                <a:cs typeface="Yu Gothic"/>
              </a:defRPr>
            </a:lvl2pPr>
            <a:lvl3pPr>
              <a:buNone/>
              <a:defRPr sz="2025" b="1">
                <a:solidFill>
                  <a:srgbClr val="253C4D"/>
                </a:solidFill>
                <a:latin typeface="Yu Gothic"/>
                <a:ea typeface="Yu Gothic"/>
                <a:cs typeface="Yu Gothic"/>
              </a:defRPr>
            </a:lvl3pPr>
            <a:lvl4pPr>
              <a:buNone/>
              <a:defRPr sz="2025" b="1">
                <a:solidFill>
                  <a:srgbClr val="253C4D"/>
                </a:solidFill>
                <a:latin typeface="Yu Gothic"/>
                <a:ea typeface="Yu Gothic"/>
                <a:cs typeface="Yu Gothic"/>
              </a:defRPr>
            </a:lvl4pPr>
            <a:lvl5pPr>
              <a:buNone/>
              <a:defRPr sz="2025" b="1">
                <a:solidFill>
                  <a:srgbClr val="253C4D"/>
                </a:solidFill>
                <a:latin typeface="Yu Gothic"/>
                <a:ea typeface="Yu Gothic"/>
                <a:cs typeface="Yu Gothic"/>
              </a:defRPr>
            </a:lvl5pPr>
            <a:lvl6pPr>
              <a:buNone/>
              <a:defRPr sz="2025" b="1">
                <a:solidFill>
                  <a:srgbClr val="253C4D"/>
                </a:solidFill>
                <a:latin typeface="Yu Gothic"/>
                <a:ea typeface="Yu Gothic"/>
                <a:cs typeface="Yu Gothic"/>
              </a:defRPr>
            </a:lvl6pPr>
            <a:lvl7pPr>
              <a:buNone/>
              <a:defRPr sz="2025" b="1">
                <a:solidFill>
                  <a:srgbClr val="253C4D"/>
                </a:solidFill>
                <a:latin typeface="Yu Gothic"/>
                <a:ea typeface="Yu Gothic"/>
                <a:cs typeface="Yu Gothic"/>
              </a:defRPr>
            </a:lvl7pPr>
            <a:lvl8pPr>
              <a:buNone/>
              <a:defRPr sz="2025" b="1">
                <a:solidFill>
                  <a:srgbClr val="253C4D"/>
                </a:solidFill>
                <a:latin typeface="Yu Gothic"/>
                <a:ea typeface="Yu Gothic"/>
                <a:cs typeface="Yu Gothic"/>
              </a:defRPr>
            </a:lvl8pPr>
            <a:lvl9pPr>
              <a:buNone/>
              <a:defRPr sz="2025" b="1">
                <a:solidFill>
                  <a:srgbClr val="253C4D"/>
                </a:solidFill>
                <a:latin typeface="Yu Gothic"/>
                <a:ea typeface="Yu Gothic"/>
                <a:cs typeface="Yu Gothic"/>
              </a:defRPr>
            </a:lvl9pPr>
          </a:lstStyle>
          <a:p>
            <a:pPr>
              <a:buNone/>
              <a:defRPr sz="2025" b="1">
                <a:solidFill>
                  <a:srgbClr val="253C4D"/>
                </a:solidFill>
                <a:latin typeface="Yu Gothic"/>
                <a:ea typeface="Yu Gothic"/>
                <a:cs typeface="Yu Gothic"/>
              </a:defRPr>
            </a:pPr>
            <a:r>
              <a:rPr sz="2025" b="1">
                <a:solidFill>
                  <a:srgbClr val="253C4D"/>
                </a:solidFill>
                <a:latin typeface="Yu Gothic"/>
                <a:ea typeface="Yu Gothic"/>
                <a:cs typeface="Yu Gothic"/>
              </a:rPr>
              <a:t>長く使う</a:t>
            </a:r>
          </a:p>
        </p:txBody>
      </p:sp>
      <p:sp>
        <p:nvSpPr>
          <p:cNvPr id="13" name="正方形/長方形 12">
            <a:extLst>
              <a:ext uri="{FF2B5EF4-FFF2-40B4-BE49-F238E27FC236}">
                <a16:creationId xmlns:a16="http://schemas.microsoft.com/office/drawing/2014/main" id="{08736B05-45A7-46D9-BD02-8968394CAEB7}"/>
              </a:ext>
            </a:extLst>
          </p:cNvPr>
          <p:cNvSpPr>
            <a:spLocks noGrp="1"/>
          </p:cNvSpPr>
          <p:nvPr/>
        </p:nvSpPr>
        <p:spPr>
          <a:xfrm>
            <a:off x="4667250" y="3714750"/>
            <a:ext cx="2667000" cy="952500"/>
          </a:xfrm>
          <a:prstGeom prst="rect">
            <a:avLst/>
          </a:prstGeom>
          <a:solidFill>
            <a:srgbClr val="EAF1F5"/>
          </a:solidFill>
          <a:ln w="9525">
            <a:solidFill>
              <a:srgbClr val="596875"/>
            </a:solidFill>
          </a:ln>
        </p:spPr>
      </p:sp>
      <p:sp>
        <p:nvSpPr>
          <p:cNvPr id="14" name="正方形/長方形 13">
            <a:extLst>
              <a:ext uri="{FF2B5EF4-FFF2-40B4-BE49-F238E27FC236}">
                <a16:creationId xmlns:a16="http://schemas.microsoft.com/office/drawing/2014/main" id="{35A99EDF-5DA4-4172-8D58-3139C9DB1C1C}"/>
              </a:ext>
            </a:extLst>
          </p:cNvPr>
          <p:cNvSpPr>
            <a:spLocks noGrp="1"/>
          </p:cNvSpPr>
          <p:nvPr/>
        </p:nvSpPr>
        <p:spPr>
          <a:xfrm>
            <a:off x="4810125" y="3790950"/>
            <a:ext cx="2381250" cy="800100"/>
          </a:xfrm>
          <a:prstGeom prst="rect">
            <a:avLst/>
          </a:prstGeom>
          <a:noFill/>
          <a:ln w="0">
            <a:noFill/>
          </a:ln>
        </p:spPr>
        <p:txBody>
          <a:bodyPr lIns="0" tIns="0" rIns="0" bIns="0" anchor="ctr">
            <a:noAutofit/>
          </a:bodyPr>
          <a:lstStyle>
            <a:defPPr>
              <a:defRPr sz="2025" b="1">
                <a:solidFill>
                  <a:srgbClr val="253C4D"/>
                </a:solidFill>
                <a:latin typeface="Yu Gothic"/>
                <a:ea typeface="Yu Gothic"/>
                <a:cs typeface="Yu Gothic"/>
              </a:defRPr>
            </a:defPPr>
            <a:lvl1pPr>
              <a:buNone/>
              <a:defRPr sz="2025" b="1">
                <a:solidFill>
                  <a:srgbClr val="253C4D"/>
                </a:solidFill>
                <a:latin typeface="Yu Gothic"/>
                <a:ea typeface="Yu Gothic"/>
                <a:cs typeface="Yu Gothic"/>
              </a:defRPr>
            </a:lvl1pPr>
            <a:lvl2pPr>
              <a:buNone/>
              <a:defRPr sz="2025" b="1">
                <a:solidFill>
                  <a:srgbClr val="253C4D"/>
                </a:solidFill>
                <a:latin typeface="Yu Gothic"/>
                <a:ea typeface="Yu Gothic"/>
                <a:cs typeface="Yu Gothic"/>
              </a:defRPr>
            </a:lvl2pPr>
            <a:lvl3pPr>
              <a:buNone/>
              <a:defRPr sz="2025" b="1">
                <a:solidFill>
                  <a:srgbClr val="253C4D"/>
                </a:solidFill>
                <a:latin typeface="Yu Gothic"/>
                <a:ea typeface="Yu Gothic"/>
                <a:cs typeface="Yu Gothic"/>
              </a:defRPr>
            </a:lvl3pPr>
            <a:lvl4pPr>
              <a:buNone/>
              <a:defRPr sz="2025" b="1">
                <a:solidFill>
                  <a:srgbClr val="253C4D"/>
                </a:solidFill>
                <a:latin typeface="Yu Gothic"/>
                <a:ea typeface="Yu Gothic"/>
                <a:cs typeface="Yu Gothic"/>
              </a:defRPr>
            </a:lvl4pPr>
            <a:lvl5pPr>
              <a:buNone/>
              <a:defRPr sz="2025" b="1">
                <a:solidFill>
                  <a:srgbClr val="253C4D"/>
                </a:solidFill>
                <a:latin typeface="Yu Gothic"/>
                <a:ea typeface="Yu Gothic"/>
                <a:cs typeface="Yu Gothic"/>
              </a:defRPr>
            </a:lvl5pPr>
            <a:lvl6pPr>
              <a:buNone/>
              <a:defRPr sz="2025" b="1">
                <a:solidFill>
                  <a:srgbClr val="253C4D"/>
                </a:solidFill>
                <a:latin typeface="Yu Gothic"/>
                <a:ea typeface="Yu Gothic"/>
                <a:cs typeface="Yu Gothic"/>
              </a:defRPr>
            </a:lvl6pPr>
            <a:lvl7pPr>
              <a:buNone/>
              <a:defRPr sz="2025" b="1">
                <a:solidFill>
                  <a:srgbClr val="253C4D"/>
                </a:solidFill>
                <a:latin typeface="Yu Gothic"/>
                <a:ea typeface="Yu Gothic"/>
                <a:cs typeface="Yu Gothic"/>
              </a:defRPr>
            </a:lvl7pPr>
            <a:lvl8pPr>
              <a:buNone/>
              <a:defRPr sz="2025" b="1">
                <a:solidFill>
                  <a:srgbClr val="253C4D"/>
                </a:solidFill>
                <a:latin typeface="Yu Gothic"/>
                <a:ea typeface="Yu Gothic"/>
                <a:cs typeface="Yu Gothic"/>
              </a:defRPr>
            </a:lvl8pPr>
            <a:lvl9pPr>
              <a:buNone/>
              <a:defRPr sz="2025" b="1">
                <a:solidFill>
                  <a:srgbClr val="253C4D"/>
                </a:solidFill>
                <a:latin typeface="Yu Gothic"/>
                <a:ea typeface="Yu Gothic"/>
                <a:cs typeface="Yu Gothic"/>
              </a:defRPr>
            </a:lvl9pPr>
          </a:lstStyle>
          <a:p>
            <a:pPr>
              <a:buNone/>
              <a:defRPr sz="2025" b="1">
                <a:solidFill>
                  <a:srgbClr val="253C4D"/>
                </a:solidFill>
                <a:latin typeface="Yu Gothic"/>
                <a:ea typeface="Yu Gothic"/>
                <a:cs typeface="Yu Gothic"/>
              </a:defRPr>
            </a:pPr>
            <a:r>
              <a:rPr sz="2025" b="1">
                <a:solidFill>
                  <a:srgbClr val="253C4D"/>
                </a:solidFill>
                <a:latin typeface="Yu Gothic"/>
                <a:ea typeface="Yu Gothic"/>
                <a:cs typeface="Yu Gothic"/>
              </a:rPr>
              <a:t>再使用・再資源化</a:t>
            </a:r>
          </a:p>
        </p:txBody>
      </p:sp>
      <p:sp>
        <p:nvSpPr>
          <p:cNvPr id="15" name="フリーフォーム: 図形 14">
            <a:extLst>
              <a:ext uri="{FF2B5EF4-FFF2-40B4-BE49-F238E27FC236}">
                <a16:creationId xmlns:a16="http://schemas.microsoft.com/office/drawing/2014/main" id="{EFBFCD7A-1652-4E94-9135-F41B57C9B36B}"/>
              </a:ext>
            </a:extLst>
          </p:cNvPr>
          <p:cNvSpPr>
            <a:spLocks noGrp="1"/>
          </p:cNvSpPr>
          <p:nvPr/>
        </p:nvSpPr>
        <p:spPr>
          <a:xfrm>
            <a:off x="3714750" y="2190750"/>
            <a:ext cx="857250" cy="9525"/>
          </a:xfrm>
          <a:custGeom>
            <a:avLst/>
            <a:gdLst/>
            <a:ahLst/>
            <a:cxnLst/>
            <a:rect l="0" t="0" r="0" b="0"/>
            <a:pathLst>
              <a:path w="857250" h="9525">
                <a:moveTo>
                  <a:pt x="0" y="0"/>
                </a:moveTo>
                <a:lnTo>
                  <a:pt x="857250" y="0"/>
                </a:lnTo>
              </a:path>
            </a:pathLst>
          </a:custGeom>
          <a:noFill/>
          <a:ln w="38100">
            <a:solidFill>
              <a:srgbClr val="2876A8"/>
            </a:solidFill>
          </a:ln>
        </p:spPr>
      </p:sp>
      <p:sp>
        <p:nvSpPr>
          <p:cNvPr id="16" name="フリーフォーム: 図形 15">
            <a:extLst>
              <a:ext uri="{FF2B5EF4-FFF2-40B4-BE49-F238E27FC236}">
                <a16:creationId xmlns:a16="http://schemas.microsoft.com/office/drawing/2014/main" id="{6C9640F7-954E-4E59-A38B-940A3A650A82}"/>
              </a:ext>
            </a:extLst>
          </p:cNvPr>
          <p:cNvSpPr>
            <a:spLocks noGrp="1"/>
          </p:cNvSpPr>
          <p:nvPr/>
        </p:nvSpPr>
        <p:spPr>
          <a:xfrm>
            <a:off x="4458316" y="2190750"/>
            <a:ext cx="113684" cy="69700"/>
          </a:xfrm>
          <a:custGeom>
            <a:avLst/>
            <a:gdLst/>
            <a:ahLst/>
            <a:cxnLst/>
            <a:rect l="0" t="0" r="0" b="0"/>
            <a:pathLst>
              <a:path w="113684" h="69700">
                <a:moveTo>
                  <a:pt x="113684" y="0"/>
                </a:moveTo>
                <a:lnTo>
                  <a:pt x="0" y="69700"/>
                </a:lnTo>
              </a:path>
            </a:pathLst>
          </a:custGeom>
          <a:noFill/>
          <a:ln w="38100">
            <a:solidFill>
              <a:srgbClr val="2876A8"/>
            </a:solidFill>
          </a:ln>
        </p:spPr>
      </p:sp>
      <p:sp>
        <p:nvSpPr>
          <p:cNvPr id="17" name="フリーフォーム: 図形 16">
            <a:extLst>
              <a:ext uri="{FF2B5EF4-FFF2-40B4-BE49-F238E27FC236}">
                <a16:creationId xmlns:a16="http://schemas.microsoft.com/office/drawing/2014/main" id="{56CCC9A0-C92C-44D9-8734-285A667A8FD5}"/>
              </a:ext>
            </a:extLst>
          </p:cNvPr>
          <p:cNvSpPr>
            <a:spLocks noGrp="1"/>
          </p:cNvSpPr>
          <p:nvPr/>
        </p:nvSpPr>
        <p:spPr>
          <a:xfrm>
            <a:off x="4458316" y="2121050"/>
            <a:ext cx="113684" cy="69700"/>
          </a:xfrm>
          <a:custGeom>
            <a:avLst/>
            <a:gdLst/>
            <a:ahLst/>
            <a:cxnLst/>
            <a:rect l="0" t="0" r="0" b="0"/>
            <a:pathLst>
              <a:path w="113684" h="69700">
                <a:moveTo>
                  <a:pt x="113684" y="69700"/>
                </a:moveTo>
                <a:lnTo>
                  <a:pt x="0" y="0"/>
                </a:lnTo>
              </a:path>
            </a:pathLst>
          </a:custGeom>
          <a:noFill/>
          <a:ln w="38100">
            <a:solidFill>
              <a:srgbClr val="2876A8"/>
            </a:solidFill>
          </a:ln>
        </p:spPr>
      </p:sp>
      <p:sp>
        <p:nvSpPr>
          <p:cNvPr id="18" name="フリーフォーム: 図形 17">
            <a:extLst>
              <a:ext uri="{FF2B5EF4-FFF2-40B4-BE49-F238E27FC236}">
                <a16:creationId xmlns:a16="http://schemas.microsoft.com/office/drawing/2014/main" id="{54F37759-481A-4D3E-84C7-22BB6724298B}"/>
              </a:ext>
            </a:extLst>
          </p:cNvPr>
          <p:cNvSpPr>
            <a:spLocks noGrp="1"/>
          </p:cNvSpPr>
          <p:nvPr/>
        </p:nvSpPr>
        <p:spPr>
          <a:xfrm>
            <a:off x="7429500" y="2190750"/>
            <a:ext cx="857250" cy="9525"/>
          </a:xfrm>
          <a:custGeom>
            <a:avLst/>
            <a:gdLst/>
            <a:ahLst/>
            <a:cxnLst/>
            <a:rect l="0" t="0" r="0" b="0"/>
            <a:pathLst>
              <a:path w="857250" h="9525">
                <a:moveTo>
                  <a:pt x="0" y="0"/>
                </a:moveTo>
                <a:lnTo>
                  <a:pt x="857250" y="0"/>
                </a:lnTo>
              </a:path>
            </a:pathLst>
          </a:custGeom>
          <a:noFill/>
          <a:ln w="38100">
            <a:solidFill>
              <a:srgbClr val="2876A8"/>
            </a:solidFill>
          </a:ln>
        </p:spPr>
      </p:sp>
      <p:sp>
        <p:nvSpPr>
          <p:cNvPr id="19" name="フリーフォーム: 図形 18">
            <a:extLst>
              <a:ext uri="{FF2B5EF4-FFF2-40B4-BE49-F238E27FC236}">
                <a16:creationId xmlns:a16="http://schemas.microsoft.com/office/drawing/2014/main" id="{E4062FE6-0447-4F56-9663-6B555DA958BB}"/>
              </a:ext>
            </a:extLst>
          </p:cNvPr>
          <p:cNvSpPr>
            <a:spLocks noGrp="1"/>
          </p:cNvSpPr>
          <p:nvPr/>
        </p:nvSpPr>
        <p:spPr>
          <a:xfrm>
            <a:off x="8173066" y="2190750"/>
            <a:ext cx="113684" cy="69700"/>
          </a:xfrm>
          <a:custGeom>
            <a:avLst/>
            <a:gdLst/>
            <a:ahLst/>
            <a:cxnLst/>
            <a:rect l="0" t="0" r="0" b="0"/>
            <a:pathLst>
              <a:path w="113684" h="69700">
                <a:moveTo>
                  <a:pt x="113684" y="0"/>
                </a:moveTo>
                <a:lnTo>
                  <a:pt x="0" y="69700"/>
                </a:lnTo>
              </a:path>
            </a:pathLst>
          </a:custGeom>
          <a:noFill/>
          <a:ln w="38100">
            <a:solidFill>
              <a:srgbClr val="2876A8"/>
            </a:solidFill>
          </a:ln>
        </p:spPr>
      </p:sp>
      <p:sp>
        <p:nvSpPr>
          <p:cNvPr id="20" name="フリーフォーム: 図形 19">
            <a:extLst>
              <a:ext uri="{FF2B5EF4-FFF2-40B4-BE49-F238E27FC236}">
                <a16:creationId xmlns:a16="http://schemas.microsoft.com/office/drawing/2014/main" id="{D2ABF02A-FB88-45BF-AC32-33C35293FB76}"/>
              </a:ext>
            </a:extLst>
          </p:cNvPr>
          <p:cNvSpPr>
            <a:spLocks noGrp="1"/>
          </p:cNvSpPr>
          <p:nvPr/>
        </p:nvSpPr>
        <p:spPr>
          <a:xfrm>
            <a:off x="8173066" y="2121050"/>
            <a:ext cx="113684" cy="69700"/>
          </a:xfrm>
          <a:custGeom>
            <a:avLst/>
            <a:gdLst/>
            <a:ahLst/>
            <a:cxnLst/>
            <a:rect l="0" t="0" r="0" b="0"/>
            <a:pathLst>
              <a:path w="113684" h="69700">
                <a:moveTo>
                  <a:pt x="113684" y="69700"/>
                </a:moveTo>
                <a:lnTo>
                  <a:pt x="0" y="0"/>
                </a:lnTo>
              </a:path>
            </a:pathLst>
          </a:custGeom>
          <a:noFill/>
          <a:ln w="38100">
            <a:solidFill>
              <a:srgbClr val="2876A8"/>
            </a:solidFill>
          </a:ln>
        </p:spPr>
      </p:sp>
      <p:sp>
        <p:nvSpPr>
          <p:cNvPr id="21" name="フリーフォーム: 図形 20">
            <a:extLst>
              <a:ext uri="{FF2B5EF4-FFF2-40B4-BE49-F238E27FC236}">
                <a16:creationId xmlns:a16="http://schemas.microsoft.com/office/drawing/2014/main" id="{07CAFFD0-3D78-4ACF-8056-FBA09CF85E14}"/>
              </a:ext>
            </a:extLst>
          </p:cNvPr>
          <p:cNvSpPr>
            <a:spLocks noGrp="1"/>
          </p:cNvSpPr>
          <p:nvPr/>
        </p:nvSpPr>
        <p:spPr>
          <a:xfrm>
            <a:off x="9715500" y="2781300"/>
            <a:ext cx="9525" cy="819150"/>
          </a:xfrm>
          <a:custGeom>
            <a:avLst/>
            <a:gdLst/>
            <a:ahLst/>
            <a:cxnLst/>
            <a:rect l="0" t="0" r="0" b="0"/>
            <a:pathLst>
              <a:path w="9525" h="819150">
                <a:moveTo>
                  <a:pt x="0" y="0"/>
                </a:moveTo>
                <a:lnTo>
                  <a:pt x="0" y="819150"/>
                </a:lnTo>
              </a:path>
            </a:pathLst>
          </a:custGeom>
          <a:noFill/>
          <a:ln w="38100">
            <a:solidFill>
              <a:srgbClr val="2876A8"/>
            </a:solidFill>
          </a:ln>
        </p:spPr>
      </p:sp>
      <p:sp>
        <p:nvSpPr>
          <p:cNvPr id="22" name="フリーフォーム: 図形 21">
            <a:extLst>
              <a:ext uri="{FF2B5EF4-FFF2-40B4-BE49-F238E27FC236}">
                <a16:creationId xmlns:a16="http://schemas.microsoft.com/office/drawing/2014/main" id="{089A9B74-46FC-489C-A3A3-DB75323F0B22}"/>
              </a:ext>
            </a:extLst>
          </p:cNvPr>
          <p:cNvSpPr>
            <a:spLocks noGrp="1"/>
          </p:cNvSpPr>
          <p:nvPr/>
        </p:nvSpPr>
        <p:spPr>
          <a:xfrm>
            <a:off x="9645800" y="3486766"/>
            <a:ext cx="69700" cy="113684"/>
          </a:xfrm>
          <a:custGeom>
            <a:avLst/>
            <a:gdLst/>
            <a:ahLst/>
            <a:cxnLst/>
            <a:rect l="0" t="0" r="0" b="0"/>
            <a:pathLst>
              <a:path w="69700" h="113684">
                <a:moveTo>
                  <a:pt x="69700" y="113684"/>
                </a:moveTo>
                <a:lnTo>
                  <a:pt x="0" y="0"/>
                </a:lnTo>
              </a:path>
            </a:pathLst>
          </a:custGeom>
          <a:noFill/>
          <a:ln w="38100">
            <a:solidFill>
              <a:srgbClr val="2876A8"/>
            </a:solidFill>
          </a:ln>
        </p:spPr>
      </p:sp>
      <p:sp>
        <p:nvSpPr>
          <p:cNvPr id="23" name="フリーフォーム: 図形 22">
            <a:extLst>
              <a:ext uri="{FF2B5EF4-FFF2-40B4-BE49-F238E27FC236}">
                <a16:creationId xmlns:a16="http://schemas.microsoft.com/office/drawing/2014/main" id="{9B0EC6E9-FC73-40EE-8508-23E0C2C0C125}"/>
              </a:ext>
            </a:extLst>
          </p:cNvPr>
          <p:cNvSpPr>
            <a:spLocks noGrp="1"/>
          </p:cNvSpPr>
          <p:nvPr/>
        </p:nvSpPr>
        <p:spPr>
          <a:xfrm>
            <a:off x="9715500" y="3486766"/>
            <a:ext cx="69700" cy="113684"/>
          </a:xfrm>
          <a:custGeom>
            <a:avLst/>
            <a:gdLst/>
            <a:ahLst/>
            <a:cxnLst/>
            <a:rect l="0" t="0" r="0" b="0"/>
            <a:pathLst>
              <a:path w="69700" h="113684">
                <a:moveTo>
                  <a:pt x="0" y="113684"/>
                </a:moveTo>
                <a:lnTo>
                  <a:pt x="69700" y="0"/>
                </a:lnTo>
              </a:path>
            </a:pathLst>
          </a:custGeom>
          <a:noFill/>
          <a:ln w="38100">
            <a:solidFill>
              <a:srgbClr val="2876A8"/>
            </a:solidFill>
          </a:ln>
        </p:spPr>
      </p:sp>
      <p:sp>
        <p:nvSpPr>
          <p:cNvPr id="24" name="フリーフォーム: 図形 23">
            <a:extLst>
              <a:ext uri="{FF2B5EF4-FFF2-40B4-BE49-F238E27FC236}">
                <a16:creationId xmlns:a16="http://schemas.microsoft.com/office/drawing/2014/main" id="{9FCE353B-2B59-4E8B-9470-ECC446EABB2B}"/>
              </a:ext>
            </a:extLst>
          </p:cNvPr>
          <p:cNvSpPr>
            <a:spLocks noGrp="1"/>
          </p:cNvSpPr>
          <p:nvPr/>
        </p:nvSpPr>
        <p:spPr>
          <a:xfrm>
            <a:off x="7429500" y="4191000"/>
            <a:ext cx="857250" cy="9525"/>
          </a:xfrm>
          <a:custGeom>
            <a:avLst/>
            <a:gdLst/>
            <a:ahLst/>
            <a:cxnLst/>
            <a:rect l="0" t="0" r="0" b="0"/>
            <a:pathLst>
              <a:path w="857250" h="9525">
                <a:moveTo>
                  <a:pt x="857250" y="0"/>
                </a:moveTo>
                <a:lnTo>
                  <a:pt x="0" y="0"/>
                </a:lnTo>
              </a:path>
            </a:pathLst>
          </a:custGeom>
          <a:noFill/>
          <a:ln w="38100">
            <a:solidFill>
              <a:srgbClr val="2876A8"/>
            </a:solidFill>
          </a:ln>
        </p:spPr>
      </p:sp>
      <p:sp>
        <p:nvSpPr>
          <p:cNvPr id="25" name="フリーフォーム: 図形 24">
            <a:extLst>
              <a:ext uri="{FF2B5EF4-FFF2-40B4-BE49-F238E27FC236}">
                <a16:creationId xmlns:a16="http://schemas.microsoft.com/office/drawing/2014/main" id="{5C44AFD2-6124-4752-A4D0-0136FAE42EFC}"/>
              </a:ext>
            </a:extLst>
          </p:cNvPr>
          <p:cNvSpPr>
            <a:spLocks noGrp="1"/>
          </p:cNvSpPr>
          <p:nvPr/>
        </p:nvSpPr>
        <p:spPr>
          <a:xfrm>
            <a:off x="7429500" y="4121300"/>
            <a:ext cx="113684" cy="69700"/>
          </a:xfrm>
          <a:custGeom>
            <a:avLst/>
            <a:gdLst/>
            <a:ahLst/>
            <a:cxnLst/>
            <a:rect l="0" t="0" r="0" b="0"/>
            <a:pathLst>
              <a:path w="113684" h="69700">
                <a:moveTo>
                  <a:pt x="0" y="69700"/>
                </a:moveTo>
                <a:lnTo>
                  <a:pt x="113684" y="0"/>
                </a:lnTo>
              </a:path>
            </a:pathLst>
          </a:custGeom>
          <a:noFill/>
          <a:ln w="38100">
            <a:solidFill>
              <a:srgbClr val="2876A8"/>
            </a:solidFill>
          </a:ln>
        </p:spPr>
      </p:sp>
      <p:sp>
        <p:nvSpPr>
          <p:cNvPr id="26" name="フリーフォーム: 図形 25">
            <a:extLst>
              <a:ext uri="{FF2B5EF4-FFF2-40B4-BE49-F238E27FC236}">
                <a16:creationId xmlns:a16="http://schemas.microsoft.com/office/drawing/2014/main" id="{B146C6E4-4A92-430C-8E66-3645DF9D5972}"/>
              </a:ext>
            </a:extLst>
          </p:cNvPr>
          <p:cNvSpPr>
            <a:spLocks noGrp="1"/>
          </p:cNvSpPr>
          <p:nvPr/>
        </p:nvSpPr>
        <p:spPr>
          <a:xfrm>
            <a:off x="7429500" y="4191000"/>
            <a:ext cx="113684" cy="69700"/>
          </a:xfrm>
          <a:custGeom>
            <a:avLst/>
            <a:gdLst/>
            <a:ahLst/>
            <a:cxnLst/>
            <a:rect l="0" t="0" r="0" b="0"/>
            <a:pathLst>
              <a:path w="113684" h="69700">
                <a:moveTo>
                  <a:pt x="0" y="0"/>
                </a:moveTo>
                <a:lnTo>
                  <a:pt x="113684" y="69700"/>
                </a:lnTo>
              </a:path>
            </a:pathLst>
          </a:custGeom>
          <a:noFill/>
          <a:ln w="38100">
            <a:solidFill>
              <a:srgbClr val="2876A8"/>
            </a:solidFill>
          </a:ln>
        </p:spPr>
      </p:sp>
      <p:sp>
        <p:nvSpPr>
          <p:cNvPr id="27" name="フリーフォーム: 図形 26">
            <a:extLst>
              <a:ext uri="{FF2B5EF4-FFF2-40B4-BE49-F238E27FC236}">
                <a16:creationId xmlns:a16="http://schemas.microsoft.com/office/drawing/2014/main" id="{A81E2F61-723C-45D8-A599-7907DF41BB9F}"/>
              </a:ext>
            </a:extLst>
          </p:cNvPr>
          <p:cNvSpPr>
            <a:spLocks noGrp="1"/>
          </p:cNvSpPr>
          <p:nvPr/>
        </p:nvSpPr>
        <p:spPr>
          <a:xfrm>
            <a:off x="2286000" y="4191000"/>
            <a:ext cx="2286000" cy="9525"/>
          </a:xfrm>
          <a:custGeom>
            <a:avLst/>
            <a:gdLst/>
            <a:ahLst/>
            <a:cxnLst/>
            <a:rect l="0" t="0" r="0" b="0"/>
            <a:pathLst>
              <a:path w="2286000" h="9525">
                <a:moveTo>
                  <a:pt x="2286000" y="0"/>
                </a:moveTo>
                <a:lnTo>
                  <a:pt x="0" y="0"/>
                </a:lnTo>
              </a:path>
            </a:pathLst>
          </a:custGeom>
          <a:noFill/>
          <a:ln w="38100">
            <a:solidFill>
              <a:srgbClr val="087E8B"/>
            </a:solidFill>
          </a:ln>
        </p:spPr>
      </p:sp>
      <p:sp>
        <p:nvSpPr>
          <p:cNvPr id="28" name="フリーフォーム: 図形 27">
            <a:extLst>
              <a:ext uri="{FF2B5EF4-FFF2-40B4-BE49-F238E27FC236}">
                <a16:creationId xmlns:a16="http://schemas.microsoft.com/office/drawing/2014/main" id="{5508A8EE-4B5D-48E1-94CC-3B184BCAAA7D}"/>
              </a:ext>
            </a:extLst>
          </p:cNvPr>
          <p:cNvSpPr>
            <a:spLocks noGrp="1"/>
          </p:cNvSpPr>
          <p:nvPr/>
        </p:nvSpPr>
        <p:spPr>
          <a:xfrm>
            <a:off x="2286000" y="2781300"/>
            <a:ext cx="9525" cy="1409700"/>
          </a:xfrm>
          <a:custGeom>
            <a:avLst/>
            <a:gdLst/>
            <a:ahLst/>
            <a:cxnLst/>
            <a:rect l="0" t="0" r="0" b="0"/>
            <a:pathLst>
              <a:path w="9525" h="1409700">
                <a:moveTo>
                  <a:pt x="0" y="1409700"/>
                </a:moveTo>
                <a:lnTo>
                  <a:pt x="0" y="0"/>
                </a:lnTo>
              </a:path>
            </a:pathLst>
          </a:custGeom>
          <a:noFill/>
          <a:ln w="38100">
            <a:solidFill>
              <a:srgbClr val="087E8B"/>
            </a:solidFill>
          </a:ln>
        </p:spPr>
      </p:sp>
      <p:sp>
        <p:nvSpPr>
          <p:cNvPr id="29" name="フリーフォーム: 図形 28">
            <a:extLst>
              <a:ext uri="{FF2B5EF4-FFF2-40B4-BE49-F238E27FC236}">
                <a16:creationId xmlns:a16="http://schemas.microsoft.com/office/drawing/2014/main" id="{6323D7CE-67A2-416C-9D44-1D00743A8F9D}"/>
              </a:ext>
            </a:extLst>
          </p:cNvPr>
          <p:cNvSpPr>
            <a:spLocks noGrp="1"/>
          </p:cNvSpPr>
          <p:nvPr/>
        </p:nvSpPr>
        <p:spPr>
          <a:xfrm>
            <a:off x="2286000" y="2781300"/>
            <a:ext cx="69700" cy="113684"/>
          </a:xfrm>
          <a:custGeom>
            <a:avLst/>
            <a:gdLst/>
            <a:ahLst/>
            <a:cxnLst/>
            <a:rect l="0" t="0" r="0" b="0"/>
            <a:pathLst>
              <a:path w="69700" h="113684">
                <a:moveTo>
                  <a:pt x="0" y="0"/>
                </a:moveTo>
                <a:lnTo>
                  <a:pt x="69700" y="113684"/>
                </a:lnTo>
              </a:path>
            </a:pathLst>
          </a:custGeom>
          <a:noFill/>
          <a:ln w="38100">
            <a:solidFill>
              <a:srgbClr val="087E8B"/>
            </a:solidFill>
          </a:ln>
        </p:spPr>
      </p:sp>
      <p:sp>
        <p:nvSpPr>
          <p:cNvPr id="30" name="フリーフォーム: 図形 29">
            <a:extLst>
              <a:ext uri="{FF2B5EF4-FFF2-40B4-BE49-F238E27FC236}">
                <a16:creationId xmlns:a16="http://schemas.microsoft.com/office/drawing/2014/main" id="{3EE5711B-D8F0-4EE8-9FFF-AFF47B277D16}"/>
              </a:ext>
            </a:extLst>
          </p:cNvPr>
          <p:cNvSpPr>
            <a:spLocks noGrp="1"/>
          </p:cNvSpPr>
          <p:nvPr/>
        </p:nvSpPr>
        <p:spPr>
          <a:xfrm>
            <a:off x="2216300" y="2781300"/>
            <a:ext cx="69700" cy="113684"/>
          </a:xfrm>
          <a:custGeom>
            <a:avLst/>
            <a:gdLst/>
            <a:ahLst/>
            <a:cxnLst/>
            <a:rect l="0" t="0" r="0" b="0"/>
            <a:pathLst>
              <a:path w="69700" h="113684">
                <a:moveTo>
                  <a:pt x="69700" y="0"/>
                </a:moveTo>
                <a:lnTo>
                  <a:pt x="0" y="113684"/>
                </a:lnTo>
              </a:path>
            </a:pathLst>
          </a:custGeom>
          <a:noFill/>
          <a:ln w="38100">
            <a:solidFill>
              <a:srgbClr val="087E8B"/>
            </a:solidFill>
          </a:ln>
        </p:spPr>
      </p:sp>
      <p:sp>
        <p:nvSpPr>
          <p:cNvPr id="31" name="正方形/長方形 30">
            <a:extLst>
              <a:ext uri="{FF2B5EF4-FFF2-40B4-BE49-F238E27FC236}">
                <a16:creationId xmlns:a16="http://schemas.microsoft.com/office/drawing/2014/main" id="{94AFD1F3-3A3C-4BAC-9C96-72253AF68D68}"/>
              </a:ext>
            </a:extLst>
          </p:cNvPr>
          <p:cNvSpPr>
            <a:spLocks noGrp="1"/>
          </p:cNvSpPr>
          <p:nvPr/>
        </p:nvSpPr>
        <p:spPr>
          <a:xfrm>
            <a:off x="2686050" y="3124200"/>
            <a:ext cx="1905000" cy="809625"/>
          </a:xfrm>
          <a:prstGeom prst="rect">
            <a:avLst/>
          </a:prstGeom>
          <a:noFill/>
          <a:ln w="0">
            <a:noFill/>
          </a:ln>
        </p:spPr>
        <p:txBody>
          <a:bodyPr lIns="0" tIns="0" rIns="0" bIns="0" anchor="ctr">
            <a:noAutofit/>
          </a:bodyPr>
          <a:lstStyle>
            <a:defPPr>
              <a:defRPr sz="1725" b="1">
                <a:solidFill>
                  <a:srgbClr val="087E8B"/>
                </a:solidFill>
                <a:latin typeface="Yu Gothic"/>
                <a:ea typeface="Yu Gothic"/>
                <a:cs typeface="Yu Gothic"/>
              </a:defRPr>
            </a:defPPr>
            <a:lvl1pPr>
              <a:buNone/>
              <a:defRPr sz="1725" b="1">
                <a:solidFill>
                  <a:srgbClr val="087E8B"/>
                </a:solidFill>
                <a:latin typeface="Yu Gothic"/>
                <a:ea typeface="Yu Gothic"/>
                <a:cs typeface="Yu Gothic"/>
              </a:defRPr>
            </a:lvl1pPr>
            <a:lvl2pPr>
              <a:buNone/>
              <a:defRPr sz="1725" b="1">
                <a:solidFill>
                  <a:srgbClr val="087E8B"/>
                </a:solidFill>
                <a:latin typeface="Yu Gothic"/>
                <a:ea typeface="Yu Gothic"/>
                <a:cs typeface="Yu Gothic"/>
              </a:defRPr>
            </a:lvl2pPr>
            <a:lvl3pPr>
              <a:buNone/>
              <a:defRPr sz="1725" b="1">
                <a:solidFill>
                  <a:srgbClr val="087E8B"/>
                </a:solidFill>
                <a:latin typeface="Yu Gothic"/>
                <a:ea typeface="Yu Gothic"/>
                <a:cs typeface="Yu Gothic"/>
              </a:defRPr>
            </a:lvl3pPr>
            <a:lvl4pPr>
              <a:buNone/>
              <a:defRPr sz="1725" b="1">
                <a:solidFill>
                  <a:srgbClr val="087E8B"/>
                </a:solidFill>
                <a:latin typeface="Yu Gothic"/>
                <a:ea typeface="Yu Gothic"/>
                <a:cs typeface="Yu Gothic"/>
              </a:defRPr>
            </a:lvl4pPr>
            <a:lvl5pPr>
              <a:buNone/>
              <a:defRPr sz="1725" b="1">
                <a:solidFill>
                  <a:srgbClr val="087E8B"/>
                </a:solidFill>
                <a:latin typeface="Yu Gothic"/>
                <a:ea typeface="Yu Gothic"/>
                <a:cs typeface="Yu Gothic"/>
              </a:defRPr>
            </a:lvl5pPr>
            <a:lvl6pPr>
              <a:buNone/>
              <a:defRPr sz="1725" b="1">
                <a:solidFill>
                  <a:srgbClr val="087E8B"/>
                </a:solidFill>
                <a:latin typeface="Yu Gothic"/>
                <a:ea typeface="Yu Gothic"/>
                <a:cs typeface="Yu Gothic"/>
              </a:defRPr>
            </a:lvl6pPr>
            <a:lvl7pPr>
              <a:buNone/>
              <a:defRPr sz="1725" b="1">
                <a:solidFill>
                  <a:srgbClr val="087E8B"/>
                </a:solidFill>
                <a:latin typeface="Yu Gothic"/>
                <a:ea typeface="Yu Gothic"/>
                <a:cs typeface="Yu Gothic"/>
              </a:defRPr>
            </a:lvl7pPr>
            <a:lvl8pPr>
              <a:buNone/>
              <a:defRPr sz="1725" b="1">
                <a:solidFill>
                  <a:srgbClr val="087E8B"/>
                </a:solidFill>
                <a:latin typeface="Yu Gothic"/>
                <a:ea typeface="Yu Gothic"/>
                <a:cs typeface="Yu Gothic"/>
              </a:defRPr>
            </a:lvl8pPr>
            <a:lvl9pPr>
              <a:buNone/>
              <a:defRPr sz="1725" b="1">
                <a:solidFill>
                  <a:srgbClr val="087E8B"/>
                </a:solidFill>
                <a:latin typeface="Yu Gothic"/>
                <a:ea typeface="Yu Gothic"/>
                <a:cs typeface="Yu Gothic"/>
              </a:defRPr>
            </a:lvl9pPr>
          </a:lstStyle>
          <a:p>
            <a:pPr>
              <a:buNone/>
              <a:defRPr sz="1725" b="1">
                <a:solidFill>
                  <a:srgbClr val="087E8B"/>
                </a:solidFill>
                <a:latin typeface="Yu Gothic"/>
                <a:ea typeface="Yu Gothic"/>
                <a:cs typeface="Yu Gothic"/>
              </a:defRPr>
            </a:pPr>
            <a:r>
              <a:rPr sz="1725" b="1">
                <a:solidFill>
                  <a:srgbClr val="087E8B"/>
                </a:solidFill>
                <a:latin typeface="Yu Gothic"/>
                <a:ea typeface="Yu Gothic"/>
                <a:cs typeface="Yu Gothic"/>
              </a:rPr>
              <a:t>更新を支える</a:t>
            </a:r>
          </a:p>
          <a:p>
            <a:pPr>
              <a:buNone/>
              <a:defRPr sz="1725" b="1">
                <a:solidFill>
                  <a:srgbClr val="087E8B"/>
                </a:solidFill>
                <a:latin typeface="Yu Gothic"/>
                <a:ea typeface="Yu Gothic"/>
                <a:cs typeface="Yu Gothic"/>
              </a:defRPr>
            </a:pPr>
            <a:r>
              <a:rPr sz="1725" b="1">
                <a:solidFill>
                  <a:srgbClr val="087E8B"/>
                </a:solidFill>
                <a:latin typeface="Yu Gothic"/>
                <a:ea typeface="Yu Gothic"/>
                <a:cs typeface="Yu Gothic"/>
              </a:rPr>
              <a:t>費用・労働</a:t>
            </a:r>
          </a:p>
        </p:txBody>
      </p:sp>
      <p:sp>
        <p:nvSpPr>
          <p:cNvPr id="32" name="正方形/長方形 31">
            <a:extLst>
              <a:ext uri="{FF2B5EF4-FFF2-40B4-BE49-F238E27FC236}">
                <a16:creationId xmlns:a16="http://schemas.microsoft.com/office/drawing/2014/main" id="{055081D3-890A-4C9B-AEED-19812DC9B953}"/>
              </a:ext>
            </a:extLst>
          </p:cNvPr>
          <p:cNvSpPr>
            <a:spLocks noGrp="1"/>
          </p:cNvSpPr>
          <p:nvPr/>
        </p:nvSpPr>
        <p:spPr>
          <a:xfrm>
            <a:off x="838200" y="5276850"/>
            <a:ext cx="10477500" cy="514350"/>
          </a:xfrm>
          <a:prstGeom prst="rect">
            <a:avLst/>
          </a:prstGeom>
          <a:noFill/>
          <a:ln w="0">
            <a:noFill/>
          </a:ln>
        </p:spPr>
        <p:txBody>
          <a:bodyPr lIns="0" tIns="0" rIns="0" bIns="0" anchor="ctr">
            <a:noAutofit/>
          </a:bodyPr>
          <a:lstStyle>
            <a:defPPr>
              <a:defRPr sz="2250" b="1">
                <a:solidFill>
                  <a:srgbClr val="253C4D"/>
                </a:solidFill>
                <a:latin typeface="Yu Gothic"/>
                <a:ea typeface="Yu Gothic"/>
                <a:cs typeface="Yu Gothic"/>
              </a:defRPr>
            </a:defPPr>
            <a:lvl1pPr>
              <a:buNone/>
              <a:defRPr sz="2250" b="1">
                <a:solidFill>
                  <a:srgbClr val="253C4D"/>
                </a:solidFill>
                <a:latin typeface="Yu Gothic"/>
                <a:ea typeface="Yu Gothic"/>
                <a:cs typeface="Yu Gothic"/>
              </a:defRPr>
            </a:lvl1pPr>
            <a:lvl2pPr>
              <a:buNone/>
              <a:defRPr sz="2250" b="1">
                <a:solidFill>
                  <a:srgbClr val="253C4D"/>
                </a:solidFill>
                <a:latin typeface="Yu Gothic"/>
                <a:ea typeface="Yu Gothic"/>
                <a:cs typeface="Yu Gothic"/>
              </a:defRPr>
            </a:lvl2pPr>
            <a:lvl3pPr>
              <a:buNone/>
              <a:defRPr sz="2250" b="1">
                <a:solidFill>
                  <a:srgbClr val="253C4D"/>
                </a:solidFill>
                <a:latin typeface="Yu Gothic"/>
                <a:ea typeface="Yu Gothic"/>
                <a:cs typeface="Yu Gothic"/>
              </a:defRPr>
            </a:lvl3pPr>
            <a:lvl4pPr>
              <a:buNone/>
              <a:defRPr sz="2250" b="1">
                <a:solidFill>
                  <a:srgbClr val="253C4D"/>
                </a:solidFill>
                <a:latin typeface="Yu Gothic"/>
                <a:ea typeface="Yu Gothic"/>
                <a:cs typeface="Yu Gothic"/>
              </a:defRPr>
            </a:lvl4pPr>
            <a:lvl5pPr>
              <a:buNone/>
              <a:defRPr sz="2250" b="1">
                <a:solidFill>
                  <a:srgbClr val="253C4D"/>
                </a:solidFill>
                <a:latin typeface="Yu Gothic"/>
                <a:ea typeface="Yu Gothic"/>
                <a:cs typeface="Yu Gothic"/>
              </a:defRPr>
            </a:lvl5pPr>
            <a:lvl6pPr>
              <a:buNone/>
              <a:defRPr sz="2250" b="1">
                <a:solidFill>
                  <a:srgbClr val="253C4D"/>
                </a:solidFill>
                <a:latin typeface="Yu Gothic"/>
                <a:ea typeface="Yu Gothic"/>
                <a:cs typeface="Yu Gothic"/>
              </a:defRPr>
            </a:lvl6pPr>
            <a:lvl7pPr>
              <a:buNone/>
              <a:defRPr sz="2250" b="1">
                <a:solidFill>
                  <a:srgbClr val="253C4D"/>
                </a:solidFill>
                <a:latin typeface="Yu Gothic"/>
                <a:ea typeface="Yu Gothic"/>
                <a:cs typeface="Yu Gothic"/>
              </a:defRPr>
            </a:lvl7pPr>
            <a:lvl8pPr>
              <a:buNone/>
              <a:defRPr sz="2250" b="1">
                <a:solidFill>
                  <a:srgbClr val="253C4D"/>
                </a:solidFill>
                <a:latin typeface="Yu Gothic"/>
                <a:ea typeface="Yu Gothic"/>
                <a:cs typeface="Yu Gothic"/>
              </a:defRPr>
            </a:lvl8pPr>
            <a:lvl9pPr>
              <a:buNone/>
              <a:defRPr sz="2250" b="1">
                <a:solidFill>
                  <a:srgbClr val="253C4D"/>
                </a:solidFill>
                <a:latin typeface="Yu Gothic"/>
                <a:ea typeface="Yu Gothic"/>
                <a:cs typeface="Yu Gothic"/>
              </a:defRPr>
            </a:lvl9pPr>
          </a:lstStyle>
          <a:p>
            <a:pPr>
              <a:buNone/>
              <a:defRPr sz="2250" b="1">
                <a:solidFill>
                  <a:srgbClr val="253C4D"/>
                </a:solidFill>
                <a:latin typeface="Yu Gothic"/>
                <a:ea typeface="Yu Gothic"/>
                <a:cs typeface="Yu Gothic"/>
              </a:defRPr>
            </a:pPr>
            <a:r>
              <a:rPr sz="2250" b="1">
                <a:solidFill>
                  <a:srgbClr val="253C4D"/>
                </a:solidFill>
                <a:latin typeface="Yu Gothic"/>
                <a:ea typeface="Yu Gothic"/>
                <a:cs typeface="Yu Gothic"/>
              </a:rPr>
              <a:t>材料の再利用と、森林の再生は異なる過程</a:t>
            </a:r>
          </a:p>
        </p:txBody>
      </p:sp>
    </p:spTree>
    <p:extLst>
      <p:ext uri="{BB962C8B-B14F-4D97-AF65-F5344CB8AC3E}">
        <p14:creationId xmlns:p14="http://schemas.microsoft.com/office/powerpoint/2010/main" val="101630884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正方形/長方形 13">
            <a:extLst>
              <a:ext uri="{FF2B5EF4-FFF2-40B4-BE49-F238E27FC236}">
                <a16:creationId xmlns:a16="http://schemas.microsoft.com/office/drawing/2014/main" id="{2E39D4D0-6FD1-426D-BF5B-DC14997D6308}"/>
              </a:ext>
            </a:extLst>
          </p:cNvPr>
          <p:cNvSpPr>
            <a:spLocks noGrp="1"/>
          </p:cNvSpPr>
          <p:nvPr/>
        </p:nvSpPr>
        <p:spPr>
          <a:xfrm>
            <a:off x="685800" y="342900"/>
            <a:ext cx="10820400" cy="666750"/>
          </a:xfrm>
          <a:prstGeom prst="rect">
            <a:avLst/>
          </a:prstGeom>
          <a:noFill/>
          <a:ln w="0">
            <a:noFill/>
          </a:ln>
        </p:spPr>
        <p:txBody>
          <a:bodyPr lIns="0" tIns="0" rIns="0" bIns="0" anchor="ctr">
            <a:noAutofit/>
          </a:bodyPr>
          <a:lstStyle>
            <a:defPPr>
              <a:defRPr sz="3000" b="1">
                <a:solidFill>
                  <a:srgbClr val="18364F"/>
                </a:solidFill>
                <a:latin typeface="Yu Gothic"/>
                <a:ea typeface="Yu Gothic"/>
                <a:cs typeface="Yu Gothic"/>
              </a:defRPr>
            </a:defPPr>
            <a:lvl1pPr>
              <a:buNone/>
              <a:defRPr sz="3000" b="1">
                <a:solidFill>
                  <a:srgbClr val="18364F"/>
                </a:solidFill>
                <a:latin typeface="Yu Gothic"/>
                <a:ea typeface="Yu Gothic"/>
                <a:cs typeface="Yu Gothic"/>
              </a:defRPr>
            </a:lvl1pPr>
            <a:lvl2pPr>
              <a:buNone/>
              <a:defRPr sz="3000" b="1">
                <a:solidFill>
                  <a:srgbClr val="18364F"/>
                </a:solidFill>
                <a:latin typeface="Yu Gothic"/>
                <a:ea typeface="Yu Gothic"/>
                <a:cs typeface="Yu Gothic"/>
              </a:defRPr>
            </a:lvl2pPr>
            <a:lvl3pPr>
              <a:buNone/>
              <a:defRPr sz="3000" b="1">
                <a:solidFill>
                  <a:srgbClr val="18364F"/>
                </a:solidFill>
                <a:latin typeface="Yu Gothic"/>
                <a:ea typeface="Yu Gothic"/>
                <a:cs typeface="Yu Gothic"/>
              </a:defRPr>
            </a:lvl3pPr>
            <a:lvl4pPr>
              <a:buNone/>
              <a:defRPr sz="3000" b="1">
                <a:solidFill>
                  <a:srgbClr val="18364F"/>
                </a:solidFill>
                <a:latin typeface="Yu Gothic"/>
                <a:ea typeface="Yu Gothic"/>
                <a:cs typeface="Yu Gothic"/>
              </a:defRPr>
            </a:lvl4pPr>
            <a:lvl5pPr>
              <a:buNone/>
              <a:defRPr sz="3000" b="1">
                <a:solidFill>
                  <a:srgbClr val="18364F"/>
                </a:solidFill>
                <a:latin typeface="Yu Gothic"/>
                <a:ea typeface="Yu Gothic"/>
                <a:cs typeface="Yu Gothic"/>
              </a:defRPr>
            </a:lvl5pPr>
            <a:lvl6pPr>
              <a:buNone/>
              <a:defRPr sz="3000" b="1">
                <a:solidFill>
                  <a:srgbClr val="18364F"/>
                </a:solidFill>
                <a:latin typeface="Yu Gothic"/>
                <a:ea typeface="Yu Gothic"/>
                <a:cs typeface="Yu Gothic"/>
              </a:defRPr>
            </a:lvl6pPr>
            <a:lvl7pPr>
              <a:buNone/>
              <a:defRPr sz="3000" b="1">
                <a:solidFill>
                  <a:srgbClr val="18364F"/>
                </a:solidFill>
                <a:latin typeface="Yu Gothic"/>
                <a:ea typeface="Yu Gothic"/>
                <a:cs typeface="Yu Gothic"/>
              </a:defRPr>
            </a:lvl7pPr>
            <a:lvl8pPr>
              <a:buNone/>
              <a:defRPr sz="3000" b="1">
                <a:solidFill>
                  <a:srgbClr val="18364F"/>
                </a:solidFill>
                <a:latin typeface="Yu Gothic"/>
                <a:ea typeface="Yu Gothic"/>
                <a:cs typeface="Yu Gothic"/>
              </a:defRPr>
            </a:lvl8pPr>
            <a:lvl9pPr>
              <a:buNone/>
              <a:defRPr sz="3000" b="1">
                <a:solidFill>
                  <a:srgbClr val="18364F"/>
                </a:solidFill>
                <a:latin typeface="Yu Gothic"/>
                <a:ea typeface="Yu Gothic"/>
                <a:cs typeface="Yu Gothic"/>
              </a:defRPr>
            </a:lvl9pPr>
          </a:lstStyle>
          <a:p>
            <a:pPr>
              <a:buNone/>
              <a:defRPr sz="3000" b="1">
                <a:solidFill>
                  <a:srgbClr val="18364F"/>
                </a:solidFill>
                <a:latin typeface="Yu Gothic"/>
                <a:ea typeface="Yu Gothic"/>
                <a:cs typeface="Yu Gothic"/>
              </a:defRPr>
            </a:pPr>
            <a:r>
              <a:rPr sz="3000" b="1">
                <a:solidFill>
                  <a:srgbClr val="18364F"/>
                </a:solidFill>
                <a:latin typeface="Yu Gothic"/>
                <a:ea typeface="Yu Gothic"/>
                <a:cs typeface="Yu Gothic"/>
              </a:rPr>
              <a:t>森林の蓄積は「量」と「増減」で読む</a:t>
            </a:r>
          </a:p>
        </p:txBody>
      </p:sp>
      <p:sp>
        <p:nvSpPr>
          <p:cNvPr id="2" name="正方形/長方形 1">
            <a:extLst>
              <a:ext uri="{FF2B5EF4-FFF2-40B4-BE49-F238E27FC236}">
                <a16:creationId xmlns:a16="http://schemas.microsoft.com/office/drawing/2014/main" id="{35DA8EEE-DE21-42F9-B9D0-2C67C3D887B6}"/>
              </a:ext>
            </a:extLst>
          </p:cNvPr>
          <p:cNvSpPr>
            <a:spLocks noGrp="1"/>
          </p:cNvSpPr>
          <p:nvPr/>
        </p:nvSpPr>
        <p:spPr>
          <a:xfrm>
            <a:off x="685800" y="1181100"/>
            <a:ext cx="10820400" cy="19050"/>
          </a:xfrm>
          <a:prstGeom prst="rect">
            <a:avLst/>
          </a:prstGeom>
          <a:solidFill>
            <a:srgbClr val="18364F"/>
          </a:solidFill>
          <a:ln w="0">
            <a:noFill/>
          </a:ln>
        </p:spPr>
      </p:sp>
      <p:sp>
        <p:nvSpPr>
          <p:cNvPr id="3" name="正方形/長方形 2">
            <a:extLst>
              <a:ext uri="{FF2B5EF4-FFF2-40B4-BE49-F238E27FC236}">
                <a16:creationId xmlns:a16="http://schemas.microsoft.com/office/drawing/2014/main" id="{526C37DD-CFCC-40C6-9E72-1BDF3BE5524F}"/>
              </a:ext>
            </a:extLst>
          </p:cNvPr>
          <p:cNvSpPr>
            <a:spLocks noGrp="1"/>
          </p:cNvSpPr>
          <p:nvPr/>
        </p:nvSpPr>
        <p:spPr>
          <a:xfrm>
            <a:off x="685800" y="6419850"/>
            <a:ext cx="9334500" cy="257175"/>
          </a:xfrm>
          <a:prstGeom prst="rect">
            <a:avLst/>
          </a:prstGeom>
          <a:noFill/>
          <a:ln w="0">
            <a:noFill/>
          </a:ln>
        </p:spPr>
        <p:txBody>
          <a:bodyPr lIns="0" tIns="0" rIns="0" bIns="0" anchor="ctr">
            <a:noAutofit/>
          </a:bodyPr>
          <a:lstStyle>
            <a:defPPr>
              <a:defRPr sz="1425" b="0">
                <a:solidFill>
                  <a:srgbClr val="596875"/>
                </a:solidFill>
                <a:latin typeface="Yu Gothic"/>
                <a:ea typeface="Yu Gothic"/>
                <a:cs typeface="Yu Gothic"/>
              </a:defRPr>
            </a:defPPr>
            <a:lvl1pPr>
              <a:buNone/>
              <a:defRPr sz="1425" b="0">
                <a:solidFill>
                  <a:srgbClr val="596875"/>
                </a:solidFill>
                <a:latin typeface="Yu Gothic"/>
                <a:ea typeface="Yu Gothic"/>
                <a:cs typeface="Yu Gothic"/>
              </a:defRPr>
            </a:lvl1pPr>
            <a:lvl2pPr>
              <a:buNone/>
              <a:defRPr sz="1425" b="0">
                <a:solidFill>
                  <a:srgbClr val="596875"/>
                </a:solidFill>
                <a:latin typeface="Yu Gothic"/>
                <a:ea typeface="Yu Gothic"/>
                <a:cs typeface="Yu Gothic"/>
              </a:defRPr>
            </a:lvl2pPr>
            <a:lvl3pPr>
              <a:buNone/>
              <a:defRPr sz="1425" b="0">
                <a:solidFill>
                  <a:srgbClr val="596875"/>
                </a:solidFill>
                <a:latin typeface="Yu Gothic"/>
                <a:ea typeface="Yu Gothic"/>
                <a:cs typeface="Yu Gothic"/>
              </a:defRPr>
            </a:lvl3pPr>
            <a:lvl4pPr>
              <a:buNone/>
              <a:defRPr sz="1425" b="0">
                <a:solidFill>
                  <a:srgbClr val="596875"/>
                </a:solidFill>
                <a:latin typeface="Yu Gothic"/>
                <a:ea typeface="Yu Gothic"/>
                <a:cs typeface="Yu Gothic"/>
              </a:defRPr>
            </a:lvl4pPr>
            <a:lvl5pPr>
              <a:buNone/>
              <a:defRPr sz="1425" b="0">
                <a:solidFill>
                  <a:srgbClr val="596875"/>
                </a:solidFill>
                <a:latin typeface="Yu Gothic"/>
                <a:ea typeface="Yu Gothic"/>
                <a:cs typeface="Yu Gothic"/>
              </a:defRPr>
            </a:lvl5pPr>
            <a:lvl6pPr>
              <a:buNone/>
              <a:defRPr sz="1425" b="0">
                <a:solidFill>
                  <a:srgbClr val="596875"/>
                </a:solidFill>
                <a:latin typeface="Yu Gothic"/>
                <a:ea typeface="Yu Gothic"/>
                <a:cs typeface="Yu Gothic"/>
              </a:defRPr>
            </a:lvl6pPr>
            <a:lvl7pPr>
              <a:buNone/>
              <a:defRPr sz="1425" b="0">
                <a:solidFill>
                  <a:srgbClr val="596875"/>
                </a:solidFill>
                <a:latin typeface="Yu Gothic"/>
                <a:ea typeface="Yu Gothic"/>
                <a:cs typeface="Yu Gothic"/>
              </a:defRPr>
            </a:lvl7pPr>
            <a:lvl8pPr>
              <a:buNone/>
              <a:defRPr sz="1425" b="0">
                <a:solidFill>
                  <a:srgbClr val="596875"/>
                </a:solidFill>
                <a:latin typeface="Yu Gothic"/>
                <a:ea typeface="Yu Gothic"/>
                <a:cs typeface="Yu Gothic"/>
              </a:defRPr>
            </a:lvl8pPr>
            <a:lvl9pPr>
              <a:buNone/>
              <a:defRPr sz="1425" b="0">
                <a:solidFill>
                  <a:srgbClr val="596875"/>
                </a:solidFill>
                <a:latin typeface="Yu Gothic"/>
                <a:ea typeface="Yu Gothic"/>
                <a:cs typeface="Yu Gothic"/>
              </a:defRPr>
            </a:lvl9pPr>
          </a:lstStyle>
          <a:p>
            <a:pPr>
              <a:buNone/>
              <a:defRPr sz="1425" b="0">
                <a:solidFill>
                  <a:srgbClr val="596875"/>
                </a:solidFill>
                <a:latin typeface="Yu Gothic"/>
                <a:ea typeface="Yu Gothic"/>
                <a:cs typeface="Yu Gothic"/>
              </a:defRPr>
            </a:pPr>
            <a:r>
              <a:rPr lang="ja-JP" altLang="en-US" sz="1425" b="0">
                <a:solidFill>
                  <a:srgbClr val="596875"/>
                </a:solidFill>
                <a:latin typeface="Yu Gothic"/>
                <a:ea typeface="Yu Gothic"/>
                <a:cs typeface="Yu Gothic"/>
              </a:rPr>
              <a:t>木材及び木質材料学　新第</a:t>
            </a:r>
            <a:r>
              <a:rPr lang="en-US" altLang="ja-JP" sz="1425" b="0">
                <a:solidFill>
                  <a:srgbClr val="596875"/>
                </a:solidFill>
                <a:latin typeface="Yu Gothic"/>
                <a:ea typeface="Yu Gothic"/>
                <a:cs typeface="Yu Gothic"/>
              </a:rPr>
              <a:t>14</a:t>
            </a:r>
            <a:r>
              <a:rPr lang="ja-JP" altLang="en-US" sz="1425" b="0">
                <a:solidFill>
                  <a:srgbClr val="596875"/>
                </a:solidFill>
                <a:latin typeface="Yu Gothic"/>
                <a:ea typeface="Yu Gothic"/>
                <a:cs typeface="Yu Gothic"/>
              </a:rPr>
              <a:t>回　資源・環境</a:t>
            </a:r>
            <a:endParaRPr sz="1425" b="0">
              <a:solidFill>
                <a:srgbClr val="596875"/>
              </a:solidFill>
              <a:latin typeface="Yu Gothic"/>
              <a:ea typeface="Yu Gothic"/>
              <a:cs typeface="Yu Gothic"/>
            </a:endParaRPr>
          </a:p>
        </p:txBody>
      </p:sp>
      <p:sp>
        <p:nvSpPr>
          <p:cNvPr id="4" name="正方形/長方形 3">
            <a:extLst>
              <a:ext uri="{FF2B5EF4-FFF2-40B4-BE49-F238E27FC236}">
                <a16:creationId xmlns:a16="http://schemas.microsoft.com/office/drawing/2014/main" id="{E565712A-CCD0-483C-A38E-1B18723B084B}"/>
              </a:ext>
            </a:extLst>
          </p:cNvPr>
          <p:cNvSpPr>
            <a:spLocks noGrp="1"/>
          </p:cNvSpPr>
          <p:nvPr/>
        </p:nvSpPr>
        <p:spPr>
          <a:xfrm>
            <a:off x="10763250" y="6419850"/>
            <a:ext cx="742950" cy="257175"/>
          </a:xfrm>
          <a:prstGeom prst="rect">
            <a:avLst/>
          </a:prstGeom>
          <a:noFill/>
          <a:ln w="0">
            <a:noFill/>
          </a:ln>
        </p:spPr>
        <p:txBody>
          <a:bodyPr lIns="0" tIns="0" rIns="0" bIns="0" anchor="ctr">
            <a:noAutofit/>
          </a:bodyPr>
          <a:lstStyle>
            <a:defPPr>
              <a:defRPr sz="1425" b="0">
                <a:solidFill>
                  <a:srgbClr val="596875"/>
                </a:solidFill>
                <a:latin typeface="Yu Gothic"/>
                <a:ea typeface="Yu Gothic"/>
                <a:cs typeface="Yu Gothic"/>
              </a:defRPr>
            </a:defPPr>
            <a:lvl1pPr>
              <a:buNone/>
              <a:defRPr sz="1425" b="0">
                <a:solidFill>
                  <a:srgbClr val="596875"/>
                </a:solidFill>
                <a:latin typeface="Yu Gothic"/>
                <a:ea typeface="Yu Gothic"/>
                <a:cs typeface="Yu Gothic"/>
              </a:defRPr>
            </a:lvl1pPr>
            <a:lvl2pPr>
              <a:buNone/>
              <a:defRPr sz="1425" b="0">
                <a:solidFill>
                  <a:srgbClr val="596875"/>
                </a:solidFill>
                <a:latin typeface="Yu Gothic"/>
                <a:ea typeface="Yu Gothic"/>
                <a:cs typeface="Yu Gothic"/>
              </a:defRPr>
            </a:lvl2pPr>
            <a:lvl3pPr>
              <a:buNone/>
              <a:defRPr sz="1425" b="0">
                <a:solidFill>
                  <a:srgbClr val="596875"/>
                </a:solidFill>
                <a:latin typeface="Yu Gothic"/>
                <a:ea typeface="Yu Gothic"/>
                <a:cs typeface="Yu Gothic"/>
              </a:defRPr>
            </a:lvl3pPr>
            <a:lvl4pPr>
              <a:buNone/>
              <a:defRPr sz="1425" b="0">
                <a:solidFill>
                  <a:srgbClr val="596875"/>
                </a:solidFill>
                <a:latin typeface="Yu Gothic"/>
                <a:ea typeface="Yu Gothic"/>
                <a:cs typeface="Yu Gothic"/>
              </a:defRPr>
            </a:lvl4pPr>
            <a:lvl5pPr>
              <a:buNone/>
              <a:defRPr sz="1425" b="0">
                <a:solidFill>
                  <a:srgbClr val="596875"/>
                </a:solidFill>
                <a:latin typeface="Yu Gothic"/>
                <a:ea typeface="Yu Gothic"/>
                <a:cs typeface="Yu Gothic"/>
              </a:defRPr>
            </a:lvl5pPr>
            <a:lvl6pPr>
              <a:buNone/>
              <a:defRPr sz="1425" b="0">
                <a:solidFill>
                  <a:srgbClr val="596875"/>
                </a:solidFill>
                <a:latin typeface="Yu Gothic"/>
                <a:ea typeface="Yu Gothic"/>
                <a:cs typeface="Yu Gothic"/>
              </a:defRPr>
            </a:lvl6pPr>
            <a:lvl7pPr>
              <a:buNone/>
              <a:defRPr sz="1425" b="0">
                <a:solidFill>
                  <a:srgbClr val="596875"/>
                </a:solidFill>
                <a:latin typeface="Yu Gothic"/>
                <a:ea typeface="Yu Gothic"/>
                <a:cs typeface="Yu Gothic"/>
              </a:defRPr>
            </a:lvl7pPr>
            <a:lvl8pPr>
              <a:buNone/>
              <a:defRPr sz="1425" b="0">
                <a:solidFill>
                  <a:srgbClr val="596875"/>
                </a:solidFill>
                <a:latin typeface="Yu Gothic"/>
                <a:ea typeface="Yu Gothic"/>
                <a:cs typeface="Yu Gothic"/>
              </a:defRPr>
            </a:lvl8pPr>
            <a:lvl9pPr>
              <a:buNone/>
              <a:defRPr sz="1425" b="0">
                <a:solidFill>
                  <a:srgbClr val="596875"/>
                </a:solidFill>
                <a:latin typeface="Yu Gothic"/>
                <a:ea typeface="Yu Gothic"/>
                <a:cs typeface="Yu Gothic"/>
              </a:defRPr>
            </a:lvl9pPr>
          </a:lstStyle>
          <a:p>
            <a:pPr>
              <a:buNone/>
              <a:defRPr sz="1425" b="0">
                <a:solidFill>
                  <a:srgbClr val="596875"/>
                </a:solidFill>
                <a:latin typeface="Yu Gothic"/>
                <a:ea typeface="Yu Gothic"/>
                <a:cs typeface="Yu Gothic"/>
              </a:defRPr>
            </a:pPr>
            <a:r>
              <a:rPr lang="en-US" altLang="ja-JP" sz="1425" b="0">
                <a:solidFill>
                  <a:srgbClr val="596875"/>
                </a:solidFill>
                <a:latin typeface="Yu Gothic"/>
                <a:ea typeface="Yu Gothic"/>
                <a:cs typeface="Yu Gothic"/>
              </a:rPr>
              <a:t>35</a:t>
            </a:r>
            <a:endParaRPr sz="1425" b="0">
              <a:solidFill>
                <a:srgbClr val="596875"/>
              </a:solidFill>
              <a:latin typeface="Yu Gothic"/>
              <a:ea typeface="Yu Gothic"/>
              <a:cs typeface="Yu Gothic"/>
            </a:endParaRPr>
          </a:p>
        </p:txBody>
      </p:sp>
      <p:sp>
        <p:nvSpPr>
          <p:cNvPr id="5" name="正方形/長方形 4">
            <a:extLst>
              <a:ext uri="{FF2B5EF4-FFF2-40B4-BE49-F238E27FC236}">
                <a16:creationId xmlns:a16="http://schemas.microsoft.com/office/drawing/2014/main" id="{0181A48E-CFA6-4384-9C4C-063B349AA5B9}"/>
              </a:ext>
            </a:extLst>
          </p:cNvPr>
          <p:cNvSpPr>
            <a:spLocks noGrp="1"/>
          </p:cNvSpPr>
          <p:nvPr/>
        </p:nvSpPr>
        <p:spPr>
          <a:xfrm>
            <a:off x="838200" y="1704975"/>
            <a:ext cx="10477500" cy="952500"/>
          </a:xfrm>
          <a:prstGeom prst="rect">
            <a:avLst/>
          </a:prstGeom>
          <a:solidFill>
            <a:srgbClr val="EAF1F5"/>
          </a:solidFill>
          <a:ln w="9525">
            <a:solidFill>
              <a:srgbClr val="596875"/>
            </a:solidFill>
          </a:ln>
        </p:spPr>
      </p:sp>
      <p:sp>
        <p:nvSpPr>
          <p:cNvPr id="6" name="正方形/長方形 5">
            <a:extLst>
              <a:ext uri="{FF2B5EF4-FFF2-40B4-BE49-F238E27FC236}">
                <a16:creationId xmlns:a16="http://schemas.microsoft.com/office/drawing/2014/main" id="{DCF30CD5-2032-45C7-91D6-409D1F146766}"/>
              </a:ext>
            </a:extLst>
          </p:cNvPr>
          <p:cNvSpPr>
            <a:spLocks noGrp="1"/>
          </p:cNvSpPr>
          <p:nvPr/>
        </p:nvSpPr>
        <p:spPr>
          <a:xfrm>
            <a:off x="981075" y="1781175"/>
            <a:ext cx="10191750" cy="800100"/>
          </a:xfrm>
          <a:prstGeom prst="rect">
            <a:avLst/>
          </a:prstGeom>
          <a:noFill/>
          <a:ln w="0">
            <a:noFill/>
          </a:ln>
        </p:spPr>
        <p:txBody>
          <a:bodyPr lIns="0" tIns="0" rIns="0" bIns="0" anchor="ctr">
            <a:noAutofit/>
          </a:bodyPr>
          <a:lstStyle>
            <a:defPPr>
              <a:defRPr sz="2325" b="1">
                <a:solidFill>
                  <a:srgbClr val="253C4D"/>
                </a:solidFill>
                <a:latin typeface="Yu Gothic"/>
                <a:ea typeface="Yu Gothic"/>
                <a:cs typeface="Yu Gothic"/>
              </a:defRPr>
            </a:defPPr>
            <a:lvl1pPr>
              <a:buNone/>
              <a:defRPr sz="2325" b="1">
                <a:solidFill>
                  <a:srgbClr val="253C4D"/>
                </a:solidFill>
                <a:latin typeface="Yu Gothic"/>
                <a:ea typeface="Yu Gothic"/>
                <a:cs typeface="Yu Gothic"/>
              </a:defRPr>
            </a:lvl1pPr>
            <a:lvl2pPr>
              <a:buNone/>
              <a:defRPr sz="2325" b="1">
                <a:solidFill>
                  <a:srgbClr val="253C4D"/>
                </a:solidFill>
                <a:latin typeface="Yu Gothic"/>
                <a:ea typeface="Yu Gothic"/>
                <a:cs typeface="Yu Gothic"/>
              </a:defRPr>
            </a:lvl2pPr>
            <a:lvl3pPr>
              <a:buNone/>
              <a:defRPr sz="2325" b="1">
                <a:solidFill>
                  <a:srgbClr val="253C4D"/>
                </a:solidFill>
                <a:latin typeface="Yu Gothic"/>
                <a:ea typeface="Yu Gothic"/>
                <a:cs typeface="Yu Gothic"/>
              </a:defRPr>
            </a:lvl3pPr>
            <a:lvl4pPr>
              <a:buNone/>
              <a:defRPr sz="2325" b="1">
                <a:solidFill>
                  <a:srgbClr val="253C4D"/>
                </a:solidFill>
                <a:latin typeface="Yu Gothic"/>
                <a:ea typeface="Yu Gothic"/>
                <a:cs typeface="Yu Gothic"/>
              </a:defRPr>
            </a:lvl4pPr>
            <a:lvl5pPr>
              <a:buNone/>
              <a:defRPr sz="2325" b="1">
                <a:solidFill>
                  <a:srgbClr val="253C4D"/>
                </a:solidFill>
                <a:latin typeface="Yu Gothic"/>
                <a:ea typeface="Yu Gothic"/>
                <a:cs typeface="Yu Gothic"/>
              </a:defRPr>
            </a:lvl5pPr>
            <a:lvl6pPr>
              <a:buNone/>
              <a:defRPr sz="2325" b="1">
                <a:solidFill>
                  <a:srgbClr val="253C4D"/>
                </a:solidFill>
                <a:latin typeface="Yu Gothic"/>
                <a:ea typeface="Yu Gothic"/>
                <a:cs typeface="Yu Gothic"/>
              </a:defRPr>
            </a:lvl6pPr>
            <a:lvl7pPr>
              <a:buNone/>
              <a:defRPr sz="2325" b="1">
                <a:solidFill>
                  <a:srgbClr val="253C4D"/>
                </a:solidFill>
                <a:latin typeface="Yu Gothic"/>
                <a:ea typeface="Yu Gothic"/>
                <a:cs typeface="Yu Gothic"/>
              </a:defRPr>
            </a:lvl7pPr>
            <a:lvl8pPr>
              <a:buNone/>
              <a:defRPr sz="2325" b="1">
                <a:solidFill>
                  <a:srgbClr val="253C4D"/>
                </a:solidFill>
                <a:latin typeface="Yu Gothic"/>
                <a:ea typeface="Yu Gothic"/>
                <a:cs typeface="Yu Gothic"/>
              </a:defRPr>
            </a:lvl8pPr>
            <a:lvl9pPr>
              <a:buNone/>
              <a:defRPr sz="2325" b="1">
                <a:solidFill>
                  <a:srgbClr val="253C4D"/>
                </a:solidFill>
                <a:latin typeface="Yu Gothic"/>
                <a:ea typeface="Yu Gothic"/>
                <a:cs typeface="Yu Gothic"/>
              </a:defRPr>
            </a:lvl9pPr>
          </a:lstStyle>
          <a:p>
            <a:pPr>
              <a:buNone/>
              <a:defRPr sz="2325" b="1">
                <a:solidFill>
                  <a:srgbClr val="253C4D"/>
                </a:solidFill>
                <a:latin typeface="Yu Gothic"/>
                <a:ea typeface="Yu Gothic"/>
                <a:cs typeface="Yu Gothic"/>
              </a:defRPr>
            </a:pPr>
            <a:r>
              <a:rPr sz="2325" b="1">
                <a:solidFill>
                  <a:srgbClr val="253C4D"/>
                </a:solidFill>
                <a:latin typeface="Yu Gothic"/>
                <a:ea typeface="Yu Gothic"/>
                <a:cs typeface="Yu Gothic"/>
              </a:rPr>
              <a:t>期末の蓄積 ＝ 期首 ＋ 成長 − 収穫 − 枯死</a:t>
            </a:r>
          </a:p>
        </p:txBody>
      </p:sp>
      <p:sp>
        <p:nvSpPr>
          <p:cNvPr id="7" name="正方形/長方形 6">
            <a:extLst>
              <a:ext uri="{FF2B5EF4-FFF2-40B4-BE49-F238E27FC236}">
                <a16:creationId xmlns:a16="http://schemas.microsoft.com/office/drawing/2014/main" id="{BC3DEC99-2F88-4493-8E9A-186E1D01D2B5}"/>
              </a:ext>
            </a:extLst>
          </p:cNvPr>
          <p:cNvSpPr>
            <a:spLocks noGrp="1"/>
          </p:cNvSpPr>
          <p:nvPr/>
        </p:nvSpPr>
        <p:spPr>
          <a:xfrm>
            <a:off x="952500" y="3467100"/>
            <a:ext cx="2381250" cy="1238250"/>
          </a:xfrm>
          <a:prstGeom prst="rect">
            <a:avLst/>
          </a:prstGeom>
          <a:solidFill>
            <a:srgbClr val="D8EADD"/>
          </a:solidFill>
          <a:ln w="9525">
            <a:solidFill>
              <a:srgbClr val="596875"/>
            </a:solidFill>
          </a:ln>
        </p:spPr>
      </p:sp>
      <p:sp>
        <p:nvSpPr>
          <p:cNvPr id="8" name="正方形/長方形 7">
            <a:extLst>
              <a:ext uri="{FF2B5EF4-FFF2-40B4-BE49-F238E27FC236}">
                <a16:creationId xmlns:a16="http://schemas.microsoft.com/office/drawing/2014/main" id="{0CA8C72E-A63A-47B8-82F0-E45DE4799BF1}"/>
              </a:ext>
            </a:extLst>
          </p:cNvPr>
          <p:cNvSpPr>
            <a:spLocks noGrp="1"/>
          </p:cNvSpPr>
          <p:nvPr/>
        </p:nvSpPr>
        <p:spPr>
          <a:xfrm>
            <a:off x="1095375" y="3543300"/>
            <a:ext cx="2095500" cy="1085850"/>
          </a:xfrm>
          <a:prstGeom prst="rect">
            <a:avLst/>
          </a:prstGeom>
          <a:noFill/>
          <a:ln w="0">
            <a:noFill/>
          </a:ln>
        </p:spPr>
        <p:txBody>
          <a:bodyPr lIns="0" tIns="0" rIns="0" bIns="0" anchor="ctr">
            <a:noAutofit/>
          </a:bodyPr>
          <a:lstStyle>
            <a:defPPr>
              <a:defRPr sz="2175" b="1">
                <a:solidFill>
                  <a:srgbClr val="253C4D"/>
                </a:solidFill>
                <a:latin typeface="Yu Gothic"/>
                <a:ea typeface="Yu Gothic"/>
                <a:cs typeface="Yu Gothic"/>
              </a:defRPr>
            </a:defPPr>
            <a:lvl1pPr>
              <a:buNone/>
              <a:defRPr sz="2175" b="1">
                <a:solidFill>
                  <a:srgbClr val="253C4D"/>
                </a:solidFill>
                <a:latin typeface="Yu Gothic"/>
                <a:ea typeface="Yu Gothic"/>
                <a:cs typeface="Yu Gothic"/>
              </a:defRPr>
            </a:lvl1pPr>
            <a:lvl2pPr>
              <a:buNone/>
              <a:defRPr sz="2175" b="1">
                <a:solidFill>
                  <a:srgbClr val="253C4D"/>
                </a:solidFill>
                <a:latin typeface="Yu Gothic"/>
                <a:ea typeface="Yu Gothic"/>
                <a:cs typeface="Yu Gothic"/>
              </a:defRPr>
            </a:lvl2pPr>
            <a:lvl3pPr>
              <a:buNone/>
              <a:defRPr sz="2175" b="1">
                <a:solidFill>
                  <a:srgbClr val="253C4D"/>
                </a:solidFill>
                <a:latin typeface="Yu Gothic"/>
                <a:ea typeface="Yu Gothic"/>
                <a:cs typeface="Yu Gothic"/>
              </a:defRPr>
            </a:lvl3pPr>
            <a:lvl4pPr>
              <a:buNone/>
              <a:defRPr sz="2175" b="1">
                <a:solidFill>
                  <a:srgbClr val="253C4D"/>
                </a:solidFill>
                <a:latin typeface="Yu Gothic"/>
                <a:ea typeface="Yu Gothic"/>
                <a:cs typeface="Yu Gothic"/>
              </a:defRPr>
            </a:lvl4pPr>
            <a:lvl5pPr>
              <a:buNone/>
              <a:defRPr sz="2175" b="1">
                <a:solidFill>
                  <a:srgbClr val="253C4D"/>
                </a:solidFill>
                <a:latin typeface="Yu Gothic"/>
                <a:ea typeface="Yu Gothic"/>
                <a:cs typeface="Yu Gothic"/>
              </a:defRPr>
            </a:lvl5pPr>
            <a:lvl6pPr>
              <a:buNone/>
              <a:defRPr sz="2175" b="1">
                <a:solidFill>
                  <a:srgbClr val="253C4D"/>
                </a:solidFill>
                <a:latin typeface="Yu Gothic"/>
                <a:ea typeface="Yu Gothic"/>
                <a:cs typeface="Yu Gothic"/>
              </a:defRPr>
            </a:lvl6pPr>
            <a:lvl7pPr>
              <a:buNone/>
              <a:defRPr sz="2175" b="1">
                <a:solidFill>
                  <a:srgbClr val="253C4D"/>
                </a:solidFill>
                <a:latin typeface="Yu Gothic"/>
                <a:ea typeface="Yu Gothic"/>
                <a:cs typeface="Yu Gothic"/>
              </a:defRPr>
            </a:lvl7pPr>
            <a:lvl8pPr>
              <a:buNone/>
              <a:defRPr sz="2175" b="1">
                <a:solidFill>
                  <a:srgbClr val="253C4D"/>
                </a:solidFill>
                <a:latin typeface="Yu Gothic"/>
                <a:ea typeface="Yu Gothic"/>
                <a:cs typeface="Yu Gothic"/>
              </a:defRPr>
            </a:lvl8pPr>
            <a:lvl9pPr>
              <a:buNone/>
              <a:defRPr sz="2175" b="1">
                <a:solidFill>
                  <a:srgbClr val="253C4D"/>
                </a:solidFill>
                <a:latin typeface="Yu Gothic"/>
                <a:ea typeface="Yu Gothic"/>
                <a:cs typeface="Yu Gothic"/>
              </a:defRPr>
            </a:lvl9pPr>
          </a:lstStyle>
          <a:p>
            <a:pPr>
              <a:buNone/>
              <a:defRPr sz="2175" b="1">
                <a:solidFill>
                  <a:srgbClr val="253C4D"/>
                </a:solidFill>
                <a:latin typeface="Yu Gothic"/>
                <a:ea typeface="Yu Gothic"/>
                <a:cs typeface="Yu Gothic"/>
              </a:defRPr>
            </a:pPr>
            <a:r>
              <a:rPr sz="2175" b="1">
                <a:solidFill>
                  <a:srgbClr val="253C4D"/>
                </a:solidFill>
                <a:latin typeface="Yu Gothic"/>
                <a:ea typeface="Yu Gothic"/>
                <a:cs typeface="Yu Gothic"/>
              </a:rPr>
              <a:t>期首</a:t>
            </a:r>
          </a:p>
          <a:p>
            <a:pPr>
              <a:buNone/>
              <a:defRPr sz="2175" b="1">
                <a:solidFill>
                  <a:srgbClr val="253C4D"/>
                </a:solidFill>
                <a:latin typeface="Yu Gothic"/>
                <a:ea typeface="Yu Gothic"/>
                <a:cs typeface="Yu Gothic"/>
              </a:defRPr>
            </a:pPr>
            <a:r>
              <a:rPr sz="2175" b="1">
                <a:solidFill>
                  <a:srgbClr val="253C4D"/>
                </a:solidFill>
                <a:latin typeface="Yu Gothic"/>
                <a:ea typeface="Yu Gothic"/>
                <a:cs typeface="Yu Gothic"/>
              </a:rPr>
              <a:t>1000 m³</a:t>
            </a:r>
          </a:p>
        </p:txBody>
      </p:sp>
      <p:sp>
        <p:nvSpPr>
          <p:cNvPr id="9" name="正方形/長方形 8">
            <a:extLst>
              <a:ext uri="{FF2B5EF4-FFF2-40B4-BE49-F238E27FC236}">
                <a16:creationId xmlns:a16="http://schemas.microsoft.com/office/drawing/2014/main" id="{62FFE0F1-CAFC-4235-A9CE-69F9DE14A7DD}"/>
              </a:ext>
            </a:extLst>
          </p:cNvPr>
          <p:cNvSpPr>
            <a:spLocks noGrp="1"/>
          </p:cNvSpPr>
          <p:nvPr/>
        </p:nvSpPr>
        <p:spPr>
          <a:xfrm>
            <a:off x="3952875" y="3467100"/>
            <a:ext cx="2286000" cy="1238250"/>
          </a:xfrm>
          <a:prstGeom prst="rect">
            <a:avLst/>
          </a:prstGeom>
          <a:solidFill>
            <a:srgbClr val="D8EADD"/>
          </a:solidFill>
          <a:ln w="9525">
            <a:solidFill>
              <a:srgbClr val="596875"/>
            </a:solidFill>
          </a:ln>
        </p:spPr>
      </p:sp>
      <p:sp>
        <p:nvSpPr>
          <p:cNvPr id="10" name="正方形/長方形 9">
            <a:extLst>
              <a:ext uri="{FF2B5EF4-FFF2-40B4-BE49-F238E27FC236}">
                <a16:creationId xmlns:a16="http://schemas.microsoft.com/office/drawing/2014/main" id="{C648BBD5-D2CF-437A-A604-B714F775C273}"/>
              </a:ext>
            </a:extLst>
          </p:cNvPr>
          <p:cNvSpPr>
            <a:spLocks noGrp="1"/>
          </p:cNvSpPr>
          <p:nvPr/>
        </p:nvSpPr>
        <p:spPr>
          <a:xfrm>
            <a:off x="4095750" y="3543300"/>
            <a:ext cx="2000250" cy="1085850"/>
          </a:xfrm>
          <a:prstGeom prst="rect">
            <a:avLst/>
          </a:prstGeom>
          <a:noFill/>
          <a:ln w="0">
            <a:noFill/>
          </a:ln>
        </p:spPr>
        <p:txBody>
          <a:bodyPr lIns="0" tIns="0" rIns="0" bIns="0" anchor="ctr">
            <a:noAutofit/>
          </a:bodyPr>
          <a:lstStyle>
            <a:defPPr>
              <a:defRPr sz="2175" b="1">
                <a:solidFill>
                  <a:srgbClr val="253C4D"/>
                </a:solidFill>
                <a:latin typeface="Yu Gothic"/>
                <a:ea typeface="Yu Gothic"/>
                <a:cs typeface="Yu Gothic"/>
              </a:defRPr>
            </a:defPPr>
            <a:lvl1pPr>
              <a:buNone/>
              <a:defRPr sz="2175" b="1">
                <a:solidFill>
                  <a:srgbClr val="253C4D"/>
                </a:solidFill>
                <a:latin typeface="Yu Gothic"/>
                <a:ea typeface="Yu Gothic"/>
                <a:cs typeface="Yu Gothic"/>
              </a:defRPr>
            </a:lvl1pPr>
            <a:lvl2pPr>
              <a:buNone/>
              <a:defRPr sz="2175" b="1">
                <a:solidFill>
                  <a:srgbClr val="253C4D"/>
                </a:solidFill>
                <a:latin typeface="Yu Gothic"/>
                <a:ea typeface="Yu Gothic"/>
                <a:cs typeface="Yu Gothic"/>
              </a:defRPr>
            </a:lvl2pPr>
            <a:lvl3pPr>
              <a:buNone/>
              <a:defRPr sz="2175" b="1">
                <a:solidFill>
                  <a:srgbClr val="253C4D"/>
                </a:solidFill>
                <a:latin typeface="Yu Gothic"/>
                <a:ea typeface="Yu Gothic"/>
                <a:cs typeface="Yu Gothic"/>
              </a:defRPr>
            </a:lvl3pPr>
            <a:lvl4pPr>
              <a:buNone/>
              <a:defRPr sz="2175" b="1">
                <a:solidFill>
                  <a:srgbClr val="253C4D"/>
                </a:solidFill>
                <a:latin typeface="Yu Gothic"/>
                <a:ea typeface="Yu Gothic"/>
                <a:cs typeface="Yu Gothic"/>
              </a:defRPr>
            </a:lvl4pPr>
            <a:lvl5pPr>
              <a:buNone/>
              <a:defRPr sz="2175" b="1">
                <a:solidFill>
                  <a:srgbClr val="253C4D"/>
                </a:solidFill>
                <a:latin typeface="Yu Gothic"/>
                <a:ea typeface="Yu Gothic"/>
                <a:cs typeface="Yu Gothic"/>
              </a:defRPr>
            </a:lvl5pPr>
            <a:lvl6pPr>
              <a:buNone/>
              <a:defRPr sz="2175" b="1">
                <a:solidFill>
                  <a:srgbClr val="253C4D"/>
                </a:solidFill>
                <a:latin typeface="Yu Gothic"/>
                <a:ea typeface="Yu Gothic"/>
                <a:cs typeface="Yu Gothic"/>
              </a:defRPr>
            </a:lvl6pPr>
            <a:lvl7pPr>
              <a:buNone/>
              <a:defRPr sz="2175" b="1">
                <a:solidFill>
                  <a:srgbClr val="253C4D"/>
                </a:solidFill>
                <a:latin typeface="Yu Gothic"/>
                <a:ea typeface="Yu Gothic"/>
                <a:cs typeface="Yu Gothic"/>
              </a:defRPr>
            </a:lvl7pPr>
            <a:lvl8pPr>
              <a:buNone/>
              <a:defRPr sz="2175" b="1">
                <a:solidFill>
                  <a:srgbClr val="253C4D"/>
                </a:solidFill>
                <a:latin typeface="Yu Gothic"/>
                <a:ea typeface="Yu Gothic"/>
                <a:cs typeface="Yu Gothic"/>
              </a:defRPr>
            </a:lvl8pPr>
            <a:lvl9pPr>
              <a:buNone/>
              <a:defRPr sz="2175" b="1">
                <a:solidFill>
                  <a:srgbClr val="253C4D"/>
                </a:solidFill>
                <a:latin typeface="Yu Gothic"/>
                <a:ea typeface="Yu Gothic"/>
                <a:cs typeface="Yu Gothic"/>
              </a:defRPr>
            </a:lvl9pPr>
          </a:lstStyle>
          <a:p>
            <a:pPr>
              <a:buNone/>
              <a:defRPr sz="2175" b="1">
                <a:solidFill>
                  <a:srgbClr val="253C4D"/>
                </a:solidFill>
                <a:latin typeface="Yu Gothic"/>
                <a:ea typeface="Yu Gothic"/>
                <a:cs typeface="Yu Gothic"/>
              </a:defRPr>
            </a:pPr>
            <a:r>
              <a:rPr sz="2175" b="1">
                <a:solidFill>
                  <a:srgbClr val="253C4D"/>
                </a:solidFill>
                <a:latin typeface="Yu Gothic"/>
                <a:ea typeface="Yu Gothic"/>
                <a:cs typeface="Yu Gothic"/>
              </a:rPr>
              <a:t>年成長</a:t>
            </a:r>
          </a:p>
          <a:p>
            <a:pPr>
              <a:buNone/>
              <a:defRPr sz="2175" b="1">
                <a:solidFill>
                  <a:srgbClr val="253C4D"/>
                </a:solidFill>
                <a:latin typeface="Yu Gothic"/>
                <a:ea typeface="Yu Gothic"/>
                <a:cs typeface="Yu Gothic"/>
              </a:defRPr>
            </a:pPr>
            <a:r>
              <a:rPr sz="2175" b="1">
                <a:solidFill>
                  <a:srgbClr val="253C4D"/>
                </a:solidFill>
                <a:latin typeface="Yu Gothic"/>
                <a:ea typeface="Yu Gothic"/>
                <a:cs typeface="Yu Gothic"/>
              </a:rPr>
              <a:t>50 m³</a:t>
            </a:r>
          </a:p>
        </p:txBody>
      </p:sp>
      <p:sp>
        <p:nvSpPr>
          <p:cNvPr id="11" name="正方形/長方形 10">
            <a:extLst>
              <a:ext uri="{FF2B5EF4-FFF2-40B4-BE49-F238E27FC236}">
                <a16:creationId xmlns:a16="http://schemas.microsoft.com/office/drawing/2014/main" id="{AA792C36-72A4-4A9F-8937-E711C63CCF68}"/>
              </a:ext>
            </a:extLst>
          </p:cNvPr>
          <p:cNvSpPr>
            <a:spLocks noGrp="1"/>
          </p:cNvSpPr>
          <p:nvPr/>
        </p:nvSpPr>
        <p:spPr>
          <a:xfrm>
            <a:off x="7143750" y="3467100"/>
            <a:ext cx="4000500" cy="1238250"/>
          </a:xfrm>
          <a:prstGeom prst="rect">
            <a:avLst/>
          </a:prstGeom>
          <a:solidFill>
            <a:srgbClr val="F7E5DF"/>
          </a:solidFill>
          <a:ln w="9525">
            <a:solidFill>
              <a:srgbClr val="596875"/>
            </a:solidFill>
          </a:ln>
        </p:spPr>
      </p:sp>
      <p:sp>
        <p:nvSpPr>
          <p:cNvPr id="12" name="正方形/長方形 11">
            <a:extLst>
              <a:ext uri="{FF2B5EF4-FFF2-40B4-BE49-F238E27FC236}">
                <a16:creationId xmlns:a16="http://schemas.microsoft.com/office/drawing/2014/main" id="{9B742985-0142-4D5A-9B6C-C46C465E9CE3}"/>
              </a:ext>
            </a:extLst>
          </p:cNvPr>
          <p:cNvSpPr>
            <a:spLocks noGrp="1"/>
          </p:cNvSpPr>
          <p:nvPr/>
        </p:nvSpPr>
        <p:spPr>
          <a:xfrm>
            <a:off x="7286625" y="3543300"/>
            <a:ext cx="3714750" cy="1085850"/>
          </a:xfrm>
          <a:prstGeom prst="rect">
            <a:avLst/>
          </a:prstGeom>
          <a:noFill/>
          <a:ln w="0">
            <a:noFill/>
          </a:ln>
        </p:spPr>
        <p:txBody>
          <a:bodyPr lIns="0" tIns="0" rIns="0" bIns="0" anchor="ctr">
            <a:noAutofit/>
          </a:bodyPr>
          <a:lstStyle>
            <a:defPPr>
              <a:defRPr sz="2175" b="1">
                <a:solidFill>
                  <a:srgbClr val="253C4D"/>
                </a:solidFill>
                <a:latin typeface="Yu Gothic"/>
                <a:ea typeface="Yu Gothic"/>
                <a:cs typeface="Yu Gothic"/>
              </a:defRPr>
            </a:defPPr>
            <a:lvl1pPr>
              <a:buNone/>
              <a:defRPr sz="2175" b="1">
                <a:solidFill>
                  <a:srgbClr val="253C4D"/>
                </a:solidFill>
                <a:latin typeface="Yu Gothic"/>
                <a:ea typeface="Yu Gothic"/>
                <a:cs typeface="Yu Gothic"/>
              </a:defRPr>
            </a:lvl1pPr>
            <a:lvl2pPr>
              <a:buNone/>
              <a:defRPr sz="2175" b="1">
                <a:solidFill>
                  <a:srgbClr val="253C4D"/>
                </a:solidFill>
                <a:latin typeface="Yu Gothic"/>
                <a:ea typeface="Yu Gothic"/>
                <a:cs typeface="Yu Gothic"/>
              </a:defRPr>
            </a:lvl2pPr>
            <a:lvl3pPr>
              <a:buNone/>
              <a:defRPr sz="2175" b="1">
                <a:solidFill>
                  <a:srgbClr val="253C4D"/>
                </a:solidFill>
                <a:latin typeface="Yu Gothic"/>
                <a:ea typeface="Yu Gothic"/>
                <a:cs typeface="Yu Gothic"/>
              </a:defRPr>
            </a:lvl3pPr>
            <a:lvl4pPr>
              <a:buNone/>
              <a:defRPr sz="2175" b="1">
                <a:solidFill>
                  <a:srgbClr val="253C4D"/>
                </a:solidFill>
                <a:latin typeface="Yu Gothic"/>
                <a:ea typeface="Yu Gothic"/>
                <a:cs typeface="Yu Gothic"/>
              </a:defRPr>
            </a:lvl4pPr>
            <a:lvl5pPr>
              <a:buNone/>
              <a:defRPr sz="2175" b="1">
                <a:solidFill>
                  <a:srgbClr val="253C4D"/>
                </a:solidFill>
                <a:latin typeface="Yu Gothic"/>
                <a:ea typeface="Yu Gothic"/>
                <a:cs typeface="Yu Gothic"/>
              </a:defRPr>
            </a:lvl5pPr>
            <a:lvl6pPr>
              <a:buNone/>
              <a:defRPr sz="2175" b="1">
                <a:solidFill>
                  <a:srgbClr val="253C4D"/>
                </a:solidFill>
                <a:latin typeface="Yu Gothic"/>
                <a:ea typeface="Yu Gothic"/>
                <a:cs typeface="Yu Gothic"/>
              </a:defRPr>
            </a:lvl6pPr>
            <a:lvl7pPr>
              <a:buNone/>
              <a:defRPr sz="2175" b="1">
                <a:solidFill>
                  <a:srgbClr val="253C4D"/>
                </a:solidFill>
                <a:latin typeface="Yu Gothic"/>
                <a:ea typeface="Yu Gothic"/>
                <a:cs typeface="Yu Gothic"/>
              </a:defRPr>
            </a:lvl7pPr>
            <a:lvl8pPr>
              <a:buNone/>
              <a:defRPr sz="2175" b="1">
                <a:solidFill>
                  <a:srgbClr val="253C4D"/>
                </a:solidFill>
                <a:latin typeface="Yu Gothic"/>
                <a:ea typeface="Yu Gothic"/>
                <a:cs typeface="Yu Gothic"/>
              </a:defRPr>
            </a:lvl8pPr>
            <a:lvl9pPr>
              <a:buNone/>
              <a:defRPr sz="2175" b="1">
                <a:solidFill>
                  <a:srgbClr val="253C4D"/>
                </a:solidFill>
                <a:latin typeface="Yu Gothic"/>
                <a:ea typeface="Yu Gothic"/>
                <a:cs typeface="Yu Gothic"/>
              </a:defRPr>
            </a:lvl9pPr>
          </a:lstStyle>
          <a:p>
            <a:pPr>
              <a:buNone/>
              <a:defRPr sz="2175" b="1">
                <a:solidFill>
                  <a:srgbClr val="253C4D"/>
                </a:solidFill>
                <a:latin typeface="Yu Gothic"/>
                <a:ea typeface="Yu Gothic"/>
                <a:cs typeface="Yu Gothic"/>
              </a:defRPr>
            </a:pPr>
            <a:r>
              <a:rPr sz="2175" b="1">
                <a:solidFill>
                  <a:srgbClr val="253C4D"/>
                </a:solidFill>
                <a:latin typeface="Yu Gothic"/>
                <a:ea typeface="Yu Gothic"/>
                <a:cs typeface="Yu Gothic"/>
              </a:rPr>
              <a:t>収穫・枯死</a:t>
            </a:r>
          </a:p>
          <a:p>
            <a:pPr>
              <a:buNone/>
              <a:defRPr sz="2175" b="1">
                <a:solidFill>
                  <a:srgbClr val="253C4D"/>
                </a:solidFill>
                <a:latin typeface="Yu Gothic"/>
                <a:ea typeface="Yu Gothic"/>
                <a:cs typeface="Yu Gothic"/>
              </a:defRPr>
            </a:pPr>
            <a:r>
              <a:rPr sz="2175" b="1">
                <a:solidFill>
                  <a:srgbClr val="253C4D"/>
                </a:solidFill>
                <a:latin typeface="Yu Gothic"/>
                <a:ea typeface="Yu Gothic"/>
                <a:cs typeface="Yu Gothic"/>
              </a:rPr>
              <a:t>立木から出る量</a:t>
            </a:r>
          </a:p>
        </p:txBody>
      </p:sp>
      <p:sp>
        <p:nvSpPr>
          <p:cNvPr id="13" name="正方形/長方形 12">
            <a:extLst>
              <a:ext uri="{FF2B5EF4-FFF2-40B4-BE49-F238E27FC236}">
                <a16:creationId xmlns:a16="http://schemas.microsoft.com/office/drawing/2014/main" id="{CB98D514-F493-40EF-9CAC-E5206FBD7AEE}"/>
              </a:ext>
            </a:extLst>
          </p:cNvPr>
          <p:cNvSpPr>
            <a:spLocks noGrp="1"/>
          </p:cNvSpPr>
          <p:nvPr/>
        </p:nvSpPr>
        <p:spPr>
          <a:xfrm>
            <a:off x="838200" y="5200650"/>
            <a:ext cx="10477500" cy="619125"/>
          </a:xfrm>
          <a:prstGeom prst="rect">
            <a:avLst/>
          </a:prstGeom>
          <a:noFill/>
          <a:ln w="0">
            <a:noFill/>
          </a:ln>
        </p:spPr>
        <p:txBody>
          <a:bodyPr lIns="0" tIns="0" rIns="0" bIns="0" anchor="ctr">
            <a:noAutofit/>
          </a:bodyPr>
          <a:lstStyle>
            <a:defPPr>
              <a:defRPr sz="2175" b="1">
                <a:solidFill>
                  <a:srgbClr val="253C4D"/>
                </a:solidFill>
                <a:latin typeface="Yu Gothic"/>
                <a:ea typeface="Yu Gothic"/>
                <a:cs typeface="Yu Gothic"/>
              </a:defRPr>
            </a:defPPr>
            <a:lvl1pPr>
              <a:buNone/>
              <a:defRPr sz="2175" b="1">
                <a:solidFill>
                  <a:srgbClr val="253C4D"/>
                </a:solidFill>
                <a:latin typeface="Yu Gothic"/>
                <a:ea typeface="Yu Gothic"/>
                <a:cs typeface="Yu Gothic"/>
              </a:defRPr>
            </a:lvl1pPr>
            <a:lvl2pPr>
              <a:buNone/>
              <a:defRPr sz="2175" b="1">
                <a:solidFill>
                  <a:srgbClr val="253C4D"/>
                </a:solidFill>
                <a:latin typeface="Yu Gothic"/>
                <a:ea typeface="Yu Gothic"/>
                <a:cs typeface="Yu Gothic"/>
              </a:defRPr>
            </a:lvl2pPr>
            <a:lvl3pPr>
              <a:buNone/>
              <a:defRPr sz="2175" b="1">
                <a:solidFill>
                  <a:srgbClr val="253C4D"/>
                </a:solidFill>
                <a:latin typeface="Yu Gothic"/>
                <a:ea typeface="Yu Gothic"/>
                <a:cs typeface="Yu Gothic"/>
              </a:defRPr>
            </a:lvl3pPr>
            <a:lvl4pPr>
              <a:buNone/>
              <a:defRPr sz="2175" b="1">
                <a:solidFill>
                  <a:srgbClr val="253C4D"/>
                </a:solidFill>
                <a:latin typeface="Yu Gothic"/>
                <a:ea typeface="Yu Gothic"/>
                <a:cs typeface="Yu Gothic"/>
              </a:defRPr>
            </a:lvl4pPr>
            <a:lvl5pPr>
              <a:buNone/>
              <a:defRPr sz="2175" b="1">
                <a:solidFill>
                  <a:srgbClr val="253C4D"/>
                </a:solidFill>
                <a:latin typeface="Yu Gothic"/>
                <a:ea typeface="Yu Gothic"/>
                <a:cs typeface="Yu Gothic"/>
              </a:defRPr>
            </a:lvl5pPr>
            <a:lvl6pPr>
              <a:buNone/>
              <a:defRPr sz="2175" b="1">
                <a:solidFill>
                  <a:srgbClr val="253C4D"/>
                </a:solidFill>
                <a:latin typeface="Yu Gothic"/>
                <a:ea typeface="Yu Gothic"/>
                <a:cs typeface="Yu Gothic"/>
              </a:defRPr>
            </a:lvl6pPr>
            <a:lvl7pPr>
              <a:buNone/>
              <a:defRPr sz="2175" b="1">
                <a:solidFill>
                  <a:srgbClr val="253C4D"/>
                </a:solidFill>
                <a:latin typeface="Yu Gothic"/>
                <a:ea typeface="Yu Gothic"/>
                <a:cs typeface="Yu Gothic"/>
              </a:defRPr>
            </a:lvl7pPr>
            <a:lvl8pPr>
              <a:buNone/>
              <a:defRPr sz="2175" b="1">
                <a:solidFill>
                  <a:srgbClr val="253C4D"/>
                </a:solidFill>
                <a:latin typeface="Yu Gothic"/>
                <a:ea typeface="Yu Gothic"/>
                <a:cs typeface="Yu Gothic"/>
              </a:defRPr>
            </a:lvl8pPr>
            <a:lvl9pPr>
              <a:buNone/>
              <a:defRPr sz="2175" b="1">
                <a:solidFill>
                  <a:srgbClr val="253C4D"/>
                </a:solidFill>
                <a:latin typeface="Yu Gothic"/>
                <a:ea typeface="Yu Gothic"/>
                <a:cs typeface="Yu Gothic"/>
              </a:defRPr>
            </a:lvl9pPr>
          </a:lstStyle>
          <a:p>
            <a:pPr>
              <a:buNone/>
              <a:defRPr sz="2175" b="1">
                <a:solidFill>
                  <a:srgbClr val="253C4D"/>
                </a:solidFill>
                <a:latin typeface="Yu Gothic"/>
                <a:ea typeface="Yu Gothic"/>
                <a:cs typeface="Yu Gothic"/>
              </a:defRPr>
            </a:pPr>
            <a:r>
              <a:rPr sz="2175" b="1">
                <a:solidFill>
                  <a:srgbClr val="253C4D"/>
                </a:solidFill>
                <a:latin typeface="Yu Gothic"/>
                <a:ea typeface="Yu Gothic"/>
                <a:cs typeface="Yu Gothic"/>
              </a:rPr>
              <a:t>同じ区域・1年間・同じ体積基準の説明モデル</a:t>
            </a:r>
          </a:p>
        </p:txBody>
      </p:sp>
    </p:spTree>
    <p:extLst>
      <p:ext uri="{BB962C8B-B14F-4D97-AF65-F5344CB8AC3E}">
        <p14:creationId xmlns:p14="http://schemas.microsoft.com/office/powerpoint/2010/main" val="60892932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正方形/長方形 8">
            <a:extLst>
              <a:ext uri="{FF2B5EF4-FFF2-40B4-BE49-F238E27FC236}">
                <a16:creationId xmlns:a16="http://schemas.microsoft.com/office/drawing/2014/main" id="{8F5CE8B7-FB1E-4612-8C81-FA3C77AD9695}"/>
              </a:ext>
            </a:extLst>
          </p:cNvPr>
          <p:cNvSpPr>
            <a:spLocks noGrp="1"/>
          </p:cNvSpPr>
          <p:nvPr/>
        </p:nvSpPr>
        <p:spPr>
          <a:xfrm>
            <a:off x="685800" y="342900"/>
            <a:ext cx="10820400" cy="666750"/>
          </a:xfrm>
          <a:prstGeom prst="rect">
            <a:avLst/>
          </a:prstGeom>
          <a:noFill/>
          <a:ln w="0">
            <a:noFill/>
          </a:ln>
        </p:spPr>
        <p:txBody>
          <a:bodyPr lIns="0" tIns="0" rIns="0" bIns="0" anchor="ctr">
            <a:noAutofit/>
          </a:bodyPr>
          <a:lstStyle>
            <a:defPPr>
              <a:defRPr sz="3000" b="1">
                <a:solidFill>
                  <a:srgbClr val="18364F"/>
                </a:solidFill>
                <a:latin typeface="Yu Gothic"/>
                <a:ea typeface="Yu Gothic"/>
                <a:cs typeface="Yu Gothic"/>
              </a:defRPr>
            </a:defPPr>
            <a:lvl1pPr>
              <a:buNone/>
              <a:defRPr sz="3000" b="1">
                <a:solidFill>
                  <a:srgbClr val="18364F"/>
                </a:solidFill>
                <a:latin typeface="Yu Gothic"/>
                <a:ea typeface="Yu Gothic"/>
                <a:cs typeface="Yu Gothic"/>
              </a:defRPr>
            </a:lvl1pPr>
            <a:lvl2pPr>
              <a:buNone/>
              <a:defRPr sz="3000" b="1">
                <a:solidFill>
                  <a:srgbClr val="18364F"/>
                </a:solidFill>
                <a:latin typeface="Yu Gothic"/>
                <a:ea typeface="Yu Gothic"/>
                <a:cs typeface="Yu Gothic"/>
              </a:defRPr>
            </a:lvl2pPr>
            <a:lvl3pPr>
              <a:buNone/>
              <a:defRPr sz="3000" b="1">
                <a:solidFill>
                  <a:srgbClr val="18364F"/>
                </a:solidFill>
                <a:latin typeface="Yu Gothic"/>
                <a:ea typeface="Yu Gothic"/>
                <a:cs typeface="Yu Gothic"/>
              </a:defRPr>
            </a:lvl3pPr>
            <a:lvl4pPr>
              <a:buNone/>
              <a:defRPr sz="3000" b="1">
                <a:solidFill>
                  <a:srgbClr val="18364F"/>
                </a:solidFill>
                <a:latin typeface="Yu Gothic"/>
                <a:ea typeface="Yu Gothic"/>
                <a:cs typeface="Yu Gothic"/>
              </a:defRPr>
            </a:lvl4pPr>
            <a:lvl5pPr>
              <a:buNone/>
              <a:defRPr sz="3000" b="1">
                <a:solidFill>
                  <a:srgbClr val="18364F"/>
                </a:solidFill>
                <a:latin typeface="Yu Gothic"/>
                <a:ea typeface="Yu Gothic"/>
                <a:cs typeface="Yu Gothic"/>
              </a:defRPr>
            </a:lvl5pPr>
            <a:lvl6pPr>
              <a:buNone/>
              <a:defRPr sz="3000" b="1">
                <a:solidFill>
                  <a:srgbClr val="18364F"/>
                </a:solidFill>
                <a:latin typeface="Yu Gothic"/>
                <a:ea typeface="Yu Gothic"/>
                <a:cs typeface="Yu Gothic"/>
              </a:defRPr>
            </a:lvl6pPr>
            <a:lvl7pPr>
              <a:buNone/>
              <a:defRPr sz="3000" b="1">
                <a:solidFill>
                  <a:srgbClr val="18364F"/>
                </a:solidFill>
                <a:latin typeface="Yu Gothic"/>
                <a:ea typeface="Yu Gothic"/>
                <a:cs typeface="Yu Gothic"/>
              </a:defRPr>
            </a:lvl7pPr>
            <a:lvl8pPr>
              <a:buNone/>
              <a:defRPr sz="3000" b="1">
                <a:solidFill>
                  <a:srgbClr val="18364F"/>
                </a:solidFill>
                <a:latin typeface="Yu Gothic"/>
                <a:ea typeface="Yu Gothic"/>
                <a:cs typeface="Yu Gothic"/>
              </a:defRPr>
            </a:lvl8pPr>
            <a:lvl9pPr>
              <a:buNone/>
              <a:defRPr sz="3000" b="1">
                <a:solidFill>
                  <a:srgbClr val="18364F"/>
                </a:solidFill>
                <a:latin typeface="Yu Gothic"/>
                <a:ea typeface="Yu Gothic"/>
                <a:cs typeface="Yu Gothic"/>
              </a:defRPr>
            </a:lvl9pPr>
          </a:lstStyle>
          <a:p>
            <a:pPr>
              <a:buNone/>
              <a:defRPr sz="3000" b="1">
                <a:solidFill>
                  <a:srgbClr val="18364F"/>
                </a:solidFill>
                <a:latin typeface="Yu Gothic"/>
                <a:ea typeface="Yu Gothic"/>
                <a:cs typeface="Yu Gothic"/>
              </a:defRPr>
            </a:pPr>
            <a:r>
              <a:rPr lang="ja-JP" altLang="en-US" sz="3000" b="1">
                <a:solidFill>
                  <a:srgbClr val="18364F"/>
                </a:solidFill>
                <a:latin typeface="Yu Gothic"/>
                <a:ea typeface="Yu Gothic"/>
                <a:cs typeface="Yu Gothic"/>
              </a:rPr>
              <a:t>環境演習</a:t>
            </a:r>
            <a:r>
              <a:rPr lang="en-US" altLang="ja-JP" sz="3000" b="1">
                <a:solidFill>
                  <a:srgbClr val="18364F"/>
                </a:solidFill>
                <a:latin typeface="Yu Gothic"/>
                <a:ea typeface="Yu Gothic"/>
                <a:cs typeface="Yu Gothic"/>
              </a:rPr>
              <a:t>1</a:t>
            </a:r>
            <a:r>
              <a:rPr lang="ja-JP" altLang="en-US" sz="3000" b="1">
                <a:solidFill>
                  <a:srgbClr val="18364F"/>
                </a:solidFill>
                <a:latin typeface="Yu Gothic"/>
                <a:ea typeface="Yu Gothic"/>
                <a:cs typeface="Yu Gothic"/>
              </a:rPr>
              <a:t>　収穫量を変えると、翌年は？</a:t>
            </a:r>
            <a:endParaRPr sz="3000" b="1">
              <a:solidFill>
                <a:srgbClr val="18364F"/>
              </a:solidFill>
              <a:latin typeface="Yu Gothic"/>
              <a:ea typeface="Yu Gothic"/>
              <a:cs typeface="Yu Gothic"/>
            </a:endParaRPr>
          </a:p>
        </p:txBody>
      </p:sp>
      <p:sp>
        <p:nvSpPr>
          <p:cNvPr id="2" name="正方形/長方形 1">
            <a:extLst>
              <a:ext uri="{FF2B5EF4-FFF2-40B4-BE49-F238E27FC236}">
                <a16:creationId xmlns:a16="http://schemas.microsoft.com/office/drawing/2014/main" id="{3A6940BC-5DE7-45CE-8987-81ABB6A091B4}"/>
              </a:ext>
            </a:extLst>
          </p:cNvPr>
          <p:cNvSpPr>
            <a:spLocks noGrp="1"/>
          </p:cNvSpPr>
          <p:nvPr/>
        </p:nvSpPr>
        <p:spPr>
          <a:xfrm>
            <a:off x="685800" y="1181100"/>
            <a:ext cx="10820400" cy="19050"/>
          </a:xfrm>
          <a:prstGeom prst="rect">
            <a:avLst/>
          </a:prstGeom>
          <a:solidFill>
            <a:srgbClr val="18364F"/>
          </a:solidFill>
          <a:ln w="0">
            <a:noFill/>
          </a:ln>
        </p:spPr>
      </p:sp>
      <p:sp>
        <p:nvSpPr>
          <p:cNvPr id="3" name="正方形/長方形 2">
            <a:extLst>
              <a:ext uri="{FF2B5EF4-FFF2-40B4-BE49-F238E27FC236}">
                <a16:creationId xmlns:a16="http://schemas.microsoft.com/office/drawing/2014/main" id="{DCF9B62D-FF0B-4E3C-AA69-1D78B68CE52F}"/>
              </a:ext>
            </a:extLst>
          </p:cNvPr>
          <p:cNvSpPr>
            <a:spLocks noGrp="1"/>
          </p:cNvSpPr>
          <p:nvPr/>
        </p:nvSpPr>
        <p:spPr>
          <a:xfrm>
            <a:off x="685800" y="6419850"/>
            <a:ext cx="9334500" cy="257175"/>
          </a:xfrm>
          <a:prstGeom prst="rect">
            <a:avLst/>
          </a:prstGeom>
          <a:noFill/>
          <a:ln w="0">
            <a:noFill/>
          </a:ln>
        </p:spPr>
        <p:txBody>
          <a:bodyPr lIns="0" tIns="0" rIns="0" bIns="0" anchor="ctr">
            <a:noAutofit/>
          </a:bodyPr>
          <a:lstStyle>
            <a:defPPr>
              <a:defRPr sz="1425" b="0">
                <a:solidFill>
                  <a:srgbClr val="596875"/>
                </a:solidFill>
                <a:latin typeface="Yu Gothic"/>
                <a:ea typeface="Yu Gothic"/>
                <a:cs typeface="Yu Gothic"/>
              </a:defRPr>
            </a:defPPr>
            <a:lvl1pPr>
              <a:buNone/>
              <a:defRPr sz="1425" b="0">
                <a:solidFill>
                  <a:srgbClr val="596875"/>
                </a:solidFill>
                <a:latin typeface="Yu Gothic"/>
                <a:ea typeface="Yu Gothic"/>
                <a:cs typeface="Yu Gothic"/>
              </a:defRPr>
            </a:lvl1pPr>
            <a:lvl2pPr>
              <a:buNone/>
              <a:defRPr sz="1425" b="0">
                <a:solidFill>
                  <a:srgbClr val="596875"/>
                </a:solidFill>
                <a:latin typeface="Yu Gothic"/>
                <a:ea typeface="Yu Gothic"/>
                <a:cs typeface="Yu Gothic"/>
              </a:defRPr>
            </a:lvl2pPr>
            <a:lvl3pPr>
              <a:buNone/>
              <a:defRPr sz="1425" b="0">
                <a:solidFill>
                  <a:srgbClr val="596875"/>
                </a:solidFill>
                <a:latin typeface="Yu Gothic"/>
                <a:ea typeface="Yu Gothic"/>
                <a:cs typeface="Yu Gothic"/>
              </a:defRPr>
            </a:lvl3pPr>
            <a:lvl4pPr>
              <a:buNone/>
              <a:defRPr sz="1425" b="0">
                <a:solidFill>
                  <a:srgbClr val="596875"/>
                </a:solidFill>
                <a:latin typeface="Yu Gothic"/>
                <a:ea typeface="Yu Gothic"/>
                <a:cs typeface="Yu Gothic"/>
              </a:defRPr>
            </a:lvl4pPr>
            <a:lvl5pPr>
              <a:buNone/>
              <a:defRPr sz="1425" b="0">
                <a:solidFill>
                  <a:srgbClr val="596875"/>
                </a:solidFill>
                <a:latin typeface="Yu Gothic"/>
                <a:ea typeface="Yu Gothic"/>
                <a:cs typeface="Yu Gothic"/>
              </a:defRPr>
            </a:lvl5pPr>
            <a:lvl6pPr>
              <a:buNone/>
              <a:defRPr sz="1425" b="0">
                <a:solidFill>
                  <a:srgbClr val="596875"/>
                </a:solidFill>
                <a:latin typeface="Yu Gothic"/>
                <a:ea typeface="Yu Gothic"/>
                <a:cs typeface="Yu Gothic"/>
              </a:defRPr>
            </a:lvl6pPr>
            <a:lvl7pPr>
              <a:buNone/>
              <a:defRPr sz="1425" b="0">
                <a:solidFill>
                  <a:srgbClr val="596875"/>
                </a:solidFill>
                <a:latin typeface="Yu Gothic"/>
                <a:ea typeface="Yu Gothic"/>
                <a:cs typeface="Yu Gothic"/>
              </a:defRPr>
            </a:lvl7pPr>
            <a:lvl8pPr>
              <a:buNone/>
              <a:defRPr sz="1425" b="0">
                <a:solidFill>
                  <a:srgbClr val="596875"/>
                </a:solidFill>
                <a:latin typeface="Yu Gothic"/>
                <a:ea typeface="Yu Gothic"/>
                <a:cs typeface="Yu Gothic"/>
              </a:defRPr>
            </a:lvl8pPr>
            <a:lvl9pPr>
              <a:buNone/>
              <a:defRPr sz="1425" b="0">
                <a:solidFill>
                  <a:srgbClr val="596875"/>
                </a:solidFill>
                <a:latin typeface="Yu Gothic"/>
                <a:ea typeface="Yu Gothic"/>
                <a:cs typeface="Yu Gothic"/>
              </a:defRPr>
            </a:lvl9pPr>
          </a:lstStyle>
          <a:p>
            <a:pPr>
              <a:buNone/>
              <a:defRPr sz="1425" b="0">
                <a:solidFill>
                  <a:srgbClr val="596875"/>
                </a:solidFill>
                <a:latin typeface="Yu Gothic"/>
                <a:ea typeface="Yu Gothic"/>
                <a:cs typeface="Yu Gothic"/>
              </a:defRPr>
            </a:pPr>
            <a:r>
              <a:rPr lang="ja-JP" altLang="en-US" sz="1425" b="0">
                <a:solidFill>
                  <a:srgbClr val="596875"/>
                </a:solidFill>
                <a:latin typeface="Yu Gothic"/>
                <a:ea typeface="Yu Gothic"/>
                <a:cs typeface="Yu Gothic"/>
              </a:rPr>
              <a:t>木材及び木質材料学　新第</a:t>
            </a:r>
            <a:r>
              <a:rPr lang="en-US" altLang="ja-JP" sz="1425" b="0">
                <a:solidFill>
                  <a:srgbClr val="596875"/>
                </a:solidFill>
                <a:latin typeface="Yu Gothic"/>
                <a:ea typeface="Yu Gothic"/>
                <a:cs typeface="Yu Gothic"/>
              </a:rPr>
              <a:t>14</a:t>
            </a:r>
            <a:r>
              <a:rPr lang="ja-JP" altLang="en-US" sz="1425" b="0">
                <a:solidFill>
                  <a:srgbClr val="596875"/>
                </a:solidFill>
                <a:latin typeface="Yu Gothic"/>
                <a:ea typeface="Yu Gothic"/>
                <a:cs typeface="Yu Gothic"/>
              </a:rPr>
              <a:t>回　資源・環境</a:t>
            </a:r>
            <a:endParaRPr sz="1425" b="0">
              <a:solidFill>
                <a:srgbClr val="596875"/>
              </a:solidFill>
              <a:latin typeface="Yu Gothic"/>
              <a:ea typeface="Yu Gothic"/>
              <a:cs typeface="Yu Gothic"/>
            </a:endParaRPr>
          </a:p>
        </p:txBody>
      </p:sp>
      <p:sp>
        <p:nvSpPr>
          <p:cNvPr id="4" name="正方形/長方形 3">
            <a:extLst>
              <a:ext uri="{FF2B5EF4-FFF2-40B4-BE49-F238E27FC236}">
                <a16:creationId xmlns:a16="http://schemas.microsoft.com/office/drawing/2014/main" id="{50ECB0F3-FC0C-4CF7-9214-D470848E57D6}"/>
              </a:ext>
            </a:extLst>
          </p:cNvPr>
          <p:cNvSpPr>
            <a:spLocks noGrp="1"/>
          </p:cNvSpPr>
          <p:nvPr/>
        </p:nvSpPr>
        <p:spPr>
          <a:xfrm>
            <a:off x="10763250" y="6419850"/>
            <a:ext cx="742950" cy="257175"/>
          </a:xfrm>
          <a:prstGeom prst="rect">
            <a:avLst/>
          </a:prstGeom>
          <a:noFill/>
          <a:ln w="0">
            <a:noFill/>
          </a:ln>
        </p:spPr>
        <p:txBody>
          <a:bodyPr lIns="0" tIns="0" rIns="0" bIns="0" anchor="ctr">
            <a:noAutofit/>
          </a:bodyPr>
          <a:lstStyle>
            <a:defPPr>
              <a:defRPr sz="1425" b="0">
                <a:solidFill>
                  <a:srgbClr val="596875"/>
                </a:solidFill>
                <a:latin typeface="Yu Gothic"/>
                <a:ea typeface="Yu Gothic"/>
                <a:cs typeface="Yu Gothic"/>
              </a:defRPr>
            </a:defPPr>
            <a:lvl1pPr>
              <a:buNone/>
              <a:defRPr sz="1425" b="0">
                <a:solidFill>
                  <a:srgbClr val="596875"/>
                </a:solidFill>
                <a:latin typeface="Yu Gothic"/>
                <a:ea typeface="Yu Gothic"/>
                <a:cs typeface="Yu Gothic"/>
              </a:defRPr>
            </a:lvl1pPr>
            <a:lvl2pPr>
              <a:buNone/>
              <a:defRPr sz="1425" b="0">
                <a:solidFill>
                  <a:srgbClr val="596875"/>
                </a:solidFill>
                <a:latin typeface="Yu Gothic"/>
                <a:ea typeface="Yu Gothic"/>
                <a:cs typeface="Yu Gothic"/>
              </a:defRPr>
            </a:lvl2pPr>
            <a:lvl3pPr>
              <a:buNone/>
              <a:defRPr sz="1425" b="0">
                <a:solidFill>
                  <a:srgbClr val="596875"/>
                </a:solidFill>
                <a:latin typeface="Yu Gothic"/>
                <a:ea typeface="Yu Gothic"/>
                <a:cs typeface="Yu Gothic"/>
              </a:defRPr>
            </a:lvl3pPr>
            <a:lvl4pPr>
              <a:buNone/>
              <a:defRPr sz="1425" b="0">
                <a:solidFill>
                  <a:srgbClr val="596875"/>
                </a:solidFill>
                <a:latin typeface="Yu Gothic"/>
                <a:ea typeface="Yu Gothic"/>
                <a:cs typeface="Yu Gothic"/>
              </a:defRPr>
            </a:lvl4pPr>
            <a:lvl5pPr>
              <a:buNone/>
              <a:defRPr sz="1425" b="0">
                <a:solidFill>
                  <a:srgbClr val="596875"/>
                </a:solidFill>
                <a:latin typeface="Yu Gothic"/>
                <a:ea typeface="Yu Gothic"/>
                <a:cs typeface="Yu Gothic"/>
              </a:defRPr>
            </a:lvl5pPr>
            <a:lvl6pPr>
              <a:buNone/>
              <a:defRPr sz="1425" b="0">
                <a:solidFill>
                  <a:srgbClr val="596875"/>
                </a:solidFill>
                <a:latin typeface="Yu Gothic"/>
                <a:ea typeface="Yu Gothic"/>
                <a:cs typeface="Yu Gothic"/>
              </a:defRPr>
            </a:lvl6pPr>
            <a:lvl7pPr>
              <a:buNone/>
              <a:defRPr sz="1425" b="0">
                <a:solidFill>
                  <a:srgbClr val="596875"/>
                </a:solidFill>
                <a:latin typeface="Yu Gothic"/>
                <a:ea typeface="Yu Gothic"/>
                <a:cs typeface="Yu Gothic"/>
              </a:defRPr>
            </a:lvl7pPr>
            <a:lvl8pPr>
              <a:buNone/>
              <a:defRPr sz="1425" b="0">
                <a:solidFill>
                  <a:srgbClr val="596875"/>
                </a:solidFill>
                <a:latin typeface="Yu Gothic"/>
                <a:ea typeface="Yu Gothic"/>
                <a:cs typeface="Yu Gothic"/>
              </a:defRPr>
            </a:lvl8pPr>
            <a:lvl9pPr>
              <a:buNone/>
              <a:defRPr sz="1425" b="0">
                <a:solidFill>
                  <a:srgbClr val="596875"/>
                </a:solidFill>
                <a:latin typeface="Yu Gothic"/>
                <a:ea typeface="Yu Gothic"/>
                <a:cs typeface="Yu Gothic"/>
              </a:defRPr>
            </a:lvl9pPr>
          </a:lstStyle>
          <a:p>
            <a:pPr>
              <a:buNone/>
              <a:defRPr sz="1425" b="0">
                <a:solidFill>
                  <a:srgbClr val="596875"/>
                </a:solidFill>
                <a:latin typeface="Yu Gothic"/>
                <a:ea typeface="Yu Gothic"/>
                <a:cs typeface="Yu Gothic"/>
              </a:defRPr>
            </a:pPr>
            <a:r>
              <a:rPr lang="en-US" altLang="ja-JP" sz="1425" b="0">
                <a:solidFill>
                  <a:srgbClr val="596875"/>
                </a:solidFill>
                <a:latin typeface="Yu Gothic"/>
                <a:ea typeface="Yu Gothic"/>
                <a:cs typeface="Yu Gothic"/>
              </a:rPr>
              <a:t>36</a:t>
            </a:r>
            <a:endParaRPr sz="1425" b="0">
              <a:solidFill>
                <a:srgbClr val="596875"/>
              </a:solidFill>
              <a:latin typeface="Yu Gothic"/>
              <a:ea typeface="Yu Gothic"/>
              <a:cs typeface="Yu Gothic"/>
            </a:endParaRPr>
          </a:p>
        </p:txBody>
      </p:sp>
      <p:sp>
        <p:nvSpPr>
          <p:cNvPr id="5" name="正方形/長方形 4">
            <a:extLst>
              <a:ext uri="{FF2B5EF4-FFF2-40B4-BE49-F238E27FC236}">
                <a16:creationId xmlns:a16="http://schemas.microsoft.com/office/drawing/2014/main" id="{92A618D3-7EFF-4371-97E4-DA209B7BB7F0}"/>
              </a:ext>
            </a:extLst>
          </p:cNvPr>
          <p:cNvSpPr>
            <a:spLocks noGrp="1"/>
          </p:cNvSpPr>
          <p:nvPr/>
        </p:nvSpPr>
        <p:spPr>
          <a:xfrm>
            <a:off x="838200" y="1600200"/>
            <a:ext cx="10477500" cy="809625"/>
          </a:xfrm>
          <a:prstGeom prst="rect">
            <a:avLst/>
          </a:prstGeom>
          <a:noFill/>
          <a:ln w="0">
            <a:noFill/>
          </a:ln>
        </p:spPr>
        <p:txBody>
          <a:bodyPr lIns="0" tIns="0" rIns="0" bIns="0" anchor="ctr">
            <a:noAutofit/>
          </a:bodyPr>
          <a:lstStyle>
            <a:defPPr>
              <a:defRPr sz="2175" b="0">
                <a:solidFill>
                  <a:srgbClr val="253C4D"/>
                </a:solidFill>
                <a:latin typeface="Yu Gothic"/>
                <a:ea typeface="Yu Gothic"/>
                <a:cs typeface="Yu Gothic"/>
              </a:defRPr>
            </a:defPPr>
            <a:lvl1pPr>
              <a:buNone/>
              <a:defRPr sz="2175" b="0">
                <a:solidFill>
                  <a:srgbClr val="253C4D"/>
                </a:solidFill>
                <a:latin typeface="Yu Gothic"/>
                <a:ea typeface="Yu Gothic"/>
                <a:cs typeface="Yu Gothic"/>
              </a:defRPr>
            </a:lvl1pPr>
            <a:lvl2pPr>
              <a:buNone/>
              <a:defRPr sz="2175" b="0">
                <a:solidFill>
                  <a:srgbClr val="253C4D"/>
                </a:solidFill>
                <a:latin typeface="Yu Gothic"/>
                <a:ea typeface="Yu Gothic"/>
                <a:cs typeface="Yu Gothic"/>
              </a:defRPr>
            </a:lvl2pPr>
            <a:lvl3pPr>
              <a:buNone/>
              <a:defRPr sz="2175" b="0">
                <a:solidFill>
                  <a:srgbClr val="253C4D"/>
                </a:solidFill>
                <a:latin typeface="Yu Gothic"/>
                <a:ea typeface="Yu Gothic"/>
                <a:cs typeface="Yu Gothic"/>
              </a:defRPr>
            </a:lvl3pPr>
            <a:lvl4pPr>
              <a:buNone/>
              <a:defRPr sz="2175" b="0">
                <a:solidFill>
                  <a:srgbClr val="253C4D"/>
                </a:solidFill>
                <a:latin typeface="Yu Gothic"/>
                <a:ea typeface="Yu Gothic"/>
                <a:cs typeface="Yu Gothic"/>
              </a:defRPr>
            </a:lvl4pPr>
            <a:lvl5pPr>
              <a:buNone/>
              <a:defRPr sz="2175" b="0">
                <a:solidFill>
                  <a:srgbClr val="253C4D"/>
                </a:solidFill>
                <a:latin typeface="Yu Gothic"/>
                <a:ea typeface="Yu Gothic"/>
                <a:cs typeface="Yu Gothic"/>
              </a:defRPr>
            </a:lvl5pPr>
            <a:lvl6pPr>
              <a:buNone/>
              <a:defRPr sz="2175" b="0">
                <a:solidFill>
                  <a:srgbClr val="253C4D"/>
                </a:solidFill>
                <a:latin typeface="Yu Gothic"/>
                <a:ea typeface="Yu Gothic"/>
                <a:cs typeface="Yu Gothic"/>
              </a:defRPr>
            </a:lvl6pPr>
            <a:lvl7pPr>
              <a:buNone/>
              <a:defRPr sz="2175" b="0">
                <a:solidFill>
                  <a:srgbClr val="253C4D"/>
                </a:solidFill>
                <a:latin typeface="Yu Gothic"/>
                <a:ea typeface="Yu Gothic"/>
                <a:cs typeface="Yu Gothic"/>
              </a:defRPr>
            </a:lvl7pPr>
            <a:lvl8pPr>
              <a:buNone/>
              <a:defRPr sz="2175" b="0">
                <a:solidFill>
                  <a:srgbClr val="253C4D"/>
                </a:solidFill>
                <a:latin typeface="Yu Gothic"/>
                <a:ea typeface="Yu Gothic"/>
                <a:cs typeface="Yu Gothic"/>
              </a:defRPr>
            </a:lvl8pPr>
            <a:lvl9pPr>
              <a:buNone/>
              <a:defRPr sz="2175" b="0">
                <a:solidFill>
                  <a:srgbClr val="253C4D"/>
                </a:solidFill>
                <a:latin typeface="Yu Gothic"/>
                <a:ea typeface="Yu Gothic"/>
                <a:cs typeface="Yu Gothic"/>
              </a:defRPr>
            </a:lvl9pPr>
          </a:lstStyle>
          <a:p>
            <a:pPr>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期首の立木蓄積 1000 m³、年成長 50 m³、枯死 10 m³</a:t>
            </a:r>
          </a:p>
        </p:txBody>
      </p:sp>
      <p:sp>
        <p:nvSpPr>
          <p:cNvPr id="6" name="正方形/長方形 5">
            <a:extLst>
              <a:ext uri="{FF2B5EF4-FFF2-40B4-BE49-F238E27FC236}">
                <a16:creationId xmlns:a16="http://schemas.microsoft.com/office/drawing/2014/main" id="{ABB9E7EA-7EAF-4DE0-A481-722B39AA4D50}"/>
              </a:ext>
            </a:extLst>
          </p:cNvPr>
          <p:cNvSpPr>
            <a:spLocks noGrp="1"/>
          </p:cNvSpPr>
          <p:nvPr/>
        </p:nvSpPr>
        <p:spPr>
          <a:xfrm>
            <a:off x="838200" y="2600325"/>
            <a:ext cx="10477500" cy="809625"/>
          </a:xfrm>
          <a:prstGeom prst="rect">
            <a:avLst/>
          </a:prstGeom>
          <a:noFill/>
          <a:ln w="0">
            <a:noFill/>
          </a:ln>
        </p:spPr>
        <p:txBody>
          <a:bodyPr lIns="0" tIns="0" rIns="0" bIns="0" anchor="ctr">
            <a:noAutofit/>
          </a:bodyPr>
          <a:lstStyle>
            <a:defPPr>
              <a:defRPr sz="2175" b="0">
                <a:solidFill>
                  <a:srgbClr val="253C4D"/>
                </a:solidFill>
                <a:latin typeface="Yu Gothic"/>
                <a:ea typeface="Yu Gothic"/>
                <a:cs typeface="Yu Gothic"/>
              </a:defRPr>
            </a:defPPr>
            <a:lvl1pPr>
              <a:buNone/>
              <a:defRPr sz="2175" b="0">
                <a:solidFill>
                  <a:srgbClr val="253C4D"/>
                </a:solidFill>
                <a:latin typeface="Yu Gothic"/>
                <a:ea typeface="Yu Gothic"/>
                <a:cs typeface="Yu Gothic"/>
              </a:defRPr>
            </a:lvl1pPr>
            <a:lvl2pPr>
              <a:buNone/>
              <a:defRPr sz="2175" b="0">
                <a:solidFill>
                  <a:srgbClr val="253C4D"/>
                </a:solidFill>
                <a:latin typeface="Yu Gothic"/>
                <a:ea typeface="Yu Gothic"/>
                <a:cs typeface="Yu Gothic"/>
              </a:defRPr>
            </a:lvl2pPr>
            <a:lvl3pPr>
              <a:buNone/>
              <a:defRPr sz="2175" b="0">
                <a:solidFill>
                  <a:srgbClr val="253C4D"/>
                </a:solidFill>
                <a:latin typeface="Yu Gothic"/>
                <a:ea typeface="Yu Gothic"/>
                <a:cs typeface="Yu Gothic"/>
              </a:defRPr>
            </a:lvl3pPr>
            <a:lvl4pPr>
              <a:buNone/>
              <a:defRPr sz="2175" b="0">
                <a:solidFill>
                  <a:srgbClr val="253C4D"/>
                </a:solidFill>
                <a:latin typeface="Yu Gothic"/>
                <a:ea typeface="Yu Gothic"/>
                <a:cs typeface="Yu Gothic"/>
              </a:defRPr>
            </a:lvl4pPr>
            <a:lvl5pPr>
              <a:buNone/>
              <a:defRPr sz="2175" b="0">
                <a:solidFill>
                  <a:srgbClr val="253C4D"/>
                </a:solidFill>
                <a:latin typeface="Yu Gothic"/>
                <a:ea typeface="Yu Gothic"/>
                <a:cs typeface="Yu Gothic"/>
              </a:defRPr>
            </a:lvl5pPr>
            <a:lvl6pPr>
              <a:buNone/>
              <a:defRPr sz="2175" b="0">
                <a:solidFill>
                  <a:srgbClr val="253C4D"/>
                </a:solidFill>
                <a:latin typeface="Yu Gothic"/>
                <a:ea typeface="Yu Gothic"/>
                <a:cs typeface="Yu Gothic"/>
              </a:defRPr>
            </a:lvl6pPr>
            <a:lvl7pPr>
              <a:buNone/>
              <a:defRPr sz="2175" b="0">
                <a:solidFill>
                  <a:srgbClr val="253C4D"/>
                </a:solidFill>
                <a:latin typeface="Yu Gothic"/>
                <a:ea typeface="Yu Gothic"/>
                <a:cs typeface="Yu Gothic"/>
              </a:defRPr>
            </a:lvl7pPr>
            <a:lvl8pPr>
              <a:buNone/>
              <a:defRPr sz="2175" b="0">
                <a:solidFill>
                  <a:srgbClr val="253C4D"/>
                </a:solidFill>
                <a:latin typeface="Yu Gothic"/>
                <a:ea typeface="Yu Gothic"/>
                <a:cs typeface="Yu Gothic"/>
              </a:defRPr>
            </a:lvl8pPr>
            <a:lvl9pPr>
              <a:buNone/>
              <a:defRPr sz="2175" b="0">
                <a:solidFill>
                  <a:srgbClr val="253C4D"/>
                </a:solidFill>
                <a:latin typeface="Yu Gothic"/>
                <a:ea typeface="Yu Gothic"/>
                <a:cs typeface="Yu Gothic"/>
              </a:defRPr>
            </a:lvl9pPr>
          </a:lstStyle>
          <a:p>
            <a:pPr>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① 年収穫40 m³のとき、期末の蓄積は？</a:t>
            </a:r>
          </a:p>
        </p:txBody>
      </p:sp>
      <p:sp>
        <p:nvSpPr>
          <p:cNvPr id="7" name="正方形/長方形 6">
            <a:extLst>
              <a:ext uri="{FF2B5EF4-FFF2-40B4-BE49-F238E27FC236}">
                <a16:creationId xmlns:a16="http://schemas.microsoft.com/office/drawing/2014/main" id="{19F8414F-DF93-4483-9F09-10D62AB4175D}"/>
              </a:ext>
            </a:extLst>
          </p:cNvPr>
          <p:cNvSpPr>
            <a:spLocks noGrp="1"/>
          </p:cNvSpPr>
          <p:nvPr/>
        </p:nvSpPr>
        <p:spPr>
          <a:xfrm>
            <a:off x="838200" y="3600450"/>
            <a:ext cx="10477500" cy="809625"/>
          </a:xfrm>
          <a:prstGeom prst="rect">
            <a:avLst/>
          </a:prstGeom>
          <a:noFill/>
          <a:ln w="0">
            <a:noFill/>
          </a:ln>
        </p:spPr>
        <p:txBody>
          <a:bodyPr lIns="0" tIns="0" rIns="0" bIns="0" anchor="ctr">
            <a:noAutofit/>
          </a:bodyPr>
          <a:lstStyle>
            <a:defPPr>
              <a:defRPr sz="2175" b="0">
                <a:solidFill>
                  <a:srgbClr val="253C4D"/>
                </a:solidFill>
                <a:latin typeface="Yu Gothic"/>
                <a:ea typeface="Yu Gothic"/>
                <a:cs typeface="Yu Gothic"/>
              </a:defRPr>
            </a:defPPr>
            <a:lvl1pPr>
              <a:buNone/>
              <a:defRPr sz="2175" b="0">
                <a:solidFill>
                  <a:srgbClr val="253C4D"/>
                </a:solidFill>
                <a:latin typeface="Yu Gothic"/>
                <a:ea typeface="Yu Gothic"/>
                <a:cs typeface="Yu Gothic"/>
              </a:defRPr>
            </a:lvl1pPr>
            <a:lvl2pPr>
              <a:buNone/>
              <a:defRPr sz="2175" b="0">
                <a:solidFill>
                  <a:srgbClr val="253C4D"/>
                </a:solidFill>
                <a:latin typeface="Yu Gothic"/>
                <a:ea typeface="Yu Gothic"/>
                <a:cs typeface="Yu Gothic"/>
              </a:defRPr>
            </a:lvl2pPr>
            <a:lvl3pPr>
              <a:buNone/>
              <a:defRPr sz="2175" b="0">
                <a:solidFill>
                  <a:srgbClr val="253C4D"/>
                </a:solidFill>
                <a:latin typeface="Yu Gothic"/>
                <a:ea typeface="Yu Gothic"/>
                <a:cs typeface="Yu Gothic"/>
              </a:defRPr>
            </a:lvl3pPr>
            <a:lvl4pPr>
              <a:buNone/>
              <a:defRPr sz="2175" b="0">
                <a:solidFill>
                  <a:srgbClr val="253C4D"/>
                </a:solidFill>
                <a:latin typeface="Yu Gothic"/>
                <a:ea typeface="Yu Gothic"/>
                <a:cs typeface="Yu Gothic"/>
              </a:defRPr>
            </a:lvl4pPr>
            <a:lvl5pPr>
              <a:buNone/>
              <a:defRPr sz="2175" b="0">
                <a:solidFill>
                  <a:srgbClr val="253C4D"/>
                </a:solidFill>
                <a:latin typeface="Yu Gothic"/>
                <a:ea typeface="Yu Gothic"/>
                <a:cs typeface="Yu Gothic"/>
              </a:defRPr>
            </a:lvl5pPr>
            <a:lvl6pPr>
              <a:buNone/>
              <a:defRPr sz="2175" b="0">
                <a:solidFill>
                  <a:srgbClr val="253C4D"/>
                </a:solidFill>
                <a:latin typeface="Yu Gothic"/>
                <a:ea typeface="Yu Gothic"/>
                <a:cs typeface="Yu Gothic"/>
              </a:defRPr>
            </a:lvl6pPr>
            <a:lvl7pPr>
              <a:buNone/>
              <a:defRPr sz="2175" b="0">
                <a:solidFill>
                  <a:srgbClr val="253C4D"/>
                </a:solidFill>
                <a:latin typeface="Yu Gothic"/>
                <a:ea typeface="Yu Gothic"/>
                <a:cs typeface="Yu Gothic"/>
              </a:defRPr>
            </a:lvl7pPr>
            <a:lvl8pPr>
              <a:buNone/>
              <a:defRPr sz="2175" b="0">
                <a:solidFill>
                  <a:srgbClr val="253C4D"/>
                </a:solidFill>
                <a:latin typeface="Yu Gothic"/>
                <a:ea typeface="Yu Gothic"/>
                <a:cs typeface="Yu Gothic"/>
              </a:defRPr>
            </a:lvl8pPr>
            <a:lvl9pPr>
              <a:buNone/>
              <a:defRPr sz="2175" b="0">
                <a:solidFill>
                  <a:srgbClr val="253C4D"/>
                </a:solidFill>
                <a:latin typeface="Yu Gothic"/>
                <a:ea typeface="Yu Gothic"/>
                <a:cs typeface="Yu Gothic"/>
              </a:defRPr>
            </a:lvl9pPr>
          </a:lstStyle>
          <a:p>
            <a:pPr>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② 年収穫60 m³のときは？</a:t>
            </a:r>
          </a:p>
        </p:txBody>
      </p:sp>
      <p:sp>
        <p:nvSpPr>
          <p:cNvPr id="8" name="正方形/長方形 7">
            <a:extLst>
              <a:ext uri="{FF2B5EF4-FFF2-40B4-BE49-F238E27FC236}">
                <a16:creationId xmlns:a16="http://schemas.microsoft.com/office/drawing/2014/main" id="{4FDC7804-26E2-46A2-A962-EE4F968072ED}"/>
              </a:ext>
            </a:extLst>
          </p:cNvPr>
          <p:cNvSpPr>
            <a:spLocks noGrp="1"/>
          </p:cNvSpPr>
          <p:nvPr/>
        </p:nvSpPr>
        <p:spPr>
          <a:xfrm>
            <a:off x="838200" y="4600575"/>
            <a:ext cx="10477500" cy="809625"/>
          </a:xfrm>
          <a:prstGeom prst="rect">
            <a:avLst/>
          </a:prstGeom>
          <a:noFill/>
          <a:ln w="0">
            <a:noFill/>
          </a:ln>
        </p:spPr>
        <p:txBody>
          <a:bodyPr lIns="0" tIns="0" rIns="0" bIns="0" anchor="ctr">
            <a:noAutofit/>
          </a:bodyPr>
          <a:lstStyle>
            <a:defPPr>
              <a:defRPr sz="2175" b="0">
                <a:solidFill>
                  <a:srgbClr val="253C4D"/>
                </a:solidFill>
                <a:latin typeface="Yu Gothic"/>
                <a:ea typeface="Yu Gothic"/>
                <a:cs typeface="Yu Gothic"/>
              </a:defRPr>
            </a:defPPr>
            <a:lvl1pPr>
              <a:buNone/>
              <a:defRPr sz="2175" b="0">
                <a:solidFill>
                  <a:srgbClr val="253C4D"/>
                </a:solidFill>
                <a:latin typeface="Yu Gothic"/>
                <a:ea typeface="Yu Gothic"/>
                <a:cs typeface="Yu Gothic"/>
              </a:defRPr>
            </a:lvl1pPr>
            <a:lvl2pPr>
              <a:buNone/>
              <a:defRPr sz="2175" b="0">
                <a:solidFill>
                  <a:srgbClr val="253C4D"/>
                </a:solidFill>
                <a:latin typeface="Yu Gothic"/>
                <a:ea typeface="Yu Gothic"/>
                <a:cs typeface="Yu Gothic"/>
              </a:defRPr>
            </a:lvl2pPr>
            <a:lvl3pPr>
              <a:buNone/>
              <a:defRPr sz="2175" b="0">
                <a:solidFill>
                  <a:srgbClr val="253C4D"/>
                </a:solidFill>
                <a:latin typeface="Yu Gothic"/>
                <a:ea typeface="Yu Gothic"/>
                <a:cs typeface="Yu Gothic"/>
              </a:defRPr>
            </a:lvl3pPr>
            <a:lvl4pPr>
              <a:buNone/>
              <a:defRPr sz="2175" b="0">
                <a:solidFill>
                  <a:srgbClr val="253C4D"/>
                </a:solidFill>
                <a:latin typeface="Yu Gothic"/>
                <a:ea typeface="Yu Gothic"/>
                <a:cs typeface="Yu Gothic"/>
              </a:defRPr>
            </a:lvl4pPr>
            <a:lvl5pPr>
              <a:buNone/>
              <a:defRPr sz="2175" b="0">
                <a:solidFill>
                  <a:srgbClr val="253C4D"/>
                </a:solidFill>
                <a:latin typeface="Yu Gothic"/>
                <a:ea typeface="Yu Gothic"/>
                <a:cs typeface="Yu Gothic"/>
              </a:defRPr>
            </a:lvl5pPr>
            <a:lvl6pPr>
              <a:buNone/>
              <a:defRPr sz="2175" b="0">
                <a:solidFill>
                  <a:srgbClr val="253C4D"/>
                </a:solidFill>
                <a:latin typeface="Yu Gothic"/>
                <a:ea typeface="Yu Gothic"/>
                <a:cs typeface="Yu Gothic"/>
              </a:defRPr>
            </a:lvl6pPr>
            <a:lvl7pPr>
              <a:buNone/>
              <a:defRPr sz="2175" b="0">
                <a:solidFill>
                  <a:srgbClr val="253C4D"/>
                </a:solidFill>
                <a:latin typeface="Yu Gothic"/>
                <a:ea typeface="Yu Gothic"/>
                <a:cs typeface="Yu Gothic"/>
              </a:defRPr>
            </a:lvl7pPr>
            <a:lvl8pPr>
              <a:buNone/>
              <a:defRPr sz="2175" b="0">
                <a:solidFill>
                  <a:srgbClr val="253C4D"/>
                </a:solidFill>
                <a:latin typeface="Yu Gothic"/>
                <a:ea typeface="Yu Gothic"/>
                <a:cs typeface="Yu Gothic"/>
              </a:defRPr>
            </a:lvl8pPr>
            <a:lvl9pPr>
              <a:buNone/>
              <a:defRPr sz="2175" b="0">
                <a:solidFill>
                  <a:srgbClr val="253C4D"/>
                </a:solidFill>
                <a:latin typeface="Yu Gothic"/>
                <a:ea typeface="Yu Gothic"/>
                <a:cs typeface="Yu Gothic"/>
              </a:defRPr>
            </a:lvl9pPr>
          </a:lstStyle>
          <a:p>
            <a:pPr>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③ ①なら「持続可能」と断定できるだろうか</a:t>
            </a:r>
          </a:p>
        </p:txBody>
      </p:sp>
    </p:spTree>
    <p:extLst>
      <p:ext uri="{BB962C8B-B14F-4D97-AF65-F5344CB8AC3E}">
        <p14:creationId xmlns:p14="http://schemas.microsoft.com/office/powerpoint/2010/main" val="112880772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正方形/長方形 5">
            <a:extLst>
              <a:ext uri="{FF2B5EF4-FFF2-40B4-BE49-F238E27FC236}">
                <a16:creationId xmlns:a16="http://schemas.microsoft.com/office/drawing/2014/main" id="{99694BD3-79C2-4BFE-A44D-81CCB4AB0008}"/>
              </a:ext>
            </a:extLst>
          </p:cNvPr>
          <p:cNvSpPr>
            <a:spLocks noGrp="1"/>
          </p:cNvSpPr>
          <p:nvPr/>
        </p:nvSpPr>
        <p:spPr>
          <a:xfrm>
            <a:off x="685800" y="342900"/>
            <a:ext cx="10820400" cy="666750"/>
          </a:xfrm>
          <a:prstGeom prst="rect">
            <a:avLst/>
          </a:prstGeom>
          <a:noFill/>
          <a:ln w="0">
            <a:noFill/>
          </a:ln>
        </p:spPr>
        <p:txBody>
          <a:bodyPr lIns="0" tIns="0" rIns="0" bIns="0" anchor="ctr">
            <a:noAutofit/>
          </a:bodyPr>
          <a:lstStyle>
            <a:defPPr>
              <a:defRPr sz="3000" b="1">
                <a:solidFill>
                  <a:srgbClr val="18364F"/>
                </a:solidFill>
                <a:latin typeface="Yu Gothic"/>
                <a:ea typeface="Yu Gothic"/>
                <a:cs typeface="Yu Gothic"/>
              </a:defRPr>
            </a:defPPr>
            <a:lvl1pPr>
              <a:buNone/>
              <a:defRPr sz="3000" b="1">
                <a:solidFill>
                  <a:srgbClr val="18364F"/>
                </a:solidFill>
                <a:latin typeface="Yu Gothic"/>
                <a:ea typeface="Yu Gothic"/>
                <a:cs typeface="Yu Gothic"/>
              </a:defRPr>
            </a:lvl1pPr>
            <a:lvl2pPr>
              <a:buNone/>
              <a:defRPr sz="3000" b="1">
                <a:solidFill>
                  <a:srgbClr val="18364F"/>
                </a:solidFill>
                <a:latin typeface="Yu Gothic"/>
                <a:ea typeface="Yu Gothic"/>
                <a:cs typeface="Yu Gothic"/>
              </a:defRPr>
            </a:lvl2pPr>
            <a:lvl3pPr>
              <a:buNone/>
              <a:defRPr sz="3000" b="1">
                <a:solidFill>
                  <a:srgbClr val="18364F"/>
                </a:solidFill>
                <a:latin typeface="Yu Gothic"/>
                <a:ea typeface="Yu Gothic"/>
                <a:cs typeface="Yu Gothic"/>
              </a:defRPr>
            </a:lvl3pPr>
            <a:lvl4pPr>
              <a:buNone/>
              <a:defRPr sz="3000" b="1">
                <a:solidFill>
                  <a:srgbClr val="18364F"/>
                </a:solidFill>
                <a:latin typeface="Yu Gothic"/>
                <a:ea typeface="Yu Gothic"/>
                <a:cs typeface="Yu Gothic"/>
              </a:defRPr>
            </a:lvl4pPr>
            <a:lvl5pPr>
              <a:buNone/>
              <a:defRPr sz="3000" b="1">
                <a:solidFill>
                  <a:srgbClr val="18364F"/>
                </a:solidFill>
                <a:latin typeface="Yu Gothic"/>
                <a:ea typeface="Yu Gothic"/>
                <a:cs typeface="Yu Gothic"/>
              </a:defRPr>
            </a:lvl5pPr>
            <a:lvl6pPr>
              <a:buNone/>
              <a:defRPr sz="3000" b="1">
                <a:solidFill>
                  <a:srgbClr val="18364F"/>
                </a:solidFill>
                <a:latin typeface="Yu Gothic"/>
                <a:ea typeface="Yu Gothic"/>
                <a:cs typeface="Yu Gothic"/>
              </a:defRPr>
            </a:lvl6pPr>
            <a:lvl7pPr>
              <a:buNone/>
              <a:defRPr sz="3000" b="1">
                <a:solidFill>
                  <a:srgbClr val="18364F"/>
                </a:solidFill>
                <a:latin typeface="Yu Gothic"/>
                <a:ea typeface="Yu Gothic"/>
                <a:cs typeface="Yu Gothic"/>
              </a:defRPr>
            </a:lvl7pPr>
            <a:lvl8pPr>
              <a:buNone/>
              <a:defRPr sz="3000" b="1">
                <a:solidFill>
                  <a:srgbClr val="18364F"/>
                </a:solidFill>
                <a:latin typeface="Yu Gothic"/>
                <a:ea typeface="Yu Gothic"/>
                <a:cs typeface="Yu Gothic"/>
              </a:defRPr>
            </a:lvl8pPr>
            <a:lvl9pPr>
              <a:buNone/>
              <a:defRPr sz="3000" b="1">
                <a:solidFill>
                  <a:srgbClr val="18364F"/>
                </a:solidFill>
                <a:latin typeface="Yu Gothic"/>
                <a:ea typeface="Yu Gothic"/>
                <a:cs typeface="Yu Gothic"/>
              </a:defRPr>
            </a:lvl9pPr>
          </a:lstStyle>
          <a:p>
            <a:pPr>
              <a:buNone/>
              <a:defRPr sz="3000" b="1">
                <a:solidFill>
                  <a:srgbClr val="18364F"/>
                </a:solidFill>
                <a:latin typeface="Yu Gothic"/>
                <a:ea typeface="Yu Gothic"/>
                <a:cs typeface="Yu Gothic"/>
              </a:defRPr>
            </a:pPr>
            <a:r>
              <a:rPr lang="ja-JP" altLang="en-US" sz="3000" b="1">
                <a:solidFill>
                  <a:srgbClr val="18364F"/>
                </a:solidFill>
                <a:latin typeface="Yu Gothic"/>
                <a:ea typeface="Yu Gothic"/>
                <a:cs typeface="Yu Gothic"/>
              </a:rPr>
              <a:t>環境演習</a:t>
            </a:r>
            <a:r>
              <a:rPr lang="en-US" altLang="ja-JP" sz="3000" b="1">
                <a:solidFill>
                  <a:srgbClr val="18364F"/>
                </a:solidFill>
                <a:latin typeface="Yu Gothic"/>
                <a:ea typeface="Yu Gothic"/>
                <a:cs typeface="Yu Gothic"/>
              </a:rPr>
              <a:t>1</a:t>
            </a:r>
            <a:r>
              <a:rPr lang="ja-JP" altLang="en-US" sz="3000" b="1">
                <a:solidFill>
                  <a:srgbClr val="18364F"/>
                </a:solidFill>
                <a:latin typeface="Yu Gothic"/>
                <a:ea typeface="Yu Gothic"/>
                <a:cs typeface="Yu Gothic"/>
              </a:rPr>
              <a:t>の解説　量の収支と、管理の条件</a:t>
            </a:r>
            <a:endParaRPr sz="3000" b="1">
              <a:solidFill>
                <a:srgbClr val="18364F"/>
              </a:solidFill>
              <a:latin typeface="Yu Gothic"/>
              <a:ea typeface="Yu Gothic"/>
              <a:cs typeface="Yu Gothic"/>
            </a:endParaRPr>
          </a:p>
        </p:txBody>
      </p:sp>
      <p:sp>
        <p:nvSpPr>
          <p:cNvPr id="2" name="正方形/長方形 1">
            <a:extLst>
              <a:ext uri="{FF2B5EF4-FFF2-40B4-BE49-F238E27FC236}">
                <a16:creationId xmlns:a16="http://schemas.microsoft.com/office/drawing/2014/main" id="{A6A879E3-76E0-4074-AD96-C09F5D0ADBC5}"/>
              </a:ext>
            </a:extLst>
          </p:cNvPr>
          <p:cNvSpPr>
            <a:spLocks noGrp="1"/>
          </p:cNvSpPr>
          <p:nvPr/>
        </p:nvSpPr>
        <p:spPr>
          <a:xfrm>
            <a:off x="685800" y="1181100"/>
            <a:ext cx="10820400" cy="19050"/>
          </a:xfrm>
          <a:prstGeom prst="rect">
            <a:avLst/>
          </a:prstGeom>
          <a:solidFill>
            <a:srgbClr val="18364F"/>
          </a:solidFill>
          <a:ln w="0">
            <a:noFill/>
          </a:ln>
        </p:spPr>
      </p:sp>
      <p:sp>
        <p:nvSpPr>
          <p:cNvPr id="3" name="正方形/長方形 2">
            <a:extLst>
              <a:ext uri="{FF2B5EF4-FFF2-40B4-BE49-F238E27FC236}">
                <a16:creationId xmlns:a16="http://schemas.microsoft.com/office/drawing/2014/main" id="{288CAB4F-4CB4-4895-8978-CB62D7F81C25}"/>
              </a:ext>
            </a:extLst>
          </p:cNvPr>
          <p:cNvSpPr>
            <a:spLocks noGrp="1"/>
          </p:cNvSpPr>
          <p:nvPr/>
        </p:nvSpPr>
        <p:spPr>
          <a:xfrm>
            <a:off x="685800" y="6419850"/>
            <a:ext cx="9334500" cy="257175"/>
          </a:xfrm>
          <a:prstGeom prst="rect">
            <a:avLst/>
          </a:prstGeom>
          <a:noFill/>
          <a:ln w="0">
            <a:noFill/>
          </a:ln>
        </p:spPr>
        <p:txBody>
          <a:bodyPr lIns="0" tIns="0" rIns="0" bIns="0" anchor="ctr">
            <a:noAutofit/>
          </a:bodyPr>
          <a:lstStyle>
            <a:defPPr>
              <a:defRPr sz="1425" b="0">
                <a:solidFill>
                  <a:srgbClr val="596875"/>
                </a:solidFill>
                <a:latin typeface="Yu Gothic"/>
                <a:ea typeface="Yu Gothic"/>
                <a:cs typeface="Yu Gothic"/>
              </a:defRPr>
            </a:defPPr>
            <a:lvl1pPr>
              <a:buNone/>
              <a:defRPr sz="1425" b="0">
                <a:solidFill>
                  <a:srgbClr val="596875"/>
                </a:solidFill>
                <a:latin typeface="Yu Gothic"/>
                <a:ea typeface="Yu Gothic"/>
                <a:cs typeface="Yu Gothic"/>
              </a:defRPr>
            </a:lvl1pPr>
            <a:lvl2pPr>
              <a:buNone/>
              <a:defRPr sz="1425" b="0">
                <a:solidFill>
                  <a:srgbClr val="596875"/>
                </a:solidFill>
                <a:latin typeface="Yu Gothic"/>
                <a:ea typeface="Yu Gothic"/>
                <a:cs typeface="Yu Gothic"/>
              </a:defRPr>
            </a:lvl2pPr>
            <a:lvl3pPr>
              <a:buNone/>
              <a:defRPr sz="1425" b="0">
                <a:solidFill>
                  <a:srgbClr val="596875"/>
                </a:solidFill>
                <a:latin typeface="Yu Gothic"/>
                <a:ea typeface="Yu Gothic"/>
                <a:cs typeface="Yu Gothic"/>
              </a:defRPr>
            </a:lvl3pPr>
            <a:lvl4pPr>
              <a:buNone/>
              <a:defRPr sz="1425" b="0">
                <a:solidFill>
                  <a:srgbClr val="596875"/>
                </a:solidFill>
                <a:latin typeface="Yu Gothic"/>
                <a:ea typeface="Yu Gothic"/>
                <a:cs typeface="Yu Gothic"/>
              </a:defRPr>
            </a:lvl4pPr>
            <a:lvl5pPr>
              <a:buNone/>
              <a:defRPr sz="1425" b="0">
                <a:solidFill>
                  <a:srgbClr val="596875"/>
                </a:solidFill>
                <a:latin typeface="Yu Gothic"/>
                <a:ea typeface="Yu Gothic"/>
                <a:cs typeface="Yu Gothic"/>
              </a:defRPr>
            </a:lvl5pPr>
            <a:lvl6pPr>
              <a:buNone/>
              <a:defRPr sz="1425" b="0">
                <a:solidFill>
                  <a:srgbClr val="596875"/>
                </a:solidFill>
                <a:latin typeface="Yu Gothic"/>
                <a:ea typeface="Yu Gothic"/>
                <a:cs typeface="Yu Gothic"/>
              </a:defRPr>
            </a:lvl6pPr>
            <a:lvl7pPr>
              <a:buNone/>
              <a:defRPr sz="1425" b="0">
                <a:solidFill>
                  <a:srgbClr val="596875"/>
                </a:solidFill>
                <a:latin typeface="Yu Gothic"/>
                <a:ea typeface="Yu Gothic"/>
                <a:cs typeface="Yu Gothic"/>
              </a:defRPr>
            </a:lvl7pPr>
            <a:lvl8pPr>
              <a:buNone/>
              <a:defRPr sz="1425" b="0">
                <a:solidFill>
                  <a:srgbClr val="596875"/>
                </a:solidFill>
                <a:latin typeface="Yu Gothic"/>
                <a:ea typeface="Yu Gothic"/>
                <a:cs typeface="Yu Gothic"/>
              </a:defRPr>
            </a:lvl8pPr>
            <a:lvl9pPr>
              <a:buNone/>
              <a:defRPr sz="1425" b="0">
                <a:solidFill>
                  <a:srgbClr val="596875"/>
                </a:solidFill>
                <a:latin typeface="Yu Gothic"/>
                <a:ea typeface="Yu Gothic"/>
                <a:cs typeface="Yu Gothic"/>
              </a:defRPr>
            </a:lvl9pPr>
          </a:lstStyle>
          <a:p>
            <a:pPr>
              <a:buNone/>
              <a:defRPr sz="1425" b="0">
                <a:solidFill>
                  <a:srgbClr val="596875"/>
                </a:solidFill>
                <a:latin typeface="Yu Gothic"/>
                <a:ea typeface="Yu Gothic"/>
                <a:cs typeface="Yu Gothic"/>
              </a:defRPr>
            </a:pPr>
            <a:r>
              <a:rPr lang="ja-JP" altLang="en-US" sz="1425" b="0">
                <a:solidFill>
                  <a:srgbClr val="596875"/>
                </a:solidFill>
                <a:latin typeface="Yu Gothic"/>
                <a:ea typeface="Yu Gothic"/>
                <a:cs typeface="Yu Gothic"/>
              </a:rPr>
              <a:t>木材及び木質材料学　新第</a:t>
            </a:r>
            <a:r>
              <a:rPr lang="en-US" altLang="ja-JP" sz="1425" b="0">
                <a:solidFill>
                  <a:srgbClr val="596875"/>
                </a:solidFill>
                <a:latin typeface="Yu Gothic"/>
                <a:ea typeface="Yu Gothic"/>
                <a:cs typeface="Yu Gothic"/>
              </a:rPr>
              <a:t>14</a:t>
            </a:r>
            <a:r>
              <a:rPr lang="ja-JP" altLang="en-US" sz="1425" b="0">
                <a:solidFill>
                  <a:srgbClr val="596875"/>
                </a:solidFill>
                <a:latin typeface="Yu Gothic"/>
                <a:ea typeface="Yu Gothic"/>
                <a:cs typeface="Yu Gothic"/>
              </a:rPr>
              <a:t>回　資源・環境</a:t>
            </a:r>
            <a:endParaRPr sz="1425" b="0">
              <a:solidFill>
                <a:srgbClr val="596875"/>
              </a:solidFill>
              <a:latin typeface="Yu Gothic"/>
              <a:ea typeface="Yu Gothic"/>
              <a:cs typeface="Yu Gothic"/>
            </a:endParaRPr>
          </a:p>
        </p:txBody>
      </p:sp>
      <p:sp>
        <p:nvSpPr>
          <p:cNvPr id="4" name="正方形/長方形 3">
            <a:extLst>
              <a:ext uri="{FF2B5EF4-FFF2-40B4-BE49-F238E27FC236}">
                <a16:creationId xmlns:a16="http://schemas.microsoft.com/office/drawing/2014/main" id="{F2FF8180-732F-45D1-8C4D-F06429DC85DC}"/>
              </a:ext>
            </a:extLst>
          </p:cNvPr>
          <p:cNvSpPr>
            <a:spLocks noGrp="1"/>
          </p:cNvSpPr>
          <p:nvPr/>
        </p:nvSpPr>
        <p:spPr>
          <a:xfrm>
            <a:off x="10763250" y="6419850"/>
            <a:ext cx="742950" cy="257175"/>
          </a:xfrm>
          <a:prstGeom prst="rect">
            <a:avLst/>
          </a:prstGeom>
          <a:noFill/>
          <a:ln w="0">
            <a:noFill/>
          </a:ln>
        </p:spPr>
        <p:txBody>
          <a:bodyPr lIns="0" tIns="0" rIns="0" bIns="0" anchor="ctr">
            <a:noAutofit/>
          </a:bodyPr>
          <a:lstStyle>
            <a:defPPr>
              <a:defRPr sz="1425" b="0">
                <a:solidFill>
                  <a:srgbClr val="596875"/>
                </a:solidFill>
                <a:latin typeface="Yu Gothic"/>
                <a:ea typeface="Yu Gothic"/>
                <a:cs typeface="Yu Gothic"/>
              </a:defRPr>
            </a:defPPr>
            <a:lvl1pPr>
              <a:buNone/>
              <a:defRPr sz="1425" b="0">
                <a:solidFill>
                  <a:srgbClr val="596875"/>
                </a:solidFill>
                <a:latin typeface="Yu Gothic"/>
                <a:ea typeface="Yu Gothic"/>
                <a:cs typeface="Yu Gothic"/>
              </a:defRPr>
            </a:lvl1pPr>
            <a:lvl2pPr>
              <a:buNone/>
              <a:defRPr sz="1425" b="0">
                <a:solidFill>
                  <a:srgbClr val="596875"/>
                </a:solidFill>
                <a:latin typeface="Yu Gothic"/>
                <a:ea typeface="Yu Gothic"/>
                <a:cs typeface="Yu Gothic"/>
              </a:defRPr>
            </a:lvl2pPr>
            <a:lvl3pPr>
              <a:buNone/>
              <a:defRPr sz="1425" b="0">
                <a:solidFill>
                  <a:srgbClr val="596875"/>
                </a:solidFill>
                <a:latin typeface="Yu Gothic"/>
                <a:ea typeface="Yu Gothic"/>
                <a:cs typeface="Yu Gothic"/>
              </a:defRPr>
            </a:lvl3pPr>
            <a:lvl4pPr>
              <a:buNone/>
              <a:defRPr sz="1425" b="0">
                <a:solidFill>
                  <a:srgbClr val="596875"/>
                </a:solidFill>
                <a:latin typeface="Yu Gothic"/>
                <a:ea typeface="Yu Gothic"/>
                <a:cs typeface="Yu Gothic"/>
              </a:defRPr>
            </a:lvl4pPr>
            <a:lvl5pPr>
              <a:buNone/>
              <a:defRPr sz="1425" b="0">
                <a:solidFill>
                  <a:srgbClr val="596875"/>
                </a:solidFill>
                <a:latin typeface="Yu Gothic"/>
                <a:ea typeface="Yu Gothic"/>
                <a:cs typeface="Yu Gothic"/>
              </a:defRPr>
            </a:lvl5pPr>
            <a:lvl6pPr>
              <a:buNone/>
              <a:defRPr sz="1425" b="0">
                <a:solidFill>
                  <a:srgbClr val="596875"/>
                </a:solidFill>
                <a:latin typeface="Yu Gothic"/>
                <a:ea typeface="Yu Gothic"/>
                <a:cs typeface="Yu Gothic"/>
              </a:defRPr>
            </a:lvl6pPr>
            <a:lvl7pPr>
              <a:buNone/>
              <a:defRPr sz="1425" b="0">
                <a:solidFill>
                  <a:srgbClr val="596875"/>
                </a:solidFill>
                <a:latin typeface="Yu Gothic"/>
                <a:ea typeface="Yu Gothic"/>
                <a:cs typeface="Yu Gothic"/>
              </a:defRPr>
            </a:lvl7pPr>
            <a:lvl8pPr>
              <a:buNone/>
              <a:defRPr sz="1425" b="0">
                <a:solidFill>
                  <a:srgbClr val="596875"/>
                </a:solidFill>
                <a:latin typeface="Yu Gothic"/>
                <a:ea typeface="Yu Gothic"/>
                <a:cs typeface="Yu Gothic"/>
              </a:defRPr>
            </a:lvl8pPr>
            <a:lvl9pPr>
              <a:buNone/>
              <a:defRPr sz="1425" b="0">
                <a:solidFill>
                  <a:srgbClr val="596875"/>
                </a:solidFill>
                <a:latin typeface="Yu Gothic"/>
                <a:ea typeface="Yu Gothic"/>
                <a:cs typeface="Yu Gothic"/>
              </a:defRPr>
            </a:lvl9pPr>
          </a:lstStyle>
          <a:p>
            <a:pPr>
              <a:buNone/>
              <a:defRPr sz="1425" b="0">
                <a:solidFill>
                  <a:srgbClr val="596875"/>
                </a:solidFill>
                <a:latin typeface="Yu Gothic"/>
                <a:ea typeface="Yu Gothic"/>
                <a:cs typeface="Yu Gothic"/>
              </a:defRPr>
            </a:pPr>
            <a:r>
              <a:rPr lang="en-US" altLang="ja-JP" sz="1425" b="0">
                <a:solidFill>
                  <a:srgbClr val="596875"/>
                </a:solidFill>
                <a:latin typeface="Yu Gothic"/>
                <a:ea typeface="Yu Gothic"/>
                <a:cs typeface="Yu Gothic"/>
              </a:rPr>
              <a:t>37</a:t>
            </a:r>
            <a:endParaRPr sz="1425" b="0">
              <a:solidFill>
                <a:srgbClr val="596875"/>
              </a:solidFill>
              <a:latin typeface="Yu Gothic"/>
              <a:ea typeface="Yu Gothic"/>
              <a:cs typeface="Yu Gothic"/>
            </a:endParaRPr>
          </a:p>
        </p:txBody>
      </p:sp>
      <p:graphicFrame>
        <p:nvGraphicFramePr>
          <p:cNvPr id="5" name="表 4">
            <a:extLst>
              <a:ext uri="{FF2B5EF4-FFF2-40B4-BE49-F238E27FC236}">
                <a16:creationId xmlns:a16="http://schemas.microsoft.com/office/drawing/2014/main" id="{5F81F830-4C82-4969-BD50-71A557059C40}"/>
              </a:ext>
            </a:extLst>
          </p:cNvPr>
          <p:cNvGraphicFramePr/>
          <p:nvPr/>
        </p:nvGraphicFramePr>
        <p:xfrm>
          <a:off x="838200" y="1666875"/>
          <a:ext cx="10477500" cy="3381375"/>
        </p:xfrm>
        <a:graphic>
          <a:graphicData uri="http://schemas.openxmlformats.org/drawingml/2006/table">
            <a:tbl>
              <a:tblPr/>
              <a:tblGrid>
                <a:gridCol w="3143250">
                  <a:extLst>
                    <a:ext uri="{9D8B030D-6E8A-4147-A177-3AD203B41FA5}">
                      <a16:colId xmlns:a16="http://schemas.microsoft.com/office/drawing/2014/main" val="20000"/>
                    </a:ext>
                  </a:extLst>
                </a:gridCol>
                <a:gridCol w="7334250">
                  <a:extLst>
                    <a:ext uri="{9D8B030D-6E8A-4147-A177-3AD203B41FA5}">
                      <a16:colId xmlns:a16="http://schemas.microsoft.com/office/drawing/2014/main" val="20001"/>
                    </a:ext>
                  </a:extLst>
                </a:gridCol>
              </a:tblGrid>
              <a:tr h="845344">
                <a:tc>
                  <a:txBody>
                    <a:bodyPr/>
                    <a:lstStyle/>
                    <a:p>
                      <a:r>
                        <a:rPr sz="1950" b="1">
                          <a:solidFill>
                            <a:srgbClr val="FFFFFF"/>
                          </a:solidFill>
                          <a:latin typeface="Yu Gothic"/>
                          <a:ea typeface="Yu Gothic"/>
                          <a:cs typeface="Yu Gothic"/>
                        </a:rPr>
                        <a:t>条件</a:t>
                      </a:r>
                    </a:p>
                  </a:txBody>
                  <a:tcPr>
                    <a:solidFill>
                      <a:srgbClr val="18364F"/>
                    </a:solidFill>
                  </a:tcPr>
                </a:tc>
                <a:tc>
                  <a:txBody>
                    <a:bodyPr/>
                    <a:lstStyle/>
                    <a:p>
                      <a:r>
                        <a:rPr sz="1950" b="1">
                          <a:solidFill>
                            <a:srgbClr val="FFFFFF"/>
                          </a:solidFill>
                          <a:latin typeface="Yu Gothic"/>
                          <a:ea typeface="Yu Gothic"/>
                          <a:cs typeface="Yu Gothic"/>
                        </a:rPr>
                        <a:t>期末の立木蓄積</a:t>
                      </a:r>
                    </a:p>
                  </a:txBody>
                  <a:tcPr>
                    <a:solidFill>
                      <a:srgbClr val="18364F"/>
                    </a:solidFill>
                  </a:tcPr>
                </a:tc>
                <a:extLst>
                  <a:ext uri="{0D108BD9-81ED-4DB2-BD59-A6C34878D82A}">
                    <a16:rowId xmlns:a16="http://schemas.microsoft.com/office/drawing/2014/main" val="10000"/>
                  </a:ext>
                </a:extLst>
              </a:tr>
              <a:tr h="845344">
                <a:tc>
                  <a:txBody>
                    <a:bodyPr/>
                    <a:lstStyle/>
                    <a:p>
                      <a:r>
                        <a:rPr sz="1950" b="0">
                          <a:solidFill>
                            <a:srgbClr val="253C4D"/>
                          </a:solidFill>
                          <a:latin typeface="Yu Gothic"/>
                          <a:ea typeface="Yu Gothic"/>
                          <a:cs typeface="Yu Gothic"/>
                        </a:rPr>
                        <a:t>収穫40 m³</a:t>
                      </a:r>
                    </a:p>
                  </a:txBody>
                  <a:tcPr>
                    <a:solidFill>
                      <a:srgbClr val="F1F5F7"/>
                    </a:solidFill>
                  </a:tcPr>
                </a:tc>
                <a:tc>
                  <a:txBody>
                    <a:bodyPr/>
                    <a:lstStyle/>
                    <a:p>
                      <a:r>
                        <a:rPr sz="1950" b="0">
                          <a:solidFill>
                            <a:srgbClr val="253C4D"/>
                          </a:solidFill>
                          <a:latin typeface="Yu Gothic"/>
                          <a:ea typeface="Yu Gothic"/>
                          <a:cs typeface="Yu Gothic"/>
                        </a:rPr>
                        <a:t>1000＋50−40−10＝1000 m³</a:t>
                      </a:r>
                    </a:p>
                  </a:txBody>
                  <a:tcPr>
                    <a:solidFill>
                      <a:srgbClr val="F1F5F7"/>
                    </a:solidFill>
                  </a:tcPr>
                </a:tc>
                <a:extLst>
                  <a:ext uri="{0D108BD9-81ED-4DB2-BD59-A6C34878D82A}">
                    <a16:rowId xmlns:a16="http://schemas.microsoft.com/office/drawing/2014/main" val="10001"/>
                  </a:ext>
                </a:extLst>
              </a:tr>
              <a:tr h="845344">
                <a:tc>
                  <a:txBody>
                    <a:bodyPr/>
                    <a:lstStyle/>
                    <a:p>
                      <a:r>
                        <a:rPr sz="1950" b="0">
                          <a:solidFill>
                            <a:srgbClr val="253C4D"/>
                          </a:solidFill>
                          <a:latin typeface="Yu Gothic"/>
                          <a:ea typeface="Yu Gothic"/>
                          <a:cs typeface="Yu Gothic"/>
                        </a:rPr>
                        <a:t>収穫60 m³</a:t>
                      </a:r>
                    </a:p>
                  </a:txBody>
                  <a:tcPr>
                    <a:solidFill>
                      <a:srgbClr val="FFFFFF"/>
                    </a:solidFill>
                  </a:tcPr>
                </a:tc>
                <a:tc>
                  <a:txBody>
                    <a:bodyPr/>
                    <a:lstStyle/>
                    <a:p>
                      <a:r>
                        <a:rPr sz="1950" b="0">
                          <a:solidFill>
                            <a:srgbClr val="253C4D"/>
                          </a:solidFill>
                          <a:latin typeface="Yu Gothic"/>
                          <a:ea typeface="Yu Gothic"/>
                          <a:cs typeface="Yu Gothic"/>
                        </a:rPr>
                        <a:t>1000＋50−60−10＝980 m³</a:t>
                      </a:r>
                    </a:p>
                  </a:txBody>
                  <a:tcPr>
                    <a:solidFill>
                      <a:srgbClr val="FFFFFF"/>
                    </a:solidFill>
                  </a:tcPr>
                </a:tc>
                <a:extLst>
                  <a:ext uri="{0D108BD9-81ED-4DB2-BD59-A6C34878D82A}">
                    <a16:rowId xmlns:a16="http://schemas.microsoft.com/office/drawing/2014/main" val="10002"/>
                  </a:ext>
                </a:extLst>
              </a:tr>
              <a:tr h="845344">
                <a:tc>
                  <a:txBody>
                    <a:bodyPr/>
                    <a:lstStyle/>
                    <a:p>
                      <a:r>
                        <a:rPr sz="1950" b="0">
                          <a:solidFill>
                            <a:srgbClr val="253C4D"/>
                          </a:solidFill>
                          <a:latin typeface="Yu Gothic"/>
                          <a:ea typeface="Yu Gothic"/>
                          <a:cs typeface="Yu Gothic"/>
                        </a:rPr>
                        <a:t>この式の外</a:t>
                      </a:r>
                    </a:p>
                  </a:txBody>
                  <a:tcPr>
                    <a:solidFill>
                      <a:srgbClr val="F1F5F7"/>
                    </a:solidFill>
                  </a:tcPr>
                </a:tc>
                <a:tc>
                  <a:txBody>
                    <a:bodyPr/>
                    <a:lstStyle/>
                    <a:p>
                      <a:r>
                        <a:rPr sz="1950" b="0">
                          <a:solidFill>
                            <a:srgbClr val="253C4D"/>
                          </a:solidFill>
                          <a:latin typeface="Yu Gothic"/>
                          <a:ea typeface="Yu Gothic"/>
                          <a:cs typeface="Yu Gothic"/>
                        </a:rPr>
                        <a:t>生態系・齢構成・更新の成否・費用</a:t>
                      </a:r>
                    </a:p>
                  </a:txBody>
                  <a:tcPr>
                    <a:solidFill>
                      <a:srgbClr val="F1F5F7"/>
                    </a:solidFill>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262502701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正方形/長方形 23">
            <a:extLst>
              <a:ext uri="{FF2B5EF4-FFF2-40B4-BE49-F238E27FC236}">
                <a16:creationId xmlns:a16="http://schemas.microsoft.com/office/drawing/2014/main" id="{5BC0DECC-B26B-414C-B9AE-49FE6D620500}"/>
              </a:ext>
            </a:extLst>
          </p:cNvPr>
          <p:cNvSpPr>
            <a:spLocks noGrp="1"/>
          </p:cNvSpPr>
          <p:nvPr/>
        </p:nvSpPr>
        <p:spPr>
          <a:xfrm>
            <a:off x="685800" y="342900"/>
            <a:ext cx="10820400" cy="666750"/>
          </a:xfrm>
          <a:prstGeom prst="rect">
            <a:avLst/>
          </a:prstGeom>
          <a:noFill/>
          <a:ln w="0">
            <a:noFill/>
          </a:ln>
        </p:spPr>
        <p:txBody>
          <a:bodyPr lIns="0" tIns="0" rIns="0" bIns="0" anchor="ctr">
            <a:noAutofit/>
          </a:bodyPr>
          <a:lstStyle>
            <a:defPPr>
              <a:defRPr sz="3000" b="1">
                <a:solidFill>
                  <a:srgbClr val="18364F"/>
                </a:solidFill>
                <a:latin typeface="Yu Gothic"/>
                <a:ea typeface="Yu Gothic"/>
                <a:cs typeface="Yu Gothic"/>
              </a:defRPr>
            </a:defPPr>
            <a:lvl1pPr>
              <a:buNone/>
              <a:defRPr sz="3000" b="1">
                <a:solidFill>
                  <a:srgbClr val="18364F"/>
                </a:solidFill>
                <a:latin typeface="Yu Gothic"/>
                <a:ea typeface="Yu Gothic"/>
                <a:cs typeface="Yu Gothic"/>
              </a:defRPr>
            </a:lvl1pPr>
            <a:lvl2pPr>
              <a:buNone/>
              <a:defRPr sz="3000" b="1">
                <a:solidFill>
                  <a:srgbClr val="18364F"/>
                </a:solidFill>
                <a:latin typeface="Yu Gothic"/>
                <a:ea typeface="Yu Gothic"/>
                <a:cs typeface="Yu Gothic"/>
              </a:defRPr>
            </a:lvl2pPr>
            <a:lvl3pPr>
              <a:buNone/>
              <a:defRPr sz="3000" b="1">
                <a:solidFill>
                  <a:srgbClr val="18364F"/>
                </a:solidFill>
                <a:latin typeface="Yu Gothic"/>
                <a:ea typeface="Yu Gothic"/>
                <a:cs typeface="Yu Gothic"/>
              </a:defRPr>
            </a:lvl3pPr>
            <a:lvl4pPr>
              <a:buNone/>
              <a:defRPr sz="3000" b="1">
                <a:solidFill>
                  <a:srgbClr val="18364F"/>
                </a:solidFill>
                <a:latin typeface="Yu Gothic"/>
                <a:ea typeface="Yu Gothic"/>
                <a:cs typeface="Yu Gothic"/>
              </a:defRPr>
            </a:lvl4pPr>
            <a:lvl5pPr>
              <a:buNone/>
              <a:defRPr sz="3000" b="1">
                <a:solidFill>
                  <a:srgbClr val="18364F"/>
                </a:solidFill>
                <a:latin typeface="Yu Gothic"/>
                <a:ea typeface="Yu Gothic"/>
                <a:cs typeface="Yu Gothic"/>
              </a:defRPr>
            </a:lvl5pPr>
            <a:lvl6pPr>
              <a:buNone/>
              <a:defRPr sz="3000" b="1">
                <a:solidFill>
                  <a:srgbClr val="18364F"/>
                </a:solidFill>
                <a:latin typeface="Yu Gothic"/>
                <a:ea typeface="Yu Gothic"/>
                <a:cs typeface="Yu Gothic"/>
              </a:defRPr>
            </a:lvl6pPr>
            <a:lvl7pPr>
              <a:buNone/>
              <a:defRPr sz="3000" b="1">
                <a:solidFill>
                  <a:srgbClr val="18364F"/>
                </a:solidFill>
                <a:latin typeface="Yu Gothic"/>
                <a:ea typeface="Yu Gothic"/>
                <a:cs typeface="Yu Gothic"/>
              </a:defRPr>
            </a:lvl7pPr>
            <a:lvl8pPr>
              <a:buNone/>
              <a:defRPr sz="3000" b="1">
                <a:solidFill>
                  <a:srgbClr val="18364F"/>
                </a:solidFill>
                <a:latin typeface="Yu Gothic"/>
                <a:ea typeface="Yu Gothic"/>
                <a:cs typeface="Yu Gothic"/>
              </a:defRPr>
            </a:lvl8pPr>
            <a:lvl9pPr>
              <a:buNone/>
              <a:defRPr sz="3000" b="1">
                <a:solidFill>
                  <a:srgbClr val="18364F"/>
                </a:solidFill>
                <a:latin typeface="Yu Gothic"/>
                <a:ea typeface="Yu Gothic"/>
                <a:cs typeface="Yu Gothic"/>
              </a:defRPr>
            </a:lvl9pPr>
          </a:lstStyle>
          <a:p>
            <a:pPr>
              <a:buNone/>
              <a:defRPr sz="3000" b="1">
                <a:solidFill>
                  <a:srgbClr val="18364F"/>
                </a:solidFill>
                <a:latin typeface="Yu Gothic"/>
                <a:ea typeface="Yu Gothic"/>
                <a:cs typeface="Yu Gothic"/>
              </a:defRPr>
            </a:pPr>
            <a:r>
              <a:rPr sz="3000" b="1">
                <a:solidFill>
                  <a:srgbClr val="18364F"/>
                </a:solidFill>
                <a:latin typeface="Yu Gothic"/>
                <a:ea typeface="Yu Gothic"/>
                <a:cs typeface="Yu Gothic"/>
              </a:rPr>
              <a:t>炭素は、森林と木製品の中にある</a:t>
            </a:r>
          </a:p>
        </p:txBody>
      </p:sp>
      <p:sp>
        <p:nvSpPr>
          <p:cNvPr id="2" name="正方形/長方形 1">
            <a:extLst>
              <a:ext uri="{FF2B5EF4-FFF2-40B4-BE49-F238E27FC236}">
                <a16:creationId xmlns:a16="http://schemas.microsoft.com/office/drawing/2014/main" id="{6E1A2114-DB3C-48F6-AD9D-4AA05701BE09}"/>
              </a:ext>
            </a:extLst>
          </p:cNvPr>
          <p:cNvSpPr>
            <a:spLocks noGrp="1"/>
          </p:cNvSpPr>
          <p:nvPr/>
        </p:nvSpPr>
        <p:spPr>
          <a:xfrm>
            <a:off x="685800" y="1181100"/>
            <a:ext cx="10820400" cy="19050"/>
          </a:xfrm>
          <a:prstGeom prst="rect">
            <a:avLst/>
          </a:prstGeom>
          <a:solidFill>
            <a:srgbClr val="18364F"/>
          </a:solidFill>
          <a:ln w="0">
            <a:noFill/>
          </a:ln>
        </p:spPr>
      </p:sp>
      <p:sp>
        <p:nvSpPr>
          <p:cNvPr id="3" name="正方形/長方形 2">
            <a:extLst>
              <a:ext uri="{FF2B5EF4-FFF2-40B4-BE49-F238E27FC236}">
                <a16:creationId xmlns:a16="http://schemas.microsoft.com/office/drawing/2014/main" id="{8FD08E28-73CA-418D-80F1-A7B562B8C5CE}"/>
              </a:ext>
            </a:extLst>
          </p:cNvPr>
          <p:cNvSpPr>
            <a:spLocks noGrp="1"/>
          </p:cNvSpPr>
          <p:nvPr/>
        </p:nvSpPr>
        <p:spPr>
          <a:xfrm>
            <a:off x="685800" y="6419850"/>
            <a:ext cx="9334500" cy="257175"/>
          </a:xfrm>
          <a:prstGeom prst="rect">
            <a:avLst/>
          </a:prstGeom>
          <a:noFill/>
          <a:ln w="0">
            <a:noFill/>
          </a:ln>
        </p:spPr>
        <p:txBody>
          <a:bodyPr lIns="0" tIns="0" rIns="0" bIns="0" anchor="ctr">
            <a:noAutofit/>
          </a:bodyPr>
          <a:lstStyle>
            <a:defPPr>
              <a:defRPr sz="1425" b="0">
                <a:solidFill>
                  <a:srgbClr val="596875"/>
                </a:solidFill>
                <a:latin typeface="Yu Gothic"/>
                <a:ea typeface="Yu Gothic"/>
                <a:cs typeface="Yu Gothic"/>
              </a:defRPr>
            </a:defPPr>
            <a:lvl1pPr>
              <a:buNone/>
              <a:defRPr sz="1425" b="0">
                <a:solidFill>
                  <a:srgbClr val="596875"/>
                </a:solidFill>
                <a:latin typeface="Yu Gothic"/>
                <a:ea typeface="Yu Gothic"/>
                <a:cs typeface="Yu Gothic"/>
              </a:defRPr>
            </a:lvl1pPr>
            <a:lvl2pPr>
              <a:buNone/>
              <a:defRPr sz="1425" b="0">
                <a:solidFill>
                  <a:srgbClr val="596875"/>
                </a:solidFill>
                <a:latin typeface="Yu Gothic"/>
                <a:ea typeface="Yu Gothic"/>
                <a:cs typeface="Yu Gothic"/>
              </a:defRPr>
            </a:lvl2pPr>
            <a:lvl3pPr>
              <a:buNone/>
              <a:defRPr sz="1425" b="0">
                <a:solidFill>
                  <a:srgbClr val="596875"/>
                </a:solidFill>
                <a:latin typeface="Yu Gothic"/>
                <a:ea typeface="Yu Gothic"/>
                <a:cs typeface="Yu Gothic"/>
              </a:defRPr>
            </a:lvl3pPr>
            <a:lvl4pPr>
              <a:buNone/>
              <a:defRPr sz="1425" b="0">
                <a:solidFill>
                  <a:srgbClr val="596875"/>
                </a:solidFill>
                <a:latin typeface="Yu Gothic"/>
                <a:ea typeface="Yu Gothic"/>
                <a:cs typeface="Yu Gothic"/>
              </a:defRPr>
            </a:lvl4pPr>
            <a:lvl5pPr>
              <a:buNone/>
              <a:defRPr sz="1425" b="0">
                <a:solidFill>
                  <a:srgbClr val="596875"/>
                </a:solidFill>
                <a:latin typeface="Yu Gothic"/>
                <a:ea typeface="Yu Gothic"/>
                <a:cs typeface="Yu Gothic"/>
              </a:defRPr>
            </a:lvl5pPr>
            <a:lvl6pPr>
              <a:buNone/>
              <a:defRPr sz="1425" b="0">
                <a:solidFill>
                  <a:srgbClr val="596875"/>
                </a:solidFill>
                <a:latin typeface="Yu Gothic"/>
                <a:ea typeface="Yu Gothic"/>
                <a:cs typeface="Yu Gothic"/>
              </a:defRPr>
            </a:lvl6pPr>
            <a:lvl7pPr>
              <a:buNone/>
              <a:defRPr sz="1425" b="0">
                <a:solidFill>
                  <a:srgbClr val="596875"/>
                </a:solidFill>
                <a:latin typeface="Yu Gothic"/>
                <a:ea typeface="Yu Gothic"/>
                <a:cs typeface="Yu Gothic"/>
              </a:defRPr>
            </a:lvl7pPr>
            <a:lvl8pPr>
              <a:buNone/>
              <a:defRPr sz="1425" b="0">
                <a:solidFill>
                  <a:srgbClr val="596875"/>
                </a:solidFill>
                <a:latin typeface="Yu Gothic"/>
                <a:ea typeface="Yu Gothic"/>
                <a:cs typeface="Yu Gothic"/>
              </a:defRPr>
            </a:lvl8pPr>
            <a:lvl9pPr>
              <a:buNone/>
              <a:defRPr sz="1425" b="0">
                <a:solidFill>
                  <a:srgbClr val="596875"/>
                </a:solidFill>
                <a:latin typeface="Yu Gothic"/>
                <a:ea typeface="Yu Gothic"/>
                <a:cs typeface="Yu Gothic"/>
              </a:defRPr>
            </a:lvl9pPr>
          </a:lstStyle>
          <a:p>
            <a:pPr>
              <a:buNone/>
              <a:defRPr sz="1425" b="0">
                <a:solidFill>
                  <a:srgbClr val="596875"/>
                </a:solidFill>
                <a:latin typeface="Yu Gothic"/>
                <a:ea typeface="Yu Gothic"/>
                <a:cs typeface="Yu Gothic"/>
              </a:defRPr>
            </a:pPr>
            <a:r>
              <a:rPr lang="ja-JP" altLang="en-US" sz="1425" b="0">
                <a:solidFill>
                  <a:srgbClr val="596875"/>
                </a:solidFill>
                <a:latin typeface="Yu Gothic"/>
                <a:ea typeface="Yu Gothic"/>
                <a:cs typeface="Yu Gothic"/>
              </a:rPr>
              <a:t>木材及び木質材料学　新第</a:t>
            </a:r>
            <a:r>
              <a:rPr lang="en-US" altLang="ja-JP" sz="1425" b="0">
                <a:solidFill>
                  <a:srgbClr val="596875"/>
                </a:solidFill>
                <a:latin typeface="Yu Gothic"/>
                <a:ea typeface="Yu Gothic"/>
                <a:cs typeface="Yu Gothic"/>
              </a:rPr>
              <a:t>14</a:t>
            </a:r>
            <a:r>
              <a:rPr lang="ja-JP" altLang="en-US" sz="1425" b="0">
                <a:solidFill>
                  <a:srgbClr val="596875"/>
                </a:solidFill>
                <a:latin typeface="Yu Gothic"/>
                <a:ea typeface="Yu Gothic"/>
                <a:cs typeface="Yu Gothic"/>
              </a:rPr>
              <a:t>回　資源・環境</a:t>
            </a:r>
            <a:endParaRPr sz="1425" b="0">
              <a:solidFill>
                <a:srgbClr val="596875"/>
              </a:solidFill>
              <a:latin typeface="Yu Gothic"/>
              <a:ea typeface="Yu Gothic"/>
              <a:cs typeface="Yu Gothic"/>
            </a:endParaRPr>
          </a:p>
        </p:txBody>
      </p:sp>
      <p:sp>
        <p:nvSpPr>
          <p:cNvPr id="4" name="正方形/長方形 3">
            <a:extLst>
              <a:ext uri="{FF2B5EF4-FFF2-40B4-BE49-F238E27FC236}">
                <a16:creationId xmlns:a16="http://schemas.microsoft.com/office/drawing/2014/main" id="{01D3024B-D553-4C4F-A0FF-451F889A096F}"/>
              </a:ext>
            </a:extLst>
          </p:cNvPr>
          <p:cNvSpPr>
            <a:spLocks noGrp="1"/>
          </p:cNvSpPr>
          <p:nvPr/>
        </p:nvSpPr>
        <p:spPr>
          <a:xfrm>
            <a:off x="10763250" y="6419850"/>
            <a:ext cx="742950" cy="257175"/>
          </a:xfrm>
          <a:prstGeom prst="rect">
            <a:avLst/>
          </a:prstGeom>
          <a:noFill/>
          <a:ln w="0">
            <a:noFill/>
          </a:ln>
        </p:spPr>
        <p:txBody>
          <a:bodyPr lIns="0" tIns="0" rIns="0" bIns="0" anchor="ctr">
            <a:noAutofit/>
          </a:bodyPr>
          <a:lstStyle>
            <a:defPPr>
              <a:defRPr sz="1425" b="0">
                <a:solidFill>
                  <a:srgbClr val="596875"/>
                </a:solidFill>
                <a:latin typeface="Yu Gothic"/>
                <a:ea typeface="Yu Gothic"/>
                <a:cs typeface="Yu Gothic"/>
              </a:defRPr>
            </a:defPPr>
            <a:lvl1pPr>
              <a:buNone/>
              <a:defRPr sz="1425" b="0">
                <a:solidFill>
                  <a:srgbClr val="596875"/>
                </a:solidFill>
                <a:latin typeface="Yu Gothic"/>
                <a:ea typeface="Yu Gothic"/>
                <a:cs typeface="Yu Gothic"/>
              </a:defRPr>
            </a:lvl1pPr>
            <a:lvl2pPr>
              <a:buNone/>
              <a:defRPr sz="1425" b="0">
                <a:solidFill>
                  <a:srgbClr val="596875"/>
                </a:solidFill>
                <a:latin typeface="Yu Gothic"/>
                <a:ea typeface="Yu Gothic"/>
                <a:cs typeface="Yu Gothic"/>
              </a:defRPr>
            </a:lvl2pPr>
            <a:lvl3pPr>
              <a:buNone/>
              <a:defRPr sz="1425" b="0">
                <a:solidFill>
                  <a:srgbClr val="596875"/>
                </a:solidFill>
                <a:latin typeface="Yu Gothic"/>
                <a:ea typeface="Yu Gothic"/>
                <a:cs typeface="Yu Gothic"/>
              </a:defRPr>
            </a:lvl3pPr>
            <a:lvl4pPr>
              <a:buNone/>
              <a:defRPr sz="1425" b="0">
                <a:solidFill>
                  <a:srgbClr val="596875"/>
                </a:solidFill>
                <a:latin typeface="Yu Gothic"/>
                <a:ea typeface="Yu Gothic"/>
                <a:cs typeface="Yu Gothic"/>
              </a:defRPr>
            </a:lvl4pPr>
            <a:lvl5pPr>
              <a:buNone/>
              <a:defRPr sz="1425" b="0">
                <a:solidFill>
                  <a:srgbClr val="596875"/>
                </a:solidFill>
                <a:latin typeface="Yu Gothic"/>
                <a:ea typeface="Yu Gothic"/>
                <a:cs typeface="Yu Gothic"/>
              </a:defRPr>
            </a:lvl5pPr>
            <a:lvl6pPr>
              <a:buNone/>
              <a:defRPr sz="1425" b="0">
                <a:solidFill>
                  <a:srgbClr val="596875"/>
                </a:solidFill>
                <a:latin typeface="Yu Gothic"/>
                <a:ea typeface="Yu Gothic"/>
                <a:cs typeface="Yu Gothic"/>
              </a:defRPr>
            </a:lvl6pPr>
            <a:lvl7pPr>
              <a:buNone/>
              <a:defRPr sz="1425" b="0">
                <a:solidFill>
                  <a:srgbClr val="596875"/>
                </a:solidFill>
                <a:latin typeface="Yu Gothic"/>
                <a:ea typeface="Yu Gothic"/>
                <a:cs typeface="Yu Gothic"/>
              </a:defRPr>
            </a:lvl7pPr>
            <a:lvl8pPr>
              <a:buNone/>
              <a:defRPr sz="1425" b="0">
                <a:solidFill>
                  <a:srgbClr val="596875"/>
                </a:solidFill>
                <a:latin typeface="Yu Gothic"/>
                <a:ea typeface="Yu Gothic"/>
                <a:cs typeface="Yu Gothic"/>
              </a:defRPr>
            </a:lvl8pPr>
            <a:lvl9pPr>
              <a:buNone/>
              <a:defRPr sz="1425" b="0">
                <a:solidFill>
                  <a:srgbClr val="596875"/>
                </a:solidFill>
                <a:latin typeface="Yu Gothic"/>
                <a:ea typeface="Yu Gothic"/>
                <a:cs typeface="Yu Gothic"/>
              </a:defRPr>
            </a:lvl9pPr>
          </a:lstStyle>
          <a:p>
            <a:pPr>
              <a:buNone/>
              <a:defRPr sz="1425" b="0">
                <a:solidFill>
                  <a:srgbClr val="596875"/>
                </a:solidFill>
                <a:latin typeface="Yu Gothic"/>
                <a:ea typeface="Yu Gothic"/>
                <a:cs typeface="Yu Gothic"/>
              </a:defRPr>
            </a:pPr>
            <a:r>
              <a:rPr lang="en-US" altLang="ja-JP" sz="1425" b="0">
                <a:solidFill>
                  <a:srgbClr val="596875"/>
                </a:solidFill>
                <a:latin typeface="Yu Gothic"/>
                <a:ea typeface="Yu Gothic"/>
                <a:cs typeface="Yu Gothic"/>
              </a:rPr>
              <a:t>38</a:t>
            </a:r>
            <a:endParaRPr sz="1425" b="0">
              <a:solidFill>
                <a:srgbClr val="596875"/>
              </a:solidFill>
              <a:latin typeface="Yu Gothic"/>
              <a:ea typeface="Yu Gothic"/>
              <a:cs typeface="Yu Gothic"/>
            </a:endParaRPr>
          </a:p>
        </p:txBody>
      </p:sp>
      <p:sp>
        <p:nvSpPr>
          <p:cNvPr id="5" name="正方形/長方形 4">
            <a:extLst>
              <a:ext uri="{FF2B5EF4-FFF2-40B4-BE49-F238E27FC236}">
                <a16:creationId xmlns:a16="http://schemas.microsoft.com/office/drawing/2014/main" id="{839C4044-60B4-4AF8-9BA1-6588B5E223C1}"/>
              </a:ext>
            </a:extLst>
          </p:cNvPr>
          <p:cNvSpPr>
            <a:spLocks noGrp="1"/>
          </p:cNvSpPr>
          <p:nvPr/>
        </p:nvSpPr>
        <p:spPr>
          <a:xfrm>
            <a:off x="4381500" y="1666875"/>
            <a:ext cx="3429000" cy="809625"/>
          </a:xfrm>
          <a:prstGeom prst="rect">
            <a:avLst/>
          </a:prstGeom>
          <a:solidFill>
            <a:srgbClr val="EAF1F5"/>
          </a:solidFill>
          <a:ln w="9525">
            <a:solidFill>
              <a:srgbClr val="596875"/>
            </a:solidFill>
          </a:ln>
        </p:spPr>
      </p:sp>
      <p:sp>
        <p:nvSpPr>
          <p:cNvPr id="6" name="正方形/長方形 5">
            <a:extLst>
              <a:ext uri="{FF2B5EF4-FFF2-40B4-BE49-F238E27FC236}">
                <a16:creationId xmlns:a16="http://schemas.microsoft.com/office/drawing/2014/main" id="{63C447BF-71FB-412E-8F77-B0D6152078B8}"/>
              </a:ext>
            </a:extLst>
          </p:cNvPr>
          <p:cNvSpPr>
            <a:spLocks noGrp="1"/>
          </p:cNvSpPr>
          <p:nvPr/>
        </p:nvSpPr>
        <p:spPr>
          <a:xfrm>
            <a:off x="4524375" y="1743075"/>
            <a:ext cx="3143250" cy="657225"/>
          </a:xfrm>
          <a:prstGeom prst="rect">
            <a:avLst/>
          </a:prstGeom>
          <a:noFill/>
          <a:ln w="0">
            <a:noFill/>
          </a:ln>
        </p:spPr>
        <p:txBody>
          <a:bodyPr lIns="0" tIns="0" rIns="0" bIns="0" anchor="ctr">
            <a:noAutofit/>
          </a:bodyPr>
          <a:lstStyle>
            <a:defPPr>
              <a:defRPr sz="2175" b="1">
                <a:solidFill>
                  <a:srgbClr val="253C4D"/>
                </a:solidFill>
                <a:latin typeface="Yu Gothic"/>
                <a:ea typeface="Yu Gothic"/>
                <a:cs typeface="Yu Gothic"/>
              </a:defRPr>
            </a:defPPr>
            <a:lvl1pPr>
              <a:buNone/>
              <a:defRPr sz="2175" b="1">
                <a:solidFill>
                  <a:srgbClr val="253C4D"/>
                </a:solidFill>
                <a:latin typeface="Yu Gothic"/>
                <a:ea typeface="Yu Gothic"/>
                <a:cs typeface="Yu Gothic"/>
              </a:defRPr>
            </a:lvl1pPr>
            <a:lvl2pPr>
              <a:buNone/>
              <a:defRPr sz="2175" b="1">
                <a:solidFill>
                  <a:srgbClr val="253C4D"/>
                </a:solidFill>
                <a:latin typeface="Yu Gothic"/>
                <a:ea typeface="Yu Gothic"/>
                <a:cs typeface="Yu Gothic"/>
              </a:defRPr>
            </a:lvl2pPr>
            <a:lvl3pPr>
              <a:buNone/>
              <a:defRPr sz="2175" b="1">
                <a:solidFill>
                  <a:srgbClr val="253C4D"/>
                </a:solidFill>
                <a:latin typeface="Yu Gothic"/>
                <a:ea typeface="Yu Gothic"/>
                <a:cs typeface="Yu Gothic"/>
              </a:defRPr>
            </a:lvl3pPr>
            <a:lvl4pPr>
              <a:buNone/>
              <a:defRPr sz="2175" b="1">
                <a:solidFill>
                  <a:srgbClr val="253C4D"/>
                </a:solidFill>
                <a:latin typeface="Yu Gothic"/>
                <a:ea typeface="Yu Gothic"/>
                <a:cs typeface="Yu Gothic"/>
              </a:defRPr>
            </a:lvl4pPr>
            <a:lvl5pPr>
              <a:buNone/>
              <a:defRPr sz="2175" b="1">
                <a:solidFill>
                  <a:srgbClr val="253C4D"/>
                </a:solidFill>
                <a:latin typeface="Yu Gothic"/>
                <a:ea typeface="Yu Gothic"/>
                <a:cs typeface="Yu Gothic"/>
              </a:defRPr>
            </a:lvl5pPr>
            <a:lvl6pPr>
              <a:buNone/>
              <a:defRPr sz="2175" b="1">
                <a:solidFill>
                  <a:srgbClr val="253C4D"/>
                </a:solidFill>
                <a:latin typeface="Yu Gothic"/>
                <a:ea typeface="Yu Gothic"/>
                <a:cs typeface="Yu Gothic"/>
              </a:defRPr>
            </a:lvl6pPr>
            <a:lvl7pPr>
              <a:buNone/>
              <a:defRPr sz="2175" b="1">
                <a:solidFill>
                  <a:srgbClr val="253C4D"/>
                </a:solidFill>
                <a:latin typeface="Yu Gothic"/>
                <a:ea typeface="Yu Gothic"/>
                <a:cs typeface="Yu Gothic"/>
              </a:defRPr>
            </a:lvl7pPr>
            <a:lvl8pPr>
              <a:buNone/>
              <a:defRPr sz="2175" b="1">
                <a:solidFill>
                  <a:srgbClr val="253C4D"/>
                </a:solidFill>
                <a:latin typeface="Yu Gothic"/>
                <a:ea typeface="Yu Gothic"/>
                <a:cs typeface="Yu Gothic"/>
              </a:defRPr>
            </a:lvl8pPr>
            <a:lvl9pPr>
              <a:buNone/>
              <a:defRPr sz="2175" b="1">
                <a:solidFill>
                  <a:srgbClr val="253C4D"/>
                </a:solidFill>
                <a:latin typeface="Yu Gothic"/>
                <a:ea typeface="Yu Gothic"/>
                <a:cs typeface="Yu Gothic"/>
              </a:defRPr>
            </a:lvl9pPr>
          </a:lstStyle>
          <a:p>
            <a:pPr>
              <a:buNone/>
              <a:defRPr sz="2175" b="1">
                <a:solidFill>
                  <a:srgbClr val="253C4D"/>
                </a:solidFill>
                <a:latin typeface="Yu Gothic"/>
                <a:ea typeface="Yu Gothic"/>
                <a:cs typeface="Yu Gothic"/>
              </a:defRPr>
            </a:pPr>
            <a:r>
              <a:rPr sz="2175" b="1">
                <a:solidFill>
                  <a:srgbClr val="253C4D"/>
                </a:solidFill>
                <a:latin typeface="Yu Gothic"/>
                <a:ea typeface="Yu Gothic"/>
                <a:cs typeface="Yu Gothic"/>
              </a:rPr>
              <a:t>大気中のCO₂</a:t>
            </a:r>
          </a:p>
        </p:txBody>
      </p:sp>
      <p:sp>
        <p:nvSpPr>
          <p:cNvPr id="7" name="正方形/長方形 6">
            <a:extLst>
              <a:ext uri="{FF2B5EF4-FFF2-40B4-BE49-F238E27FC236}">
                <a16:creationId xmlns:a16="http://schemas.microsoft.com/office/drawing/2014/main" id="{776D3F0E-C8E7-427D-8F92-BA6858F991FB}"/>
              </a:ext>
            </a:extLst>
          </p:cNvPr>
          <p:cNvSpPr>
            <a:spLocks noGrp="1"/>
          </p:cNvSpPr>
          <p:nvPr/>
        </p:nvSpPr>
        <p:spPr>
          <a:xfrm>
            <a:off x="952500" y="3476625"/>
            <a:ext cx="3429000" cy="952500"/>
          </a:xfrm>
          <a:prstGeom prst="rect">
            <a:avLst/>
          </a:prstGeom>
          <a:solidFill>
            <a:srgbClr val="D8EADD"/>
          </a:solidFill>
          <a:ln w="9525">
            <a:solidFill>
              <a:srgbClr val="596875"/>
            </a:solidFill>
          </a:ln>
        </p:spPr>
      </p:sp>
      <p:sp>
        <p:nvSpPr>
          <p:cNvPr id="8" name="正方形/長方形 7">
            <a:extLst>
              <a:ext uri="{FF2B5EF4-FFF2-40B4-BE49-F238E27FC236}">
                <a16:creationId xmlns:a16="http://schemas.microsoft.com/office/drawing/2014/main" id="{BF546A84-E73A-48EE-9267-85CFC84C5408}"/>
              </a:ext>
            </a:extLst>
          </p:cNvPr>
          <p:cNvSpPr>
            <a:spLocks noGrp="1"/>
          </p:cNvSpPr>
          <p:nvPr/>
        </p:nvSpPr>
        <p:spPr>
          <a:xfrm>
            <a:off x="1095375" y="3552825"/>
            <a:ext cx="3143250" cy="800100"/>
          </a:xfrm>
          <a:prstGeom prst="rect">
            <a:avLst/>
          </a:prstGeom>
          <a:noFill/>
          <a:ln w="0">
            <a:noFill/>
          </a:ln>
        </p:spPr>
        <p:txBody>
          <a:bodyPr lIns="0" tIns="0" rIns="0" bIns="0" anchor="ctr">
            <a:noAutofit/>
          </a:bodyPr>
          <a:lstStyle>
            <a:defPPr>
              <a:defRPr sz="2175" b="1">
                <a:solidFill>
                  <a:srgbClr val="253C4D"/>
                </a:solidFill>
                <a:latin typeface="Yu Gothic"/>
                <a:ea typeface="Yu Gothic"/>
                <a:cs typeface="Yu Gothic"/>
              </a:defRPr>
            </a:defPPr>
            <a:lvl1pPr>
              <a:buNone/>
              <a:defRPr sz="2175" b="1">
                <a:solidFill>
                  <a:srgbClr val="253C4D"/>
                </a:solidFill>
                <a:latin typeface="Yu Gothic"/>
                <a:ea typeface="Yu Gothic"/>
                <a:cs typeface="Yu Gothic"/>
              </a:defRPr>
            </a:lvl1pPr>
            <a:lvl2pPr>
              <a:buNone/>
              <a:defRPr sz="2175" b="1">
                <a:solidFill>
                  <a:srgbClr val="253C4D"/>
                </a:solidFill>
                <a:latin typeface="Yu Gothic"/>
                <a:ea typeface="Yu Gothic"/>
                <a:cs typeface="Yu Gothic"/>
              </a:defRPr>
            </a:lvl2pPr>
            <a:lvl3pPr>
              <a:buNone/>
              <a:defRPr sz="2175" b="1">
                <a:solidFill>
                  <a:srgbClr val="253C4D"/>
                </a:solidFill>
                <a:latin typeface="Yu Gothic"/>
                <a:ea typeface="Yu Gothic"/>
                <a:cs typeface="Yu Gothic"/>
              </a:defRPr>
            </a:lvl3pPr>
            <a:lvl4pPr>
              <a:buNone/>
              <a:defRPr sz="2175" b="1">
                <a:solidFill>
                  <a:srgbClr val="253C4D"/>
                </a:solidFill>
                <a:latin typeface="Yu Gothic"/>
                <a:ea typeface="Yu Gothic"/>
                <a:cs typeface="Yu Gothic"/>
              </a:defRPr>
            </a:lvl4pPr>
            <a:lvl5pPr>
              <a:buNone/>
              <a:defRPr sz="2175" b="1">
                <a:solidFill>
                  <a:srgbClr val="253C4D"/>
                </a:solidFill>
                <a:latin typeface="Yu Gothic"/>
                <a:ea typeface="Yu Gothic"/>
                <a:cs typeface="Yu Gothic"/>
              </a:defRPr>
            </a:lvl5pPr>
            <a:lvl6pPr>
              <a:buNone/>
              <a:defRPr sz="2175" b="1">
                <a:solidFill>
                  <a:srgbClr val="253C4D"/>
                </a:solidFill>
                <a:latin typeface="Yu Gothic"/>
                <a:ea typeface="Yu Gothic"/>
                <a:cs typeface="Yu Gothic"/>
              </a:defRPr>
            </a:lvl6pPr>
            <a:lvl7pPr>
              <a:buNone/>
              <a:defRPr sz="2175" b="1">
                <a:solidFill>
                  <a:srgbClr val="253C4D"/>
                </a:solidFill>
                <a:latin typeface="Yu Gothic"/>
                <a:ea typeface="Yu Gothic"/>
                <a:cs typeface="Yu Gothic"/>
              </a:defRPr>
            </a:lvl7pPr>
            <a:lvl8pPr>
              <a:buNone/>
              <a:defRPr sz="2175" b="1">
                <a:solidFill>
                  <a:srgbClr val="253C4D"/>
                </a:solidFill>
                <a:latin typeface="Yu Gothic"/>
                <a:ea typeface="Yu Gothic"/>
                <a:cs typeface="Yu Gothic"/>
              </a:defRPr>
            </a:lvl8pPr>
            <a:lvl9pPr>
              <a:buNone/>
              <a:defRPr sz="2175" b="1">
                <a:solidFill>
                  <a:srgbClr val="253C4D"/>
                </a:solidFill>
                <a:latin typeface="Yu Gothic"/>
                <a:ea typeface="Yu Gothic"/>
                <a:cs typeface="Yu Gothic"/>
              </a:defRPr>
            </a:lvl9pPr>
          </a:lstStyle>
          <a:p>
            <a:pPr>
              <a:buNone/>
              <a:defRPr sz="2175" b="1">
                <a:solidFill>
                  <a:srgbClr val="253C4D"/>
                </a:solidFill>
                <a:latin typeface="Yu Gothic"/>
                <a:ea typeface="Yu Gothic"/>
                <a:cs typeface="Yu Gothic"/>
              </a:defRPr>
            </a:pPr>
            <a:r>
              <a:rPr sz="2175" b="1">
                <a:solidFill>
                  <a:srgbClr val="253C4D"/>
                </a:solidFill>
                <a:latin typeface="Yu Gothic"/>
                <a:ea typeface="Yu Gothic"/>
                <a:cs typeface="Yu Gothic"/>
              </a:rPr>
              <a:t>森林の炭素</a:t>
            </a:r>
          </a:p>
        </p:txBody>
      </p:sp>
      <p:sp>
        <p:nvSpPr>
          <p:cNvPr id="9" name="正方形/長方形 8">
            <a:extLst>
              <a:ext uri="{FF2B5EF4-FFF2-40B4-BE49-F238E27FC236}">
                <a16:creationId xmlns:a16="http://schemas.microsoft.com/office/drawing/2014/main" id="{B2C4DFB5-60BB-4687-B5FB-062A80534108}"/>
              </a:ext>
            </a:extLst>
          </p:cNvPr>
          <p:cNvSpPr>
            <a:spLocks noGrp="1"/>
          </p:cNvSpPr>
          <p:nvPr/>
        </p:nvSpPr>
        <p:spPr>
          <a:xfrm>
            <a:off x="7810500" y="3476625"/>
            <a:ext cx="3429000" cy="952500"/>
          </a:xfrm>
          <a:prstGeom prst="rect">
            <a:avLst/>
          </a:prstGeom>
          <a:solidFill>
            <a:srgbClr val="EBD7B8"/>
          </a:solidFill>
          <a:ln w="9525">
            <a:solidFill>
              <a:srgbClr val="596875"/>
            </a:solidFill>
          </a:ln>
        </p:spPr>
      </p:sp>
      <p:sp>
        <p:nvSpPr>
          <p:cNvPr id="10" name="正方形/長方形 9">
            <a:extLst>
              <a:ext uri="{FF2B5EF4-FFF2-40B4-BE49-F238E27FC236}">
                <a16:creationId xmlns:a16="http://schemas.microsoft.com/office/drawing/2014/main" id="{47A88726-237A-4FD4-8016-2C0E4A12F9B2}"/>
              </a:ext>
            </a:extLst>
          </p:cNvPr>
          <p:cNvSpPr>
            <a:spLocks noGrp="1"/>
          </p:cNvSpPr>
          <p:nvPr/>
        </p:nvSpPr>
        <p:spPr>
          <a:xfrm>
            <a:off x="7953375" y="3552825"/>
            <a:ext cx="3143250" cy="800100"/>
          </a:xfrm>
          <a:prstGeom prst="rect">
            <a:avLst/>
          </a:prstGeom>
          <a:noFill/>
          <a:ln w="0">
            <a:noFill/>
          </a:ln>
        </p:spPr>
        <p:txBody>
          <a:bodyPr lIns="0" tIns="0" rIns="0" bIns="0" anchor="ctr">
            <a:noAutofit/>
          </a:bodyPr>
          <a:lstStyle>
            <a:defPPr>
              <a:defRPr sz="2175" b="1">
                <a:solidFill>
                  <a:srgbClr val="253C4D"/>
                </a:solidFill>
                <a:latin typeface="Yu Gothic"/>
                <a:ea typeface="Yu Gothic"/>
                <a:cs typeface="Yu Gothic"/>
              </a:defRPr>
            </a:defPPr>
            <a:lvl1pPr>
              <a:buNone/>
              <a:defRPr sz="2175" b="1">
                <a:solidFill>
                  <a:srgbClr val="253C4D"/>
                </a:solidFill>
                <a:latin typeface="Yu Gothic"/>
                <a:ea typeface="Yu Gothic"/>
                <a:cs typeface="Yu Gothic"/>
              </a:defRPr>
            </a:lvl1pPr>
            <a:lvl2pPr>
              <a:buNone/>
              <a:defRPr sz="2175" b="1">
                <a:solidFill>
                  <a:srgbClr val="253C4D"/>
                </a:solidFill>
                <a:latin typeface="Yu Gothic"/>
                <a:ea typeface="Yu Gothic"/>
                <a:cs typeface="Yu Gothic"/>
              </a:defRPr>
            </a:lvl2pPr>
            <a:lvl3pPr>
              <a:buNone/>
              <a:defRPr sz="2175" b="1">
                <a:solidFill>
                  <a:srgbClr val="253C4D"/>
                </a:solidFill>
                <a:latin typeface="Yu Gothic"/>
                <a:ea typeface="Yu Gothic"/>
                <a:cs typeface="Yu Gothic"/>
              </a:defRPr>
            </a:lvl3pPr>
            <a:lvl4pPr>
              <a:buNone/>
              <a:defRPr sz="2175" b="1">
                <a:solidFill>
                  <a:srgbClr val="253C4D"/>
                </a:solidFill>
                <a:latin typeface="Yu Gothic"/>
                <a:ea typeface="Yu Gothic"/>
                <a:cs typeface="Yu Gothic"/>
              </a:defRPr>
            </a:lvl4pPr>
            <a:lvl5pPr>
              <a:buNone/>
              <a:defRPr sz="2175" b="1">
                <a:solidFill>
                  <a:srgbClr val="253C4D"/>
                </a:solidFill>
                <a:latin typeface="Yu Gothic"/>
                <a:ea typeface="Yu Gothic"/>
                <a:cs typeface="Yu Gothic"/>
              </a:defRPr>
            </a:lvl5pPr>
            <a:lvl6pPr>
              <a:buNone/>
              <a:defRPr sz="2175" b="1">
                <a:solidFill>
                  <a:srgbClr val="253C4D"/>
                </a:solidFill>
                <a:latin typeface="Yu Gothic"/>
                <a:ea typeface="Yu Gothic"/>
                <a:cs typeface="Yu Gothic"/>
              </a:defRPr>
            </a:lvl6pPr>
            <a:lvl7pPr>
              <a:buNone/>
              <a:defRPr sz="2175" b="1">
                <a:solidFill>
                  <a:srgbClr val="253C4D"/>
                </a:solidFill>
                <a:latin typeface="Yu Gothic"/>
                <a:ea typeface="Yu Gothic"/>
                <a:cs typeface="Yu Gothic"/>
              </a:defRPr>
            </a:lvl7pPr>
            <a:lvl8pPr>
              <a:buNone/>
              <a:defRPr sz="2175" b="1">
                <a:solidFill>
                  <a:srgbClr val="253C4D"/>
                </a:solidFill>
                <a:latin typeface="Yu Gothic"/>
                <a:ea typeface="Yu Gothic"/>
                <a:cs typeface="Yu Gothic"/>
              </a:defRPr>
            </a:lvl8pPr>
            <a:lvl9pPr>
              <a:buNone/>
              <a:defRPr sz="2175" b="1">
                <a:solidFill>
                  <a:srgbClr val="253C4D"/>
                </a:solidFill>
                <a:latin typeface="Yu Gothic"/>
                <a:ea typeface="Yu Gothic"/>
                <a:cs typeface="Yu Gothic"/>
              </a:defRPr>
            </a:lvl9pPr>
          </a:lstStyle>
          <a:p>
            <a:pPr>
              <a:buNone/>
              <a:defRPr sz="2175" b="1">
                <a:solidFill>
                  <a:srgbClr val="253C4D"/>
                </a:solidFill>
                <a:latin typeface="Yu Gothic"/>
                <a:ea typeface="Yu Gothic"/>
                <a:cs typeface="Yu Gothic"/>
              </a:defRPr>
            </a:pPr>
            <a:r>
              <a:rPr sz="2175" b="1">
                <a:solidFill>
                  <a:srgbClr val="253C4D"/>
                </a:solidFill>
                <a:latin typeface="Yu Gothic"/>
                <a:ea typeface="Yu Gothic"/>
                <a:cs typeface="Yu Gothic"/>
              </a:rPr>
              <a:t>木製品の炭素</a:t>
            </a:r>
          </a:p>
        </p:txBody>
      </p:sp>
      <p:sp>
        <p:nvSpPr>
          <p:cNvPr id="11" name="フリーフォーム: 図形 10">
            <a:extLst>
              <a:ext uri="{FF2B5EF4-FFF2-40B4-BE49-F238E27FC236}">
                <a16:creationId xmlns:a16="http://schemas.microsoft.com/office/drawing/2014/main" id="{36D87096-C79F-4272-9A09-68EEC885188C}"/>
              </a:ext>
            </a:extLst>
          </p:cNvPr>
          <p:cNvSpPr>
            <a:spLocks noGrp="1"/>
          </p:cNvSpPr>
          <p:nvPr/>
        </p:nvSpPr>
        <p:spPr>
          <a:xfrm>
            <a:off x="2952750" y="2524125"/>
            <a:ext cx="1619250" cy="828675"/>
          </a:xfrm>
          <a:custGeom>
            <a:avLst/>
            <a:gdLst/>
            <a:ahLst/>
            <a:cxnLst/>
            <a:rect l="0" t="0" r="0" b="0"/>
            <a:pathLst>
              <a:path w="1619250" h="828675">
                <a:moveTo>
                  <a:pt x="1619250" y="0"/>
                </a:moveTo>
                <a:lnTo>
                  <a:pt x="0" y="828675"/>
                </a:lnTo>
              </a:path>
            </a:pathLst>
          </a:custGeom>
          <a:noFill/>
          <a:ln w="38100">
            <a:solidFill>
              <a:srgbClr val="087E8B"/>
            </a:solidFill>
          </a:ln>
        </p:spPr>
      </p:sp>
      <p:sp>
        <p:nvSpPr>
          <p:cNvPr id="12" name="フリーフォーム: 図形 11">
            <a:extLst>
              <a:ext uri="{FF2B5EF4-FFF2-40B4-BE49-F238E27FC236}">
                <a16:creationId xmlns:a16="http://schemas.microsoft.com/office/drawing/2014/main" id="{3FFB12A9-A8B8-482F-891E-7593A2230D43}"/>
              </a:ext>
            </a:extLst>
          </p:cNvPr>
          <p:cNvSpPr>
            <a:spLocks noGrp="1"/>
          </p:cNvSpPr>
          <p:nvPr/>
        </p:nvSpPr>
        <p:spPr>
          <a:xfrm>
            <a:off x="2952750" y="3238961"/>
            <a:ext cx="69448" cy="113839"/>
          </a:xfrm>
          <a:custGeom>
            <a:avLst/>
            <a:gdLst/>
            <a:ahLst/>
            <a:cxnLst/>
            <a:rect l="0" t="0" r="0" b="0"/>
            <a:pathLst>
              <a:path w="69448" h="113839">
                <a:moveTo>
                  <a:pt x="0" y="113839"/>
                </a:moveTo>
                <a:lnTo>
                  <a:pt x="69448" y="0"/>
                </a:lnTo>
              </a:path>
            </a:pathLst>
          </a:custGeom>
          <a:noFill/>
          <a:ln w="38100">
            <a:solidFill>
              <a:srgbClr val="087E8B"/>
            </a:solidFill>
          </a:ln>
        </p:spPr>
      </p:sp>
      <p:sp>
        <p:nvSpPr>
          <p:cNvPr id="13" name="フリーフォーム: 図形 12">
            <a:extLst>
              <a:ext uri="{FF2B5EF4-FFF2-40B4-BE49-F238E27FC236}">
                <a16:creationId xmlns:a16="http://schemas.microsoft.com/office/drawing/2014/main" id="{AFBAC86E-1CB5-4D41-B946-F7EF3DD4159B}"/>
              </a:ext>
            </a:extLst>
          </p:cNvPr>
          <p:cNvSpPr>
            <a:spLocks noGrp="1"/>
          </p:cNvSpPr>
          <p:nvPr/>
        </p:nvSpPr>
        <p:spPr>
          <a:xfrm>
            <a:off x="2952750" y="3352800"/>
            <a:ext cx="132955" cy="10256"/>
          </a:xfrm>
          <a:custGeom>
            <a:avLst/>
            <a:gdLst/>
            <a:ahLst/>
            <a:cxnLst/>
            <a:rect l="0" t="0" r="0" b="0"/>
            <a:pathLst>
              <a:path w="132955" h="10256">
                <a:moveTo>
                  <a:pt x="0" y="0"/>
                </a:moveTo>
                <a:lnTo>
                  <a:pt x="132955" y="10256"/>
                </a:lnTo>
              </a:path>
            </a:pathLst>
          </a:custGeom>
          <a:noFill/>
          <a:ln w="38100">
            <a:solidFill>
              <a:srgbClr val="087E8B"/>
            </a:solidFill>
          </a:ln>
        </p:spPr>
      </p:sp>
      <p:sp>
        <p:nvSpPr>
          <p:cNvPr id="14" name="正方形/長方形 13">
            <a:extLst>
              <a:ext uri="{FF2B5EF4-FFF2-40B4-BE49-F238E27FC236}">
                <a16:creationId xmlns:a16="http://schemas.microsoft.com/office/drawing/2014/main" id="{5E5CA8B1-C2CB-4D64-85A3-BE2320CDE592}"/>
              </a:ext>
            </a:extLst>
          </p:cNvPr>
          <p:cNvSpPr>
            <a:spLocks noGrp="1"/>
          </p:cNvSpPr>
          <p:nvPr/>
        </p:nvSpPr>
        <p:spPr>
          <a:xfrm>
            <a:off x="1381125" y="2543175"/>
            <a:ext cx="2857500" cy="523875"/>
          </a:xfrm>
          <a:prstGeom prst="rect">
            <a:avLst/>
          </a:prstGeom>
          <a:noFill/>
          <a:ln w="0">
            <a:noFill/>
          </a:ln>
        </p:spPr>
        <p:txBody>
          <a:bodyPr lIns="0" tIns="0" rIns="0" bIns="0" anchor="ctr">
            <a:noAutofit/>
          </a:bodyPr>
          <a:lstStyle>
            <a:defPPr>
              <a:defRPr sz="2025" b="1">
                <a:solidFill>
                  <a:srgbClr val="087E8B"/>
                </a:solidFill>
                <a:latin typeface="Yu Gothic"/>
                <a:ea typeface="Yu Gothic"/>
                <a:cs typeface="Yu Gothic"/>
              </a:defRPr>
            </a:defPPr>
            <a:lvl1pPr>
              <a:buNone/>
              <a:defRPr sz="2025" b="1">
                <a:solidFill>
                  <a:srgbClr val="087E8B"/>
                </a:solidFill>
                <a:latin typeface="Yu Gothic"/>
                <a:ea typeface="Yu Gothic"/>
                <a:cs typeface="Yu Gothic"/>
              </a:defRPr>
            </a:lvl1pPr>
            <a:lvl2pPr>
              <a:buNone/>
              <a:defRPr sz="2025" b="1">
                <a:solidFill>
                  <a:srgbClr val="087E8B"/>
                </a:solidFill>
                <a:latin typeface="Yu Gothic"/>
                <a:ea typeface="Yu Gothic"/>
                <a:cs typeface="Yu Gothic"/>
              </a:defRPr>
            </a:lvl2pPr>
            <a:lvl3pPr>
              <a:buNone/>
              <a:defRPr sz="2025" b="1">
                <a:solidFill>
                  <a:srgbClr val="087E8B"/>
                </a:solidFill>
                <a:latin typeface="Yu Gothic"/>
                <a:ea typeface="Yu Gothic"/>
                <a:cs typeface="Yu Gothic"/>
              </a:defRPr>
            </a:lvl3pPr>
            <a:lvl4pPr>
              <a:buNone/>
              <a:defRPr sz="2025" b="1">
                <a:solidFill>
                  <a:srgbClr val="087E8B"/>
                </a:solidFill>
                <a:latin typeface="Yu Gothic"/>
                <a:ea typeface="Yu Gothic"/>
                <a:cs typeface="Yu Gothic"/>
              </a:defRPr>
            </a:lvl4pPr>
            <a:lvl5pPr>
              <a:buNone/>
              <a:defRPr sz="2025" b="1">
                <a:solidFill>
                  <a:srgbClr val="087E8B"/>
                </a:solidFill>
                <a:latin typeface="Yu Gothic"/>
                <a:ea typeface="Yu Gothic"/>
                <a:cs typeface="Yu Gothic"/>
              </a:defRPr>
            </a:lvl5pPr>
            <a:lvl6pPr>
              <a:buNone/>
              <a:defRPr sz="2025" b="1">
                <a:solidFill>
                  <a:srgbClr val="087E8B"/>
                </a:solidFill>
                <a:latin typeface="Yu Gothic"/>
                <a:ea typeface="Yu Gothic"/>
                <a:cs typeface="Yu Gothic"/>
              </a:defRPr>
            </a:lvl6pPr>
            <a:lvl7pPr>
              <a:buNone/>
              <a:defRPr sz="2025" b="1">
                <a:solidFill>
                  <a:srgbClr val="087E8B"/>
                </a:solidFill>
                <a:latin typeface="Yu Gothic"/>
                <a:ea typeface="Yu Gothic"/>
                <a:cs typeface="Yu Gothic"/>
              </a:defRPr>
            </a:lvl7pPr>
            <a:lvl8pPr>
              <a:buNone/>
              <a:defRPr sz="2025" b="1">
                <a:solidFill>
                  <a:srgbClr val="087E8B"/>
                </a:solidFill>
                <a:latin typeface="Yu Gothic"/>
                <a:ea typeface="Yu Gothic"/>
                <a:cs typeface="Yu Gothic"/>
              </a:defRPr>
            </a:lvl8pPr>
            <a:lvl9pPr>
              <a:buNone/>
              <a:defRPr sz="2025" b="1">
                <a:solidFill>
                  <a:srgbClr val="087E8B"/>
                </a:solidFill>
                <a:latin typeface="Yu Gothic"/>
                <a:ea typeface="Yu Gothic"/>
                <a:cs typeface="Yu Gothic"/>
              </a:defRPr>
            </a:lvl9pPr>
          </a:lstStyle>
          <a:p>
            <a:pPr>
              <a:buNone/>
              <a:defRPr sz="2025" b="1">
                <a:solidFill>
                  <a:srgbClr val="087E8B"/>
                </a:solidFill>
                <a:latin typeface="Yu Gothic"/>
                <a:ea typeface="Yu Gothic"/>
                <a:cs typeface="Yu Gothic"/>
              </a:defRPr>
            </a:pPr>
            <a:r>
              <a:rPr sz="2025" b="1">
                <a:solidFill>
                  <a:srgbClr val="087E8B"/>
                </a:solidFill>
                <a:latin typeface="Yu Gothic"/>
                <a:ea typeface="Yu Gothic"/>
                <a:cs typeface="Yu Gothic"/>
              </a:rPr>
              <a:t>成長・光合成</a:t>
            </a:r>
          </a:p>
        </p:txBody>
      </p:sp>
      <p:sp>
        <p:nvSpPr>
          <p:cNvPr id="15" name="フリーフォーム: 図形 14">
            <a:extLst>
              <a:ext uri="{FF2B5EF4-FFF2-40B4-BE49-F238E27FC236}">
                <a16:creationId xmlns:a16="http://schemas.microsoft.com/office/drawing/2014/main" id="{519AE403-B97D-4E79-B660-CB9876EA309C}"/>
              </a:ext>
            </a:extLst>
          </p:cNvPr>
          <p:cNvSpPr>
            <a:spLocks noGrp="1"/>
          </p:cNvSpPr>
          <p:nvPr/>
        </p:nvSpPr>
        <p:spPr>
          <a:xfrm>
            <a:off x="4495800" y="3952875"/>
            <a:ext cx="3190875" cy="9525"/>
          </a:xfrm>
          <a:custGeom>
            <a:avLst/>
            <a:gdLst/>
            <a:ahLst/>
            <a:cxnLst/>
            <a:rect l="0" t="0" r="0" b="0"/>
            <a:pathLst>
              <a:path w="3190875" h="9525">
                <a:moveTo>
                  <a:pt x="0" y="0"/>
                </a:moveTo>
                <a:lnTo>
                  <a:pt x="3190875" y="0"/>
                </a:lnTo>
              </a:path>
            </a:pathLst>
          </a:custGeom>
          <a:noFill/>
          <a:ln w="38100">
            <a:solidFill>
              <a:srgbClr val="2876A8"/>
            </a:solidFill>
          </a:ln>
        </p:spPr>
      </p:sp>
      <p:sp>
        <p:nvSpPr>
          <p:cNvPr id="16" name="フリーフォーム: 図形 15">
            <a:extLst>
              <a:ext uri="{FF2B5EF4-FFF2-40B4-BE49-F238E27FC236}">
                <a16:creationId xmlns:a16="http://schemas.microsoft.com/office/drawing/2014/main" id="{45DB47C3-3D69-4C16-9D97-99DFFBA97557}"/>
              </a:ext>
            </a:extLst>
          </p:cNvPr>
          <p:cNvSpPr>
            <a:spLocks noGrp="1"/>
          </p:cNvSpPr>
          <p:nvPr/>
        </p:nvSpPr>
        <p:spPr>
          <a:xfrm>
            <a:off x="7572991" y="3952875"/>
            <a:ext cx="113684" cy="69700"/>
          </a:xfrm>
          <a:custGeom>
            <a:avLst/>
            <a:gdLst/>
            <a:ahLst/>
            <a:cxnLst/>
            <a:rect l="0" t="0" r="0" b="0"/>
            <a:pathLst>
              <a:path w="113684" h="69700">
                <a:moveTo>
                  <a:pt x="113684" y="0"/>
                </a:moveTo>
                <a:lnTo>
                  <a:pt x="0" y="69700"/>
                </a:lnTo>
              </a:path>
            </a:pathLst>
          </a:custGeom>
          <a:noFill/>
          <a:ln w="38100">
            <a:solidFill>
              <a:srgbClr val="2876A8"/>
            </a:solidFill>
          </a:ln>
        </p:spPr>
      </p:sp>
      <p:sp>
        <p:nvSpPr>
          <p:cNvPr id="17" name="フリーフォーム: 図形 16">
            <a:extLst>
              <a:ext uri="{FF2B5EF4-FFF2-40B4-BE49-F238E27FC236}">
                <a16:creationId xmlns:a16="http://schemas.microsoft.com/office/drawing/2014/main" id="{571854CB-CDE1-4438-BD28-E2741AC7310F}"/>
              </a:ext>
            </a:extLst>
          </p:cNvPr>
          <p:cNvSpPr>
            <a:spLocks noGrp="1"/>
          </p:cNvSpPr>
          <p:nvPr/>
        </p:nvSpPr>
        <p:spPr>
          <a:xfrm>
            <a:off x="7572991" y="3883175"/>
            <a:ext cx="113684" cy="69700"/>
          </a:xfrm>
          <a:custGeom>
            <a:avLst/>
            <a:gdLst/>
            <a:ahLst/>
            <a:cxnLst/>
            <a:rect l="0" t="0" r="0" b="0"/>
            <a:pathLst>
              <a:path w="113684" h="69700">
                <a:moveTo>
                  <a:pt x="113684" y="69700"/>
                </a:moveTo>
                <a:lnTo>
                  <a:pt x="0" y="0"/>
                </a:lnTo>
              </a:path>
            </a:pathLst>
          </a:custGeom>
          <a:noFill/>
          <a:ln w="38100">
            <a:solidFill>
              <a:srgbClr val="2876A8"/>
            </a:solidFill>
          </a:ln>
        </p:spPr>
      </p:sp>
      <p:sp>
        <p:nvSpPr>
          <p:cNvPr id="18" name="正方形/長方形 17">
            <a:extLst>
              <a:ext uri="{FF2B5EF4-FFF2-40B4-BE49-F238E27FC236}">
                <a16:creationId xmlns:a16="http://schemas.microsoft.com/office/drawing/2014/main" id="{49CD5F2F-C3A0-4682-9E65-4A85A2DCBFEF}"/>
              </a:ext>
            </a:extLst>
          </p:cNvPr>
          <p:cNvSpPr>
            <a:spLocks noGrp="1"/>
          </p:cNvSpPr>
          <p:nvPr/>
        </p:nvSpPr>
        <p:spPr>
          <a:xfrm>
            <a:off x="4905375" y="3305175"/>
            <a:ext cx="2476500" cy="523875"/>
          </a:xfrm>
          <a:prstGeom prst="rect">
            <a:avLst/>
          </a:prstGeom>
          <a:noFill/>
          <a:ln w="0">
            <a:noFill/>
          </a:ln>
        </p:spPr>
        <p:txBody>
          <a:bodyPr lIns="0" tIns="0" rIns="0" bIns="0" anchor="ctr">
            <a:noAutofit/>
          </a:bodyPr>
          <a:lstStyle>
            <a:defPPr>
              <a:defRPr sz="2025" b="1">
                <a:solidFill>
                  <a:srgbClr val="253C4D"/>
                </a:solidFill>
                <a:latin typeface="Yu Gothic"/>
                <a:ea typeface="Yu Gothic"/>
                <a:cs typeface="Yu Gothic"/>
              </a:defRPr>
            </a:defPPr>
            <a:lvl1pPr>
              <a:buNone/>
              <a:defRPr sz="2025" b="1">
                <a:solidFill>
                  <a:srgbClr val="253C4D"/>
                </a:solidFill>
                <a:latin typeface="Yu Gothic"/>
                <a:ea typeface="Yu Gothic"/>
                <a:cs typeface="Yu Gothic"/>
              </a:defRPr>
            </a:lvl1pPr>
            <a:lvl2pPr>
              <a:buNone/>
              <a:defRPr sz="2025" b="1">
                <a:solidFill>
                  <a:srgbClr val="253C4D"/>
                </a:solidFill>
                <a:latin typeface="Yu Gothic"/>
                <a:ea typeface="Yu Gothic"/>
                <a:cs typeface="Yu Gothic"/>
              </a:defRPr>
            </a:lvl2pPr>
            <a:lvl3pPr>
              <a:buNone/>
              <a:defRPr sz="2025" b="1">
                <a:solidFill>
                  <a:srgbClr val="253C4D"/>
                </a:solidFill>
                <a:latin typeface="Yu Gothic"/>
                <a:ea typeface="Yu Gothic"/>
                <a:cs typeface="Yu Gothic"/>
              </a:defRPr>
            </a:lvl3pPr>
            <a:lvl4pPr>
              <a:buNone/>
              <a:defRPr sz="2025" b="1">
                <a:solidFill>
                  <a:srgbClr val="253C4D"/>
                </a:solidFill>
                <a:latin typeface="Yu Gothic"/>
                <a:ea typeface="Yu Gothic"/>
                <a:cs typeface="Yu Gothic"/>
              </a:defRPr>
            </a:lvl4pPr>
            <a:lvl5pPr>
              <a:buNone/>
              <a:defRPr sz="2025" b="1">
                <a:solidFill>
                  <a:srgbClr val="253C4D"/>
                </a:solidFill>
                <a:latin typeface="Yu Gothic"/>
                <a:ea typeface="Yu Gothic"/>
                <a:cs typeface="Yu Gothic"/>
              </a:defRPr>
            </a:lvl5pPr>
            <a:lvl6pPr>
              <a:buNone/>
              <a:defRPr sz="2025" b="1">
                <a:solidFill>
                  <a:srgbClr val="253C4D"/>
                </a:solidFill>
                <a:latin typeface="Yu Gothic"/>
                <a:ea typeface="Yu Gothic"/>
                <a:cs typeface="Yu Gothic"/>
              </a:defRPr>
            </a:lvl6pPr>
            <a:lvl7pPr>
              <a:buNone/>
              <a:defRPr sz="2025" b="1">
                <a:solidFill>
                  <a:srgbClr val="253C4D"/>
                </a:solidFill>
                <a:latin typeface="Yu Gothic"/>
                <a:ea typeface="Yu Gothic"/>
                <a:cs typeface="Yu Gothic"/>
              </a:defRPr>
            </a:lvl7pPr>
            <a:lvl8pPr>
              <a:buNone/>
              <a:defRPr sz="2025" b="1">
                <a:solidFill>
                  <a:srgbClr val="253C4D"/>
                </a:solidFill>
                <a:latin typeface="Yu Gothic"/>
                <a:ea typeface="Yu Gothic"/>
                <a:cs typeface="Yu Gothic"/>
              </a:defRPr>
            </a:lvl8pPr>
            <a:lvl9pPr>
              <a:buNone/>
              <a:defRPr sz="2025" b="1">
                <a:solidFill>
                  <a:srgbClr val="253C4D"/>
                </a:solidFill>
                <a:latin typeface="Yu Gothic"/>
                <a:ea typeface="Yu Gothic"/>
                <a:cs typeface="Yu Gothic"/>
              </a:defRPr>
            </a:lvl9pPr>
          </a:lstStyle>
          <a:p>
            <a:pPr>
              <a:buNone/>
              <a:defRPr sz="2025" b="1">
                <a:solidFill>
                  <a:srgbClr val="253C4D"/>
                </a:solidFill>
                <a:latin typeface="Yu Gothic"/>
                <a:ea typeface="Yu Gothic"/>
                <a:cs typeface="Yu Gothic"/>
              </a:defRPr>
            </a:pPr>
            <a:r>
              <a:rPr sz="2025" b="1">
                <a:solidFill>
                  <a:srgbClr val="253C4D"/>
                </a:solidFill>
                <a:latin typeface="Yu Gothic"/>
                <a:ea typeface="Yu Gothic"/>
                <a:cs typeface="Yu Gothic"/>
              </a:rPr>
              <a:t>収穫・加工</a:t>
            </a:r>
          </a:p>
        </p:txBody>
      </p:sp>
      <p:sp>
        <p:nvSpPr>
          <p:cNvPr id="19" name="フリーフォーム: 図形 18">
            <a:extLst>
              <a:ext uri="{FF2B5EF4-FFF2-40B4-BE49-F238E27FC236}">
                <a16:creationId xmlns:a16="http://schemas.microsoft.com/office/drawing/2014/main" id="{70636031-4469-4FAA-83AA-9C8B0172A0A4}"/>
              </a:ext>
            </a:extLst>
          </p:cNvPr>
          <p:cNvSpPr>
            <a:spLocks noGrp="1"/>
          </p:cNvSpPr>
          <p:nvPr/>
        </p:nvSpPr>
        <p:spPr>
          <a:xfrm>
            <a:off x="7762875" y="2514600"/>
            <a:ext cx="1762125" cy="847725"/>
          </a:xfrm>
          <a:custGeom>
            <a:avLst/>
            <a:gdLst/>
            <a:ahLst/>
            <a:cxnLst/>
            <a:rect l="0" t="0" r="0" b="0"/>
            <a:pathLst>
              <a:path w="1762125" h="847725">
                <a:moveTo>
                  <a:pt x="1762125" y="847725"/>
                </a:moveTo>
                <a:lnTo>
                  <a:pt x="0" y="0"/>
                </a:lnTo>
              </a:path>
            </a:pathLst>
          </a:custGeom>
          <a:noFill/>
          <a:ln w="38100">
            <a:solidFill>
              <a:srgbClr val="C4483C"/>
            </a:solidFill>
          </a:ln>
        </p:spPr>
      </p:sp>
      <p:sp>
        <p:nvSpPr>
          <p:cNvPr id="20" name="フリーフォーム: 図形 19">
            <a:extLst>
              <a:ext uri="{FF2B5EF4-FFF2-40B4-BE49-F238E27FC236}">
                <a16:creationId xmlns:a16="http://schemas.microsoft.com/office/drawing/2014/main" id="{899A2713-DC50-418A-A794-FDBD30FA07DD}"/>
              </a:ext>
            </a:extLst>
          </p:cNvPr>
          <p:cNvSpPr>
            <a:spLocks noGrp="1"/>
          </p:cNvSpPr>
          <p:nvPr/>
        </p:nvSpPr>
        <p:spPr>
          <a:xfrm>
            <a:off x="7762875" y="2501075"/>
            <a:ext cx="132662" cy="13525"/>
          </a:xfrm>
          <a:custGeom>
            <a:avLst/>
            <a:gdLst/>
            <a:ahLst/>
            <a:cxnLst/>
            <a:rect l="0" t="0" r="0" b="0"/>
            <a:pathLst>
              <a:path w="132662" h="13525">
                <a:moveTo>
                  <a:pt x="0" y="13525"/>
                </a:moveTo>
                <a:lnTo>
                  <a:pt x="132662" y="0"/>
                </a:lnTo>
              </a:path>
            </a:pathLst>
          </a:custGeom>
          <a:noFill/>
          <a:ln w="38100">
            <a:solidFill>
              <a:srgbClr val="C4483C"/>
            </a:solidFill>
          </a:ln>
        </p:spPr>
      </p:sp>
      <p:sp>
        <p:nvSpPr>
          <p:cNvPr id="21" name="フリーフォーム: 図形 20">
            <a:extLst>
              <a:ext uri="{FF2B5EF4-FFF2-40B4-BE49-F238E27FC236}">
                <a16:creationId xmlns:a16="http://schemas.microsoft.com/office/drawing/2014/main" id="{656CD166-D83C-4558-9161-0EE7AF5ED998}"/>
              </a:ext>
            </a:extLst>
          </p:cNvPr>
          <p:cNvSpPr>
            <a:spLocks noGrp="1"/>
          </p:cNvSpPr>
          <p:nvPr/>
        </p:nvSpPr>
        <p:spPr>
          <a:xfrm>
            <a:off x="7762875" y="2514600"/>
            <a:ext cx="72229" cy="112095"/>
          </a:xfrm>
          <a:custGeom>
            <a:avLst/>
            <a:gdLst/>
            <a:ahLst/>
            <a:cxnLst/>
            <a:rect l="0" t="0" r="0" b="0"/>
            <a:pathLst>
              <a:path w="72229" h="112095">
                <a:moveTo>
                  <a:pt x="0" y="0"/>
                </a:moveTo>
                <a:lnTo>
                  <a:pt x="72229" y="112095"/>
                </a:lnTo>
              </a:path>
            </a:pathLst>
          </a:custGeom>
          <a:noFill/>
          <a:ln w="38100">
            <a:solidFill>
              <a:srgbClr val="C4483C"/>
            </a:solidFill>
          </a:ln>
        </p:spPr>
      </p:sp>
      <p:sp>
        <p:nvSpPr>
          <p:cNvPr id="22" name="正方形/長方形 21">
            <a:extLst>
              <a:ext uri="{FF2B5EF4-FFF2-40B4-BE49-F238E27FC236}">
                <a16:creationId xmlns:a16="http://schemas.microsoft.com/office/drawing/2014/main" id="{D3B77680-F75C-4D6D-91A5-F4394617F0A9}"/>
              </a:ext>
            </a:extLst>
          </p:cNvPr>
          <p:cNvSpPr>
            <a:spLocks noGrp="1"/>
          </p:cNvSpPr>
          <p:nvPr/>
        </p:nvSpPr>
        <p:spPr>
          <a:xfrm>
            <a:off x="8620125" y="2590800"/>
            <a:ext cx="2667000" cy="476250"/>
          </a:xfrm>
          <a:prstGeom prst="rect">
            <a:avLst/>
          </a:prstGeom>
          <a:noFill/>
          <a:ln w="0">
            <a:noFill/>
          </a:ln>
        </p:spPr>
        <p:txBody>
          <a:bodyPr lIns="0" tIns="0" rIns="0" bIns="0" anchor="ctr">
            <a:noAutofit/>
          </a:bodyPr>
          <a:lstStyle>
            <a:defPPr>
              <a:defRPr sz="2025" b="1">
                <a:solidFill>
                  <a:srgbClr val="C4483C"/>
                </a:solidFill>
                <a:latin typeface="Yu Gothic"/>
                <a:ea typeface="Yu Gothic"/>
                <a:cs typeface="Yu Gothic"/>
              </a:defRPr>
            </a:defPPr>
            <a:lvl1pPr>
              <a:buNone/>
              <a:defRPr sz="2025" b="1">
                <a:solidFill>
                  <a:srgbClr val="C4483C"/>
                </a:solidFill>
                <a:latin typeface="Yu Gothic"/>
                <a:ea typeface="Yu Gothic"/>
                <a:cs typeface="Yu Gothic"/>
              </a:defRPr>
            </a:lvl1pPr>
            <a:lvl2pPr>
              <a:buNone/>
              <a:defRPr sz="2025" b="1">
                <a:solidFill>
                  <a:srgbClr val="C4483C"/>
                </a:solidFill>
                <a:latin typeface="Yu Gothic"/>
                <a:ea typeface="Yu Gothic"/>
                <a:cs typeface="Yu Gothic"/>
              </a:defRPr>
            </a:lvl2pPr>
            <a:lvl3pPr>
              <a:buNone/>
              <a:defRPr sz="2025" b="1">
                <a:solidFill>
                  <a:srgbClr val="C4483C"/>
                </a:solidFill>
                <a:latin typeface="Yu Gothic"/>
                <a:ea typeface="Yu Gothic"/>
                <a:cs typeface="Yu Gothic"/>
              </a:defRPr>
            </a:lvl3pPr>
            <a:lvl4pPr>
              <a:buNone/>
              <a:defRPr sz="2025" b="1">
                <a:solidFill>
                  <a:srgbClr val="C4483C"/>
                </a:solidFill>
                <a:latin typeface="Yu Gothic"/>
                <a:ea typeface="Yu Gothic"/>
                <a:cs typeface="Yu Gothic"/>
              </a:defRPr>
            </a:lvl4pPr>
            <a:lvl5pPr>
              <a:buNone/>
              <a:defRPr sz="2025" b="1">
                <a:solidFill>
                  <a:srgbClr val="C4483C"/>
                </a:solidFill>
                <a:latin typeface="Yu Gothic"/>
                <a:ea typeface="Yu Gothic"/>
                <a:cs typeface="Yu Gothic"/>
              </a:defRPr>
            </a:lvl5pPr>
            <a:lvl6pPr>
              <a:buNone/>
              <a:defRPr sz="2025" b="1">
                <a:solidFill>
                  <a:srgbClr val="C4483C"/>
                </a:solidFill>
                <a:latin typeface="Yu Gothic"/>
                <a:ea typeface="Yu Gothic"/>
                <a:cs typeface="Yu Gothic"/>
              </a:defRPr>
            </a:lvl6pPr>
            <a:lvl7pPr>
              <a:buNone/>
              <a:defRPr sz="2025" b="1">
                <a:solidFill>
                  <a:srgbClr val="C4483C"/>
                </a:solidFill>
                <a:latin typeface="Yu Gothic"/>
                <a:ea typeface="Yu Gothic"/>
                <a:cs typeface="Yu Gothic"/>
              </a:defRPr>
            </a:lvl7pPr>
            <a:lvl8pPr>
              <a:buNone/>
              <a:defRPr sz="2025" b="1">
                <a:solidFill>
                  <a:srgbClr val="C4483C"/>
                </a:solidFill>
                <a:latin typeface="Yu Gothic"/>
                <a:ea typeface="Yu Gothic"/>
                <a:cs typeface="Yu Gothic"/>
              </a:defRPr>
            </a:lvl8pPr>
            <a:lvl9pPr>
              <a:buNone/>
              <a:defRPr sz="2025" b="1">
                <a:solidFill>
                  <a:srgbClr val="C4483C"/>
                </a:solidFill>
                <a:latin typeface="Yu Gothic"/>
                <a:ea typeface="Yu Gothic"/>
                <a:cs typeface="Yu Gothic"/>
              </a:defRPr>
            </a:lvl9pPr>
          </a:lstStyle>
          <a:p>
            <a:pPr>
              <a:buNone/>
              <a:defRPr sz="2025" b="1">
                <a:solidFill>
                  <a:srgbClr val="C4483C"/>
                </a:solidFill>
                <a:latin typeface="Yu Gothic"/>
                <a:ea typeface="Yu Gothic"/>
                <a:cs typeface="Yu Gothic"/>
              </a:defRPr>
            </a:pPr>
            <a:r>
              <a:rPr sz="2025" b="1">
                <a:solidFill>
                  <a:srgbClr val="C4483C"/>
                </a:solidFill>
                <a:latin typeface="Yu Gothic"/>
                <a:ea typeface="Yu Gothic"/>
                <a:cs typeface="Yu Gothic"/>
              </a:rPr>
              <a:t>分解・燃焼</a:t>
            </a:r>
          </a:p>
        </p:txBody>
      </p:sp>
      <p:sp>
        <p:nvSpPr>
          <p:cNvPr id="23" name="正方形/長方形 22">
            <a:extLst>
              <a:ext uri="{FF2B5EF4-FFF2-40B4-BE49-F238E27FC236}">
                <a16:creationId xmlns:a16="http://schemas.microsoft.com/office/drawing/2014/main" id="{6582B57F-46FA-439F-9464-8DF88155836D}"/>
              </a:ext>
            </a:extLst>
          </p:cNvPr>
          <p:cNvSpPr>
            <a:spLocks noGrp="1"/>
          </p:cNvSpPr>
          <p:nvPr/>
        </p:nvSpPr>
        <p:spPr>
          <a:xfrm>
            <a:off x="838200" y="5191125"/>
            <a:ext cx="10477500" cy="619125"/>
          </a:xfrm>
          <a:prstGeom prst="rect">
            <a:avLst/>
          </a:prstGeom>
          <a:noFill/>
          <a:ln w="0">
            <a:noFill/>
          </a:ln>
        </p:spPr>
        <p:txBody>
          <a:bodyPr lIns="0" tIns="0" rIns="0" bIns="0" anchor="ctr">
            <a:noAutofit/>
          </a:bodyPr>
          <a:lstStyle>
            <a:defPPr>
              <a:defRPr sz="2175" b="0">
                <a:solidFill>
                  <a:srgbClr val="253C4D"/>
                </a:solidFill>
                <a:latin typeface="Yu Gothic"/>
                <a:ea typeface="Yu Gothic"/>
                <a:cs typeface="Yu Gothic"/>
              </a:defRPr>
            </a:defPPr>
            <a:lvl1pPr>
              <a:buNone/>
              <a:defRPr sz="2175" b="0">
                <a:solidFill>
                  <a:srgbClr val="253C4D"/>
                </a:solidFill>
                <a:latin typeface="Yu Gothic"/>
                <a:ea typeface="Yu Gothic"/>
                <a:cs typeface="Yu Gothic"/>
              </a:defRPr>
            </a:lvl1pPr>
            <a:lvl2pPr>
              <a:buNone/>
              <a:defRPr sz="2175" b="0">
                <a:solidFill>
                  <a:srgbClr val="253C4D"/>
                </a:solidFill>
                <a:latin typeface="Yu Gothic"/>
                <a:ea typeface="Yu Gothic"/>
                <a:cs typeface="Yu Gothic"/>
              </a:defRPr>
            </a:lvl2pPr>
            <a:lvl3pPr>
              <a:buNone/>
              <a:defRPr sz="2175" b="0">
                <a:solidFill>
                  <a:srgbClr val="253C4D"/>
                </a:solidFill>
                <a:latin typeface="Yu Gothic"/>
                <a:ea typeface="Yu Gothic"/>
                <a:cs typeface="Yu Gothic"/>
              </a:defRPr>
            </a:lvl3pPr>
            <a:lvl4pPr>
              <a:buNone/>
              <a:defRPr sz="2175" b="0">
                <a:solidFill>
                  <a:srgbClr val="253C4D"/>
                </a:solidFill>
                <a:latin typeface="Yu Gothic"/>
                <a:ea typeface="Yu Gothic"/>
                <a:cs typeface="Yu Gothic"/>
              </a:defRPr>
            </a:lvl4pPr>
            <a:lvl5pPr>
              <a:buNone/>
              <a:defRPr sz="2175" b="0">
                <a:solidFill>
                  <a:srgbClr val="253C4D"/>
                </a:solidFill>
                <a:latin typeface="Yu Gothic"/>
                <a:ea typeface="Yu Gothic"/>
                <a:cs typeface="Yu Gothic"/>
              </a:defRPr>
            </a:lvl5pPr>
            <a:lvl6pPr>
              <a:buNone/>
              <a:defRPr sz="2175" b="0">
                <a:solidFill>
                  <a:srgbClr val="253C4D"/>
                </a:solidFill>
                <a:latin typeface="Yu Gothic"/>
                <a:ea typeface="Yu Gothic"/>
                <a:cs typeface="Yu Gothic"/>
              </a:defRPr>
            </a:lvl6pPr>
            <a:lvl7pPr>
              <a:buNone/>
              <a:defRPr sz="2175" b="0">
                <a:solidFill>
                  <a:srgbClr val="253C4D"/>
                </a:solidFill>
                <a:latin typeface="Yu Gothic"/>
                <a:ea typeface="Yu Gothic"/>
                <a:cs typeface="Yu Gothic"/>
              </a:defRPr>
            </a:lvl7pPr>
            <a:lvl8pPr>
              <a:buNone/>
              <a:defRPr sz="2175" b="0">
                <a:solidFill>
                  <a:srgbClr val="253C4D"/>
                </a:solidFill>
                <a:latin typeface="Yu Gothic"/>
                <a:ea typeface="Yu Gothic"/>
                <a:cs typeface="Yu Gothic"/>
              </a:defRPr>
            </a:lvl8pPr>
            <a:lvl9pPr>
              <a:buNone/>
              <a:defRPr sz="2175" b="0">
                <a:solidFill>
                  <a:srgbClr val="253C4D"/>
                </a:solidFill>
                <a:latin typeface="Yu Gothic"/>
                <a:ea typeface="Yu Gothic"/>
                <a:cs typeface="Yu Gothic"/>
              </a:defRPr>
            </a:lvl9pPr>
          </a:lstStyle>
          <a:p>
            <a:pPr>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製品中に残る量と期間を考える。製造・輸送の排出は別に評価。</a:t>
            </a:r>
          </a:p>
        </p:txBody>
      </p:sp>
    </p:spTree>
    <p:extLst>
      <p:ext uri="{BB962C8B-B14F-4D97-AF65-F5344CB8AC3E}">
        <p14:creationId xmlns:p14="http://schemas.microsoft.com/office/powerpoint/2010/main" val="9504408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正方形/長方形 8">
            <a:extLst>
              <a:ext uri="{FF2B5EF4-FFF2-40B4-BE49-F238E27FC236}">
                <a16:creationId xmlns:a16="http://schemas.microsoft.com/office/drawing/2014/main" id="{6C00A35A-C3F9-41B4-A794-54DF67260DD2}"/>
              </a:ext>
            </a:extLst>
          </p:cNvPr>
          <p:cNvSpPr>
            <a:spLocks noGrp="1"/>
          </p:cNvSpPr>
          <p:nvPr/>
        </p:nvSpPr>
        <p:spPr>
          <a:xfrm>
            <a:off x="685800" y="342900"/>
            <a:ext cx="10820400" cy="666750"/>
          </a:xfrm>
          <a:prstGeom prst="rect">
            <a:avLst/>
          </a:prstGeom>
          <a:noFill/>
          <a:ln w="0">
            <a:noFill/>
          </a:ln>
        </p:spPr>
        <p:txBody>
          <a:bodyPr lIns="0" tIns="0" rIns="0" bIns="0" anchor="ctr">
            <a:noAutofit/>
          </a:bodyPr>
          <a:lstStyle>
            <a:defPPr>
              <a:defRPr sz="3000" b="1">
                <a:solidFill>
                  <a:srgbClr val="18364F"/>
                </a:solidFill>
                <a:latin typeface="Yu Gothic"/>
                <a:ea typeface="Yu Gothic"/>
                <a:cs typeface="Yu Gothic"/>
              </a:defRPr>
            </a:defPPr>
            <a:lvl1pPr>
              <a:buNone/>
              <a:defRPr sz="3000" b="1">
                <a:solidFill>
                  <a:srgbClr val="18364F"/>
                </a:solidFill>
                <a:latin typeface="Yu Gothic"/>
                <a:ea typeface="Yu Gothic"/>
                <a:cs typeface="Yu Gothic"/>
              </a:defRPr>
            </a:lvl1pPr>
            <a:lvl2pPr>
              <a:buNone/>
              <a:defRPr sz="3000" b="1">
                <a:solidFill>
                  <a:srgbClr val="18364F"/>
                </a:solidFill>
                <a:latin typeface="Yu Gothic"/>
                <a:ea typeface="Yu Gothic"/>
                <a:cs typeface="Yu Gothic"/>
              </a:defRPr>
            </a:lvl2pPr>
            <a:lvl3pPr>
              <a:buNone/>
              <a:defRPr sz="3000" b="1">
                <a:solidFill>
                  <a:srgbClr val="18364F"/>
                </a:solidFill>
                <a:latin typeface="Yu Gothic"/>
                <a:ea typeface="Yu Gothic"/>
                <a:cs typeface="Yu Gothic"/>
              </a:defRPr>
            </a:lvl3pPr>
            <a:lvl4pPr>
              <a:buNone/>
              <a:defRPr sz="3000" b="1">
                <a:solidFill>
                  <a:srgbClr val="18364F"/>
                </a:solidFill>
                <a:latin typeface="Yu Gothic"/>
                <a:ea typeface="Yu Gothic"/>
                <a:cs typeface="Yu Gothic"/>
              </a:defRPr>
            </a:lvl4pPr>
            <a:lvl5pPr>
              <a:buNone/>
              <a:defRPr sz="3000" b="1">
                <a:solidFill>
                  <a:srgbClr val="18364F"/>
                </a:solidFill>
                <a:latin typeface="Yu Gothic"/>
                <a:ea typeface="Yu Gothic"/>
                <a:cs typeface="Yu Gothic"/>
              </a:defRPr>
            </a:lvl5pPr>
            <a:lvl6pPr>
              <a:buNone/>
              <a:defRPr sz="3000" b="1">
                <a:solidFill>
                  <a:srgbClr val="18364F"/>
                </a:solidFill>
                <a:latin typeface="Yu Gothic"/>
                <a:ea typeface="Yu Gothic"/>
                <a:cs typeface="Yu Gothic"/>
              </a:defRPr>
            </a:lvl6pPr>
            <a:lvl7pPr>
              <a:buNone/>
              <a:defRPr sz="3000" b="1">
                <a:solidFill>
                  <a:srgbClr val="18364F"/>
                </a:solidFill>
                <a:latin typeface="Yu Gothic"/>
                <a:ea typeface="Yu Gothic"/>
                <a:cs typeface="Yu Gothic"/>
              </a:defRPr>
            </a:lvl7pPr>
            <a:lvl8pPr>
              <a:buNone/>
              <a:defRPr sz="3000" b="1">
                <a:solidFill>
                  <a:srgbClr val="18364F"/>
                </a:solidFill>
                <a:latin typeface="Yu Gothic"/>
                <a:ea typeface="Yu Gothic"/>
                <a:cs typeface="Yu Gothic"/>
              </a:defRPr>
            </a:lvl8pPr>
            <a:lvl9pPr>
              <a:buNone/>
              <a:defRPr sz="3000" b="1">
                <a:solidFill>
                  <a:srgbClr val="18364F"/>
                </a:solidFill>
                <a:latin typeface="Yu Gothic"/>
                <a:ea typeface="Yu Gothic"/>
                <a:cs typeface="Yu Gothic"/>
              </a:defRPr>
            </a:lvl9pPr>
          </a:lstStyle>
          <a:p>
            <a:pPr>
              <a:buNone/>
              <a:defRPr sz="3000" b="1">
                <a:solidFill>
                  <a:srgbClr val="18364F"/>
                </a:solidFill>
                <a:latin typeface="Yu Gothic"/>
                <a:ea typeface="Yu Gothic"/>
                <a:cs typeface="Yu Gothic"/>
              </a:defRPr>
            </a:pPr>
            <a:r>
              <a:rPr sz="3000" b="1">
                <a:solidFill>
                  <a:srgbClr val="18364F"/>
                </a:solidFill>
                <a:latin typeface="Yu Gothic"/>
                <a:ea typeface="Yu Gothic"/>
                <a:cs typeface="Yu Gothic"/>
              </a:rPr>
              <a:t>炭素貯蔵量を、全乾質量から考える</a:t>
            </a:r>
          </a:p>
        </p:txBody>
      </p:sp>
      <p:sp>
        <p:nvSpPr>
          <p:cNvPr id="2" name="正方形/長方形 1">
            <a:extLst>
              <a:ext uri="{FF2B5EF4-FFF2-40B4-BE49-F238E27FC236}">
                <a16:creationId xmlns:a16="http://schemas.microsoft.com/office/drawing/2014/main" id="{36937739-FC17-4E9F-A12E-D08A716538E5}"/>
              </a:ext>
            </a:extLst>
          </p:cNvPr>
          <p:cNvSpPr>
            <a:spLocks noGrp="1"/>
          </p:cNvSpPr>
          <p:nvPr/>
        </p:nvSpPr>
        <p:spPr>
          <a:xfrm>
            <a:off x="685800" y="1181100"/>
            <a:ext cx="10820400" cy="19050"/>
          </a:xfrm>
          <a:prstGeom prst="rect">
            <a:avLst/>
          </a:prstGeom>
          <a:solidFill>
            <a:srgbClr val="18364F"/>
          </a:solidFill>
          <a:ln w="0">
            <a:noFill/>
          </a:ln>
        </p:spPr>
      </p:sp>
      <p:sp>
        <p:nvSpPr>
          <p:cNvPr id="3" name="正方形/長方形 2">
            <a:extLst>
              <a:ext uri="{FF2B5EF4-FFF2-40B4-BE49-F238E27FC236}">
                <a16:creationId xmlns:a16="http://schemas.microsoft.com/office/drawing/2014/main" id="{10613EEE-BFC3-4869-9D0F-A6C3CB29C900}"/>
              </a:ext>
            </a:extLst>
          </p:cNvPr>
          <p:cNvSpPr>
            <a:spLocks noGrp="1"/>
          </p:cNvSpPr>
          <p:nvPr/>
        </p:nvSpPr>
        <p:spPr>
          <a:xfrm>
            <a:off x="685800" y="6419850"/>
            <a:ext cx="9334500" cy="257175"/>
          </a:xfrm>
          <a:prstGeom prst="rect">
            <a:avLst/>
          </a:prstGeom>
          <a:noFill/>
          <a:ln w="0">
            <a:noFill/>
          </a:ln>
        </p:spPr>
        <p:txBody>
          <a:bodyPr lIns="0" tIns="0" rIns="0" bIns="0" anchor="ctr">
            <a:noAutofit/>
          </a:bodyPr>
          <a:lstStyle>
            <a:defPPr>
              <a:defRPr sz="1425" b="0">
                <a:solidFill>
                  <a:srgbClr val="596875"/>
                </a:solidFill>
                <a:latin typeface="Yu Gothic"/>
                <a:ea typeface="Yu Gothic"/>
                <a:cs typeface="Yu Gothic"/>
              </a:defRPr>
            </a:defPPr>
            <a:lvl1pPr>
              <a:buNone/>
              <a:defRPr sz="1425" b="0">
                <a:solidFill>
                  <a:srgbClr val="596875"/>
                </a:solidFill>
                <a:latin typeface="Yu Gothic"/>
                <a:ea typeface="Yu Gothic"/>
                <a:cs typeface="Yu Gothic"/>
              </a:defRPr>
            </a:lvl1pPr>
            <a:lvl2pPr>
              <a:buNone/>
              <a:defRPr sz="1425" b="0">
                <a:solidFill>
                  <a:srgbClr val="596875"/>
                </a:solidFill>
                <a:latin typeface="Yu Gothic"/>
                <a:ea typeface="Yu Gothic"/>
                <a:cs typeface="Yu Gothic"/>
              </a:defRPr>
            </a:lvl2pPr>
            <a:lvl3pPr>
              <a:buNone/>
              <a:defRPr sz="1425" b="0">
                <a:solidFill>
                  <a:srgbClr val="596875"/>
                </a:solidFill>
                <a:latin typeface="Yu Gothic"/>
                <a:ea typeface="Yu Gothic"/>
                <a:cs typeface="Yu Gothic"/>
              </a:defRPr>
            </a:lvl3pPr>
            <a:lvl4pPr>
              <a:buNone/>
              <a:defRPr sz="1425" b="0">
                <a:solidFill>
                  <a:srgbClr val="596875"/>
                </a:solidFill>
                <a:latin typeface="Yu Gothic"/>
                <a:ea typeface="Yu Gothic"/>
                <a:cs typeface="Yu Gothic"/>
              </a:defRPr>
            </a:lvl4pPr>
            <a:lvl5pPr>
              <a:buNone/>
              <a:defRPr sz="1425" b="0">
                <a:solidFill>
                  <a:srgbClr val="596875"/>
                </a:solidFill>
                <a:latin typeface="Yu Gothic"/>
                <a:ea typeface="Yu Gothic"/>
                <a:cs typeface="Yu Gothic"/>
              </a:defRPr>
            </a:lvl5pPr>
            <a:lvl6pPr>
              <a:buNone/>
              <a:defRPr sz="1425" b="0">
                <a:solidFill>
                  <a:srgbClr val="596875"/>
                </a:solidFill>
                <a:latin typeface="Yu Gothic"/>
                <a:ea typeface="Yu Gothic"/>
                <a:cs typeface="Yu Gothic"/>
              </a:defRPr>
            </a:lvl6pPr>
            <a:lvl7pPr>
              <a:buNone/>
              <a:defRPr sz="1425" b="0">
                <a:solidFill>
                  <a:srgbClr val="596875"/>
                </a:solidFill>
                <a:latin typeface="Yu Gothic"/>
                <a:ea typeface="Yu Gothic"/>
                <a:cs typeface="Yu Gothic"/>
              </a:defRPr>
            </a:lvl7pPr>
            <a:lvl8pPr>
              <a:buNone/>
              <a:defRPr sz="1425" b="0">
                <a:solidFill>
                  <a:srgbClr val="596875"/>
                </a:solidFill>
                <a:latin typeface="Yu Gothic"/>
                <a:ea typeface="Yu Gothic"/>
                <a:cs typeface="Yu Gothic"/>
              </a:defRPr>
            </a:lvl8pPr>
            <a:lvl9pPr>
              <a:buNone/>
              <a:defRPr sz="1425" b="0">
                <a:solidFill>
                  <a:srgbClr val="596875"/>
                </a:solidFill>
                <a:latin typeface="Yu Gothic"/>
                <a:ea typeface="Yu Gothic"/>
                <a:cs typeface="Yu Gothic"/>
              </a:defRPr>
            </a:lvl9pPr>
          </a:lstStyle>
          <a:p>
            <a:pPr>
              <a:buNone/>
              <a:defRPr sz="1425" b="0">
                <a:solidFill>
                  <a:srgbClr val="596875"/>
                </a:solidFill>
                <a:latin typeface="Yu Gothic"/>
                <a:ea typeface="Yu Gothic"/>
                <a:cs typeface="Yu Gothic"/>
              </a:defRPr>
            </a:pPr>
            <a:r>
              <a:rPr lang="ja-JP" altLang="en-US" sz="1425" b="0">
                <a:solidFill>
                  <a:srgbClr val="596875"/>
                </a:solidFill>
                <a:latin typeface="Yu Gothic"/>
                <a:ea typeface="Yu Gothic"/>
                <a:cs typeface="Yu Gothic"/>
              </a:rPr>
              <a:t>木材及び木質材料学　新第</a:t>
            </a:r>
            <a:r>
              <a:rPr lang="en-US" altLang="ja-JP" sz="1425" b="0">
                <a:solidFill>
                  <a:srgbClr val="596875"/>
                </a:solidFill>
                <a:latin typeface="Yu Gothic"/>
                <a:ea typeface="Yu Gothic"/>
                <a:cs typeface="Yu Gothic"/>
              </a:rPr>
              <a:t>14</a:t>
            </a:r>
            <a:r>
              <a:rPr lang="ja-JP" altLang="en-US" sz="1425" b="0">
                <a:solidFill>
                  <a:srgbClr val="596875"/>
                </a:solidFill>
                <a:latin typeface="Yu Gothic"/>
                <a:ea typeface="Yu Gothic"/>
                <a:cs typeface="Yu Gothic"/>
              </a:rPr>
              <a:t>回　資源・環境</a:t>
            </a:r>
            <a:endParaRPr sz="1425" b="0">
              <a:solidFill>
                <a:srgbClr val="596875"/>
              </a:solidFill>
              <a:latin typeface="Yu Gothic"/>
              <a:ea typeface="Yu Gothic"/>
              <a:cs typeface="Yu Gothic"/>
            </a:endParaRPr>
          </a:p>
        </p:txBody>
      </p:sp>
      <p:sp>
        <p:nvSpPr>
          <p:cNvPr id="4" name="正方形/長方形 3">
            <a:extLst>
              <a:ext uri="{FF2B5EF4-FFF2-40B4-BE49-F238E27FC236}">
                <a16:creationId xmlns:a16="http://schemas.microsoft.com/office/drawing/2014/main" id="{6C77B17A-9581-4C86-8831-C7E986CB1DA9}"/>
              </a:ext>
            </a:extLst>
          </p:cNvPr>
          <p:cNvSpPr>
            <a:spLocks noGrp="1"/>
          </p:cNvSpPr>
          <p:nvPr/>
        </p:nvSpPr>
        <p:spPr>
          <a:xfrm>
            <a:off x="10763250" y="6419850"/>
            <a:ext cx="742950" cy="257175"/>
          </a:xfrm>
          <a:prstGeom prst="rect">
            <a:avLst/>
          </a:prstGeom>
          <a:noFill/>
          <a:ln w="0">
            <a:noFill/>
          </a:ln>
        </p:spPr>
        <p:txBody>
          <a:bodyPr lIns="0" tIns="0" rIns="0" bIns="0" anchor="ctr">
            <a:noAutofit/>
          </a:bodyPr>
          <a:lstStyle>
            <a:defPPr>
              <a:defRPr sz="1425" b="0">
                <a:solidFill>
                  <a:srgbClr val="596875"/>
                </a:solidFill>
                <a:latin typeface="Yu Gothic"/>
                <a:ea typeface="Yu Gothic"/>
                <a:cs typeface="Yu Gothic"/>
              </a:defRPr>
            </a:defPPr>
            <a:lvl1pPr>
              <a:buNone/>
              <a:defRPr sz="1425" b="0">
                <a:solidFill>
                  <a:srgbClr val="596875"/>
                </a:solidFill>
                <a:latin typeface="Yu Gothic"/>
                <a:ea typeface="Yu Gothic"/>
                <a:cs typeface="Yu Gothic"/>
              </a:defRPr>
            </a:lvl1pPr>
            <a:lvl2pPr>
              <a:buNone/>
              <a:defRPr sz="1425" b="0">
                <a:solidFill>
                  <a:srgbClr val="596875"/>
                </a:solidFill>
                <a:latin typeface="Yu Gothic"/>
                <a:ea typeface="Yu Gothic"/>
                <a:cs typeface="Yu Gothic"/>
              </a:defRPr>
            </a:lvl2pPr>
            <a:lvl3pPr>
              <a:buNone/>
              <a:defRPr sz="1425" b="0">
                <a:solidFill>
                  <a:srgbClr val="596875"/>
                </a:solidFill>
                <a:latin typeface="Yu Gothic"/>
                <a:ea typeface="Yu Gothic"/>
                <a:cs typeface="Yu Gothic"/>
              </a:defRPr>
            </a:lvl3pPr>
            <a:lvl4pPr>
              <a:buNone/>
              <a:defRPr sz="1425" b="0">
                <a:solidFill>
                  <a:srgbClr val="596875"/>
                </a:solidFill>
                <a:latin typeface="Yu Gothic"/>
                <a:ea typeface="Yu Gothic"/>
                <a:cs typeface="Yu Gothic"/>
              </a:defRPr>
            </a:lvl4pPr>
            <a:lvl5pPr>
              <a:buNone/>
              <a:defRPr sz="1425" b="0">
                <a:solidFill>
                  <a:srgbClr val="596875"/>
                </a:solidFill>
                <a:latin typeface="Yu Gothic"/>
                <a:ea typeface="Yu Gothic"/>
                <a:cs typeface="Yu Gothic"/>
              </a:defRPr>
            </a:lvl5pPr>
            <a:lvl6pPr>
              <a:buNone/>
              <a:defRPr sz="1425" b="0">
                <a:solidFill>
                  <a:srgbClr val="596875"/>
                </a:solidFill>
                <a:latin typeface="Yu Gothic"/>
                <a:ea typeface="Yu Gothic"/>
                <a:cs typeface="Yu Gothic"/>
              </a:defRPr>
            </a:lvl6pPr>
            <a:lvl7pPr>
              <a:buNone/>
              <a:defRPr sz="1425" b="0">
                <a:solidFill>
                  <a:srgbClr val="596875"/>
                </a:solidFill>
                <a:latin typeface="Yu Gothic"/>
                <a:ea typeface="Yu Gothic"/>
                <a:cs typeface="Yu Gothic"/>
              </a:defRPr>
            </a:lvl7pPr>
            <a:lvl8pPr>
              <a:buNone/>
              <a:defRPr sz="1425" b="0">
                <a:solidFill>
                  <a:srgbClr val="596875"/>
                </a:solidFill>
                <a:latin typeface="Yu Gothic"/>
                <a:ea typeface="Yu Gothic"/>
                <a:cs typeface="Yu Gothic"/>
              </a:defRPr>
            </a:lvl8pPr>
            <a:lvl9pPr>
              <a:buNone/>
              <a:defRPr sz="1425" b="0">
                <a:solidFill>
                  <a:srgbClr val="596875"/>
                </a:solidFill>
                <a:latin typeface="Yu Gothic"/>
                <a:ea typeface="Yu Gothic"/>
                <a:cs typeface="Yu Gothic"/>
              </a:defRPr>
            </a:lvl9pPr>
          </a:lstStyle>
          <a:p>
            <a:pPr>
              <a:buNone/>
              <a:defRPr sz="1425" b="0">
                <a:solidFill>
                  <a:srgbClr val="596875"/>
                </a:solidFill>
                <a:latin typeface="Yu Gothic"/>
                <a:ea typeface="Yu Gothic"/>
                <a:cs typeface="Yu Gothic"/>
              </a:defRPr>
            </a:pPr>
            <a:r>
              <a:rPr lang="en-US" altLang="ja-JP" sz="1425" b="0">
                <a:solidFill>
                  <a:srgbClr val="596875"/>
                </a:solidFill>
                <a:latin typeface="Yu Gothic"/>
                <a:ea typeface="Yu Gothic"/>
                <a:cs typeface="Yu Gothic"/>
              </a:rPr>
              <a:t>39</a:t>
            </a:r>
            <a:endParaRPr sz="1425" b="0">
              <a:solidFill>
                <a:srgbClr val="596875"/>
              </a:solidFill>
              <a:latin typeface="Yu Gothic"/>
              <a:ea typeface="Yu Gothic"/>
              <a:cs typeface="Yu Gothic"/>
            </a:endParaRPr>
          </a:p>
        </p:txBody>
      </p:sp>
      <p:sp>
        <p:nvSpPr>
          <p:cNvPr id="5" name="正方形/長方形 4">
            <a:extLst>
              <a:ext uri="{FF2B5EF4-FFF2-40B4-BE49-F238E27FC236}">
                <a16:creationId xmlns:a16="http://schemas.microsoft.com/office/drawing/2014/main" id="{AD6642EC-4687-44CC-BE2D-02DB84FB69FF}"/>
              </a:ext>
            </a:extLst>
          </p:cNvPr>
          <p:cNvSpPr>
            <a:spLocks noGrp="1"/>
          </p:cNvSpPr>
          <p:nvPr/>
        </p:nvSpPr>
        <p:spPr>
          <a:xfrm>
            <a:off x="838200" y="1638300"/>
            <a:ext cx="10477500" cy="809625"/>
          </a:xfrm>
          <a:prstGeom prst="rect">
            <a:avLst/>
          </a:prstGeom>
          <a:noFill/>
          <a:ln w="0">
            <a:noFill/>
          </a:ln>
        </p:spPr>
        <p:txBody>
          <a:bodyPr lIns="0" tIns="0" rIns="0" bIns="0" anchor="ctr">
            <a:noAutofit/>
          </a:bodyPr>
          <a:lstStyle>
            <a:defPPr>
              <a:defRPr sz="2625" b="1">
                <a:solidFill>
                  <a:srgbClr val="253C4D"/>
                </a:solidFill>
                <a:latin typeface="Yu Gothic"/>
                <a:ea typeface="Yu Gothic"/>
                <a:cs typeface="Yu Gothic"/>
              </a:defRPr>
            </a:defPPr>
            <a:lvl1pPr>
              <a:buNone/>
              <a:defRPr sz="2625" b="1">
                <a:solidFill>
                  <a:srgbClr val="253C4D"/>
                </a:solidFill>
                <a:latin typeface="Yu Gothic"/>
                <a:ea typeface="Yu Gothic"/>
                <a:cs typeface="Yu Gothic"/>
              </a:defRPr>
            </a:lvl1pPr>
            <a:lvl2pPr>
              <a:buNone/>
              <a:defRPr sz="2625" b="1">
                <a:solidFill>
                  <a:srgbClr val="253C4D"/>
                </a:solidFill>
                <a:latin typeface="Yu Gothic"/>
                <a:ea typeface="Yu Gothic"/>
                <a:cs typeface="Yu Gothic"/>
              </a:defRPr>
            </a:lvl2pPr>
            <a:lvl3pPr>
              <a:buNone/>
              <a:defRPr sz="2625" b="1">
                <a:solidFill>
                  <a:srgbClr val="253C4D"/>
                </a:solidFill>
                <a:latin typeface="Yu Gothic"/>
                <a:ea typeface="Yu Gothic"/>
                <a:cs typeface="Yu Gothic"/>
              </a:defRPr>
            </a:lvl3pPr>
            <a:lvl4pPr>
              <a:buNone/>
              <a:defRPr sz="2625" b="1">
                <a:solidFill>
                  <a:srgbClr val="253C4D"/>
                </a:solidFill>
                <a:latin typeface="Yu Gothic"/>
                <a:ea typeface="Yu Gothic"/>
                <a:cs typeface="Yu Gothic"/>
              </a:defRPr>
            </a:lvl4pPr>
            <a:lvl5pPr>
              <a:buNone/>
              <a:defRPr sz="2625" b="1">
                <a:solidFill>
                  <a:srgbClr val="253C4D"/>
                </a:solidFill>
                <a:latin typeface="Yu Gothic"/>
                <a:ea typeface="Yu Gothic"/>
                <a:cs typeface="Yu Gothic"/>
              </a:defRPr>
            </a:lvl5pPr>
            <a:lvl6pPr>
              <a:buNone/>
              <a:defRPr sz="2625" b="1">
                <a:solidFill>
                  <a:srgbClr val="253C4D"/>
                </a:solidFill>
                <a:latin typeface="Yu Gothic"/>
                <a:ea typeface="Yu Gothic"/>
                <a:cs typeface="Yu Gothic"/>
              </a:defRPr>
            </a:lvl6pPr>
            <a:lvl7pPr>
              <a:buNone/>
              <a:defRPr sz="2625" b="1">
                <a:solidFill>
                  <a:srgbClr val="253C4D"/>
                </a:solidFill>
                <a:latin typeface="Yu Gothic"/>
                <a:ea typeface="Yu Gothic"/>
                <a:cs typeface="Yu Gothic"/>
              </a:defRPr>
            </a:lvl7pPr>
            <a:lvl8pPr>
              <a:buNone/>
              <a:defRPr sz="2625" b="1">
                <a:solidFill>
                  <a:srgbClr val="253C4D"/>
                </a:solidFill>
                <a:latin typeface="Yu Gothic"/>
                <a:ea typeface="Yu Gothic"/>
                <a:cs typeface="Yu Gothic"/>
              </a:defRPr>
            </a:lvl8pPr>
            <a:lvl9pPr>
              <a:buNone/>
              <a:defRPr sz="2625" b="1">
                <a:solidFill>
                  <a:srgbClr val="253C4D"/>
                </a:solidFill>
                <a:latin typeface="Yu Gothic"/>
                <a:ea typeface="Yu Gothic"/>
                <a:cs typeface="Yu Gothic"/>
              </a:defRPr>
            </a:lvl9pPr>
          </a:lstStyle>
          <a:p>
            <a:pPr>
              <a:buNone/>
              <a:defRPr sz="2625" b="1">
                <a:solidFill>
                  <a:srgbClr val="253C4D"/>
                </a:solidFill>
                <a:latin typeface="Yu Gothic"/>
                <a:ea typeface="Yu Gothic"/>
                <a:cs typeface="Yu Gothic"/>
              </a:defRPr>
            </a:pPr>
            <a:r>
              <a:rPr sz="2625" b="1">
                <a:solidFill>
                  <a:srgbClr val="253C4D"/>
                </a:solidFill>
                <a:latin typeface="Yu Gothic"/>
                <a:ea typeface="Yu Gothic"/>
                <a:cs typeface="Yu Gothic"/>
              </a:rPr>
              <a:t>全乾質量 M₀ × 炭素質量割合 c ＝ 炭素量 C</a:t>
            </a:r>
          </a:p>
        </p:txBody>
      </p:sp>
      <p:sp>
        <p:nvSpPr>
          <p:cNvPr id="6" name="正方形/長方形 5">
            <a:extLst>
              <a:ext uri="{FF2B5EF4-FFF2-40B4-BE49-F238E27FC236}">
                <a16:creationId xmlns:a16="http://schemas.microsoft.com/office/drawing/2014/main" id="{F9D84B97-84D6-4934-8C0A-6BE4C24A5FA3}"/>
              </a:ext>
            </a:extLst>
          </p:cNvPr>
          <p:cNvSpPr>
            <a:spLocks noGrp="1"/>
          </p:cNvSpPr>
          <p:nvPr/>
        </p:nvSpPr>
        <p:spPr>
          <a:xfrm>
            <a:off x="838200" y="2790825"/>
            <a:ext cx="10477500" cy="809625"/>
          </a:xfrm>
          <a:prstGeom prst="rect">
            <a:avLst/>
          </a:prstGeom>
          <a:noFill/>
          <a:ln w="0">
            <a:noFill/>
          </a:ln>
        </p:spPr>
        <p:txBody>
          <a:bodyPr lIns="0" tIns="0" rIns="0" bIns="0" anchor="ctr">
            <a:noAutofit/>
          </a:bodyPr>
          <a:lstStyle>
            <a:defPPr>
              <a:defRPr sz="3150" b="1">
                <a:solidFill>
                  <a:srgbClr val="087E8B"/>
                </a:solidFill>
                <a:latin typeface="Yu Gothic"/>
                <a:ea typeface="Yu Gothic"/>
                <a:cs typeface="Yu Gothic"/>
              </a:defRPr>
            </a:defPPr>
            <a:lvl1pPr>
              <a:buNone/>
              <a:defRPr sz="3150" b="1">
                <a:solidFill>
                  <a:srgbClr val="087E8B"/>
                </a:solidFill>
                <a:latin typeface="Yu Gothic"/>
                <a:ea typeface="Yu Gothic"/>
                <a:cs typeface="Yu Gothic"/>
              </a:defRPr>
            </a:lvl1pPr>
            <a:lvl2pPr>
              <a:buNone/>
              <a:defRPr sz="3150" b="1">
                <a:solidFill>
                  <a:srgbClr val="087E8B"/>
                </a:solidFill>
                <a:latin typeface="Yu Gothic"/>
                <a:ea typeface="Yu Gothic"/>
                <a:cs typeface="Yu Gothic"/>
              </a:defRPr>
            </a:lvl2pPr>
            <a:lvl3pPr>
              <a:buNone/>
              <a:defRPr sz="3150" b="1">
                <a:solidFill>
                  <a:srgbClr val="087E8B"/>
                </a:solidFill>
                <a:latin typeface="Yu Gothic"/>
                <a:ea typeface="Yu Gothic"/>
                <a:cs typeface="Yu Gothic"/>
              </a:defRPr>
            </a:lvl3pPr>
            <a:lvl4pPr>
              <a:buNone/>
              <a:defRPr sz="3150" b="1">
                <a:solidFill>
                  <a:srgbClr val="087E8B"/>
                </a:solidFill>
                <a:latin typeface="Yu Gothic"/>
                <a:ea typeface="Yu Gothic"/>
                <a:cs typeface="Yu Gothic"/>
              </a:defRPr>
            </a:lvl4pPr>
            <a:lvl5pPr>
              <a:buNone/>
              <a:defRPr sz="3150" b="1">
                <a:solidFill>
                  <a:srgbClr val="087E8B"/>
                </a:solidFill>
                <a:latin typeface="Yu Gothic"/>
                <a:ea typeface="Yu Gothic"/>
                <a:cs typeface="Yu Gothic"/>
              </a:defRPr>
            </a:lvl5pPr>
            <a:lvl6pPr>
              <a:buNone/>
              <a:defRPr sz="3150" b="1">
                <a:solidFill>
                  <a:srgbClr val="087E8B"/>
                </a:solidFill>
                <a:latin typeface="Yu Gothic"/>
                <a:ea typeface="Yu Gothic"/>
                <a:cs typeface="Yu Gothic"/>
              </a:defRPr>
            </a:lvl6pPr>
            <a:lvl7pPr>
              <a:buNone/>
              <a:defRPr sz="3150" b="1">
                <a:solidFill>
                  <a:srgbClr val="087E8B"/>
                </a:solidFill>
                <a:latin typeface="Yu Gothic"/>
                <a:ea typeface="Yu Gothic"/>
                <a:cs typeface="Yu Gothic"/>
              </a:defRPr>
            </a:lvl7pPr>
            <a:lvl8pPr>
              <a:buNone/>
              <a:defRPr sz="3150" b="1">
                <a:solidFill>
                  <a:srgbClr val="087E8B"/>
                </a:solidFill>
                <a:latin typeface="Yu Gothic"/>
                <a:ea typeface="Yu Gothic"/>
                <a:cs typeface="Yu Gothic"/>
              </a:defRPr>
            </a:lvl8pPr>
            <a:lvl9pPr>
              <a:buNone/>
              <a:defRPr sz="3150" b="1">
                <a:solidFill>
                  <a:srgbClr val="087E8B"/>
                </a:solidFill>
                <a:latin typeface="Yu Gothic"/>
                <a:ea typeface="Yu Gothic"/>
                <a:cs typeface="Yu Gothic"/>
              </a:defRPr>
            </a:lvl9pPr>
          </a:lstStyle>
          <a:p>
            <a:pPr>
              <a:buNone/>
              <a:defRPr sz="3150" b="1">
                <a:solidFill>
                  <a:srgbClr val="087E8B"/>
                </a:solidFill>
                <a:latin typeface="Yu Gothic"/>
                <a:ea typeface="Yu Gothic"/>
                <a:cs typeface="Yu Gothic"/>
              </a:defRPr>
            </a:pPr>
            <a:r>
              <a:rPr sz="3150" b="1">
                <a:solidFill>
                  <a:srgbClr val="087E8B"/>
                </a:solidFill>
                <a:latin typeface="Yu Gothic"/>
                <a:ea typeface="Yu Gothic"/>
                <a:cs typeface="Yu Gothic"/>
              </a:rPr>
              <a:t>CO₂換算量 ＝ C × 44 / 12</a:t>
            </a:r>
          </a:p>
        </p:txBody>
      </p:sp>
      <p:sp>
        <p:nvSpPr>
          <p:cNvPr id="7" name="正方形/長方形 6">
            <a:extLst>
              <a:ext uri="{FF2B5EF4-FFF2-40B4-BE49-F238E27FC236}">
                <a16:creationId xmlns:a16="http://schemas.microsoft.com/office/drawing/2014/main" id="{44713582-1BE5-45FF-9A80-A44F811A6C80}"/>
              </a:ext>
            </a:extLst>
          </p:cNvPr>
          <p:cNvSpPr>
            <a:spLocks noGrp="1"/>
          </p:cNvSpPr>
          <p:nvPr/>
        </p:nvSpPr>
        <p:spPr>
          <a:xfrm>
            <a:off x="838200" y="3781425"/>
            <a:ext cx="10477500" cy="666750"/>
          </a:xfrm>
          <a:prstGeom prst="rect">
            <a:avLst/>
          </a:prstGeom>
          <a:noFill/>
          <a:ln w="0">
            <a:noFill/>
          </a:ln>
        </p:spPr>
        <p:txBody>
          <a:bodyPr lIns="0" tIns="0" rIns="0" bIns="0" anchor="ctr">
            <a:noAutofit/>
          </a:bodyPr>
          <a:lstStyle>
            <a:defPPr>
              <a:defRPr sz="2175" b="0">
                <a:solidFill>
                  <a:srgbClr val="253C4D"/>
                </a:solidFill>
                <a:latin typeface="Yu Gothic"/>
                <a:ea typeface="Yu Gothic"/>
                <a:cs typeface="Yu Gothic"/>
              </a:defRPr>
            </a:defPPr>
            <a:lvl1pPr>
              <a:buNone/>
              <a:defRPr sz="2175" b="0">
                <a:solidFill>
                  <a:srgbClr val="253C4D"/>
                </a:solidFill>
                <a:latin typeface="Yu Gothic"/>
                <a:ea typeface="Yu Gothic"/>
                <a:cs typeface="Yu Gothic"/>
              </a:defRPr>
            </a:lvl1pPr>
            <a:lvl2pPr>
              <a:buNone/>
              <a:defRPr sz="2175" b="0">
                <a:solidFill>
                  <a:srgbClr val="253C4D"/>
                </a:solidFill>
                <a:latin typeface="Yu Gothic"/>
                <a:ea typeface="Yu Gothic"/>
                <a:cs typeface="Yu Gothic"/>
              </a:defRPr>
            </a:lvl2pPr>
            <a:lvl3pPr>
              <a:buNone/>
              <a:defRPr sz="2175" b="0">
                <a:solidFill>
                  <a:srgbClr val="253C4D"/>
                </a:solidFill>
                <a:latin typeface="Yu Gothic"/>
                <a:ea typeface="Yu Gothic"/>
                <a:cs typeface="Yu Gothic"/>
              </a:defRPr>
            </a:lvl3pPr>
            <a:lvl4pPr>
              <a:buNone/>
              <a:defRPr sz="2175" b="0">
                <a:solidFill>
                  <a:srgbClr val="253C4D"/>
                </a:solidFill>
                <a:latin typeface="Yu Gothic"/>
                <a:ea typeface="Yu Gothic"/>
                <a:cs typeface="Yu Gothic"/>
              </a:defRPr>
            </a:lvl4pPr>
            <a:lvl5pPr>
              <a:buNone/>
              <a:defRPr sz="2175" b="0">
                <a:solidFill>
                  <a:srgbClr val="253C4D"/>
                </a:solidFill>
                <a:latin typeface="Yu Gothic"/>
                <a:ea typeface="Yu Gothic"/>
                <a:cs typeface="Yu Gothic"/>
              </a:defRPr>
            </a:lvl5pPr>
            <a:lvl6pPr>
              <a:buNone/>
              <a:defRPr sz="2175" b="0">
                <a:solidFill>
                  <a:srgbClr val="253C4D"/>
                </a:solidFill>
                <a:latin typeface="Yu Gothic"/>
                <a:ea typeface="Yu Gothic"/>
                <a:cs typeface="Yu Gothic"/>
              </a:defRPr>
            </a:lvl6pPr>
            <a:lvl7pPr>
              <a:buNone/>
              <a:defRPr sz="2175" b="0">
                <a:solidFill>
                  <a:srgbClr val="253C4D"/>
                </a:solidFill>
                <a:latin typeface="Yu Gothic"/>
                <a:ea typeface="Yu Gothic"/>
                <a:cs typeface="Yu Gothic"/>
              </a:defRPr>
            </a:lvl7pPr>
            <a:lvl8pPr>
              <a:buNone/>
              <a:defRPr sz="2175" b="0">
                <a:solidFill>
                  <a:srgbClr val="253C4D"/>
                </a:solidFill>
                <a:latin typeface="Yu Gothic"/>
                <a:ea typeface="Yu Gothic"/>
                <a:cs typeface="Yu Gothic"/>
              </a:defRPr>
            </a:lvl8pPr>
            <a:lvl9pPr>
              <a:buNone/>
              <a:defRPr sz="2175" b="0">
                <a:solidFill>
                  <a:srgbClr val="253C4D"/>
                </a:solidFill>
                <a:latin typeface="Yu Gothic"/>
                <a:ea typeface="Yu Gothic"/>
                <a:cs typeface="Yu Gothic"/>
              </a:defRPr>
            </a:lvl9pPr>
          </a:lstStyle>
          <a:p>
            <a:pPr>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44：CO₂の分子量　12：炭素の原子量</a:t>
            </a:r>
          </a:p>
        </p:txBody>
      </p:sp>
      <p:sp>
        <p:nvSpPr>
          <p:cNvPr id="8" name="正方形/長方形 7">
            <a:extLst>
              <a:ext uri="{FF2B5EF4-FFF2-40B4-BE49-F238E27FC236}">
                <a16:creationId xmlns:a16="http://schemas.microsoft.com/office/drawing/2014/main" id="{A8986D25-357B-4030-ABB0-57232FFAA020}"/>
              </a:ext>
            </a:extLst>
          </p:cNvPr>
          <p:cNvSpPr>
            <a:spLocks noGrp="1"/>
          </p:cNvSpPr>
          <p:nvPr/>
        </p:nvSpPr>
        <p:spPr>
          <a:xfrm>
            <a:off x="838200" y="4867275"/>
            <a:ext cx="10477500" cy="647700"/>
          </a:xfrm>
          <a:prstGeom prst="rect">
            <a:avLst/>
          </a:prstGeom>
          <a:noFill/>
          <a:ln w="0">
            <a:noFill/>
          </a:ln>
        </p:spPr>
        <p:txBody>
          <a:bodyPr lIns="0" tIns="0" rIns="0" bIns="0" anchor="ctr">
            <a:noAutofit/>
          </a:bodyPr>
          <a:lstStyle>
            <a:defPPr>
              <a:defRPr sz="2175" b="1">
                <a:solidFill>
                  <a:srgbClr val="253C4D"/>
                </a:solidFill>
                <a:latin typeface="Yu Gothic"/>
                <a:ea typeface="Yu Gothic"/>
                <a:cs typeface="Yu Gothic"/>
              </a:defRPr>
            </a:defPPr>
            <a:lvl1pPr>
              <a:buNone/>
              <a:defRPr sz="2175" b="1">
                <a:solidFill>
                  <a:srgbClr val="253C4D"/>
                </a:solidFill>
                <a:latin typeface="Yu Gothic"/>
                <a:ea typeface="Yu Gothic"/>
                <a:cs typeface="Yu Gothic"/>
              </a:defRPr>
            </a:lvl1pPr>
            <a:lvl2pPr>
              <a:buNone/>
              <a:defRPr sz="2175" b="1">
                <a:solidFill>
                  <a:srgbClr val="253C4D"/>
                </a:solidFill>
                <a:latin typeface="Yu Gothic"/>
                <a:ea typeface="Yu Gothic"/>
                <a:cs typeface="Yu Gothic"/>
              </a:defRPr>
            </a:lvl2pPr>
            <a:lvl3pPr>
              <a:buNone/>
              <a:defRPr sz="2175" b="1">
                <a:solidFill>
                  <a:srgbClr val="253C4D"/>
                </a:solidFill>
                <a:latin typeface="Yu Gothic"/>
                <a:ea typeface="Yu Gothic"/>
                <a:cs typeface="Yu Gothic"/>
              </a:defRPr>
            </a:lvl3pPr>
            <a:lvl4pPr>
              <a:buNone/>
              <a:defRPr sz="2175" b="1">
                <a:solidFill>
                  <a:srgbClr val="253C4D"/>
                </a:solidFill>
                <a:latin typeface="Yu Gothic"/>
                <a:ea typeface="Yu Gothic"/>
                <a:cs typeface="Yu Gothic"/>
              </a:defRPr>
            </a:lvl4pPr>
            <a:lvl5pPr>
              <a:buNone/>
              <a:defRPr sz="2175" b="1">
                <a:solidFill>
                  <a:srgbClr val="253C4D"/>
                </a:solidFill>
                <a:latin typeface="Yu Gothic"/>
                <a:ea typeface="Yu Gothic"/>
                <a:cs typeface="Yu Gothic"/>
              </a:defRPr>
            </a:lvl5pPr>
            <a:lvl6pPr>
              <a:buNone/>
              <a:defRPr sz="2175" b="1">
                <a:solidFill>
                  <a:srgbClr val="253C4D"/>
                </a:solidFill>
                <a:latin typeface="Yu Gothic"/>
                <a:ea typeface="Yu Gothic"/>
                <a:cs typeface="Yu Gothic"/>
              </a:defRPr>
            </a:lvl6pPr>
            <a:lvl7pPr>
              <a:buNone/>
              <a:defRPr sz="2175" b="1">
                <a:solidFill>
                  <a:srgbClr val="253C4D"/>
                </a:solidFill>
                <a:latin typeface="Yu Gothic"/>
                <a:ea typeface="Yu Gothic"/>
                <a:cs typeface="Yu Gothic"/>
              </a:defRPr>
            </a:lvl7pPr>
            <a:lvl8pPr>
              <a:buNone/>
              <a:defRPr sz="2175" b="1">
                <a:solidFill>
                  <a:srgbClr val="253C4D"/>
                </a:solidFill>
                <a:latin typeface="Yu Gothic"/>
                <a:ea typeface="Yu Gothic"/>
                <a:cs typeface="Yu Gothic"/>
              </a:defRPr>
            </a:lvl8pPr>
            <a:lvl9pPr>
              <a:buNone/>
              <a:defRPr sz="2175" b="1">
                <a:solidFill>
                  <a:srgbClr val="253C4D"/>
                </a:solidFill>
                <a:latin typeface="Yu Gothic"/>
                <a:ea typeface="Yu Gothic"/>
                <a:cs typeface="Yu Gothic"/>
              </a:defRPr>
            </a:lvl9pPr>
          </a:lstStyle>
          <a:p>
            <a:pPr>
              <a:buNone/>
              <a:defRPr sz="2175" b="1">
                <a:solidFill>
                  <a:srgbClr val="253C4D"/>
                </a:solidFill>
                <a:latin typeface="Yu Gothic"/>
                <a:ea typeface="Yu Gothic"/>
                <a:cs typeface="Yu Gothic"/>
              </a:defRPr>
            </a:pPr>
            <a:r>
              <a:rPr sz="2175" b="1">
                <a:solidFill>
                  <a:srgbClr val="253C4D"/>
                </a:solidFill>
                <a:latin typeface="Yu Gothic"/>
                <a:ea typeface="Yu Gothic"/>
                <a:cs typeface="Yu Gothic"/>
              </a:rPr>
              <a:t>この演習では c＝0.50。貯蔵量を表す説明モデル。</a:t>
            </a:r>
          </a:p>
        </p:txBody>
      </p:sp>
    </p:spTree>
    <p:extLst>
      <p:ext uri="{BB962C8B-B14F-4D97-AF65-F5344CB8AC3E}">
        <p14:creationId xmlns:p14="http://schemas.microsoft.com/office/powerpoint/2010/main" val="177522638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正方形/長方形 8">
            <a:extLst>
              <a:ext uri="{FF2B5EF4-FFF2-40B4-BE49-F238E27FC236}">
                <a16:creationId xmlns:a16="http://schemas.microsoft.com/office/drawing/2014/main" id="{99D07E1A-2FD5-4A44-BE53-1ABE580932A6}"/>
              </a:ext>
            </a:extLst>
          </p:cNvPr>
          <p:cNvSpPr>
            <a:spLocks noGrp="1"/>
          </p:cNvSpPr>
          <p:nvPr/>
        </p:nvSpPr>
        <p:spPr>
          <a:xfrm>
            <a:off x="685800" y="342900"/>
            <a:ext cx="10820400" cy="666750"/>
          </a:xfrm>
          <a:prstGeom prst="rect">
            <a:avLst/>
          </a:prstGeom>
          <a:noFill/>
          <a:ln w="0">
            <a:noFill/>
          </a:ln>
        </p:spPr>
        <p:txBody>
          <a:bodyPr lIns="0" tIns="0" rIns="0" bIns="0" anchor="ctr">
            <a:noAutofit/>
          </a:bodyPr>
          <a:lstStyle>
            <a:defPPr>
              <a:defRPr sz="3000" b="1">
                <a:solidFill>
                  <a:srgbClr val="18364F"/>
                </a:solidFill>
                <a:latin typeface="Yu Gothic"/>
                <a:ea typeface="Yu Gothic"/>
                <a:cs typeface="Yu Gothic"/>
              </a:defRPr>
            </a:defPPr>
            <a:lvl1pPr>
              <a:buNone/>
              <a:defRPr sz="3000" b="1">
                <a:solidFill>
                  <a:srgbClr val="18364F"/>
                </a:solidFill>
                <a:latin typeface="Yu Gothic"/>
                <a:ea typeface="Yu Gothic"/>
                <a:cs typeface="Yu Gothic"/>
              </a:defRPr>
            </a:lvl1pPr>
            <a:lvl2pPr>
              <a:buNone/>
              <a:defRPr sz="3000" b="1">
                <a:solidFill>
                  <a:srgbClr val="18364F"/>
                </a:solidFill>
                <a:latin typeface="Yu Gothic"/>
                <a:ea typeface="Yu Gothic"/>
                <a:cs typeface="Yu Gothic"/>
              </a:defRPr>
            </a:lvl2pPr>
            <a:lvl3pPr>
              <a:buNone/>
              <a:defRPr sz="3000" b="1">
                <a:solidFill>
                  <a:srgbClr val="18364F"/>
                </a:solidFill>
                <a:latin typeface="Yu Gothic"/>
                <a:ea typeface="Yu Gothic"/>
                <a:cs typeface="Yu Gothic"/>
              </a:defRPr>
            </a:lvl3pPr>
            <a:lvl4pPr>
              <a:buNone/>
              <a:defRPr sz="3000" b="1">
                <a:solidFill>
                  <a:srgbClr val="18364F"/>
                </a:solidFill>
                <a:latin typeface="Yu Gothic"/>
                <a:ea typeface="Yu Gothic"/>
                <a:cs typeface="Yu Gothic"/>
              </a:defRPr>
            </a:lvl4pPr>
            <a:lvl5pPr>
              <a:buNone/>
              <a:defRPr sz="3000" b="1">
                <a:solidFill>
                  <a:srgbClr val="18364F"/>
                </a:solidFill>
                <a:latin typeface="Yu Gothic"/>
                <a:ea typeface="Yu Gothic"/>
                <a:cs typeface="Yu Gothic"/>
              </a:defRPr>
            </a:lvl5pPr>
            <a:lvl6pPr>
              <a:buNone/>
              <a:defRPr sz="3000" b="1">
                <a:solidFill>
                  <a:srgbClr val="18364F"/>
                </a:solidFill>
                <a:latin typeface="Yu Gothic"/>
                <a:ea typeface="Yu Gothic"/>
                <a:cs typeface="Yu Gothic"/>
              </a:defRPr>
            </a:lvl6pPr>
            <a:lvl7pPr>
              <a:buNone/>
              <a:defRPr sz="3000" b="1">
                <a:solidFill>
                  <a:srgbClr val="18364F"/>
                </a:solidFill>
                <a:latin typeface="Yu Gothic"/>
                <a:ea typeface="Yu Gothic"/>
                <a:cs typeface="Yu Gothic"/>
              </a:defRPr>
            </a:lvl7pPr>
            <a:lvl8pPr>
              <a:buNone/>
              <a:defRPr sz="3000" b="1">
                <a:solidFill>
                  <a:srgbClr val="18364F"/>
                </a:solidFill>
                <a:latin typeface="Yu Gothic"/>
                <a:ea typeface="Yu Gothic"/>
                <a:cs typeface="Yu Gothic"/>
              </a:defRPr>
            </a:lvl8pPr>
            <a:lvl9pPr>
              <a:buNone/>
              <a:defRPr sz="3000" b="1">
                <a:solidFill>
                  <a:srgbClr val="18364F"/>
                </a:solidFill>
                <a:latin typeface="Yu Gothic"/>
                <a:ea typeface="Yu Gothic"/>
                <a:cs typeface="Yu Gothic"/>
              </a:defRPr>
            </a:lvl9pPr>
          </a:lstStyle>
          <a:p>
            <a:pPr>
              <a:buNone/>
              <a:defRPr sz="3000" b="1">
                <a:solidFill>
                  <a:srgbClr val="18364F"/>
                </a:solidFill>
                <a:latin typeface="Yu Gothic"/>
                <a:ea typeface="Yu Gothic"/>
                <a:cs typeface="Yu Gothic"/>
              </a:defRPr>
            </a:pPr>
            <a:r>
              <a:rPr lang="ja-JP" altLang="en-US" sz="3000" b="1">
                <a:solidFill>
                  <a:srgbClr val="18364F"/>
                </a:solidFill>
                <a:latin typeface="Yu Gothic"/>
                <a:ea typeface="Yu Gothic"/>
                <a:cs typeface="Yu Gothic"/>
              </a:rPr>
              <a:t>環境演習</a:t>
            </a:r>
            <a:r>
              <a:rPr lang="en-US" altLang="ja-JP" sz="3000" b="1">
                <a:solidFill>
                  <a:srgbClr val="18364F"/>
                </a:solidFill>
                <a:latin typeface="Yu Gothic"/>
                <a:ea typeface="Yu Gothic"/>
                <a:cs typeface="Yu Gothic"/>
              </a:rPr>
              <a:t>2</a:t>
            </a:r>
            <a:r>
              <a:rPr lang="ja-JP" altLang="en-US" sz="3000" b="1">
                <a:solidFill>
                  <a:srgbClr val="18364F"/>
                </a:solidFill>
                <a:latin typeface="Yu Gothic"/>
                <a:ea typeface="Yu Gothic"/>
                <a:cs typeface="Yu Gothic"/>
              </a:rPr>
              <a:t>　水も炭素として数えてよいか</a:t>
            </a:r>
            <a:endParaRPr sz="3000" b="1">
              <a:solidFill>
                <a:srgbClr val="18364F"/>
              </a:solidFill>
              <a:latin typeface="Yu Gothic"/>
              <a:ea typeface="Yu Gothic"/>
              <a:cs typeface="Yu Gothic"/>
            </a:endParaRPr>
          </a:p>
        </p:txBody>
      </p:sp>
      <p:sp>
        <p:nvSpPr>
          <p:cNvPr id="2" name="正方形/長方形 1">
            <a:extLst>
              <a:ext uri="{FF2B5EF4-FFF2-40B4-BE49-F238E27FC236}">
                <a16:creationId xmlns:a16="http://schemas.microsoft.com/office/drawing/2014/main" id="{42465E82-D072-44F5-ACC7-F96B4AF80773}"/>
              </a:ext>
            </a:extLst>
          </p:cNvPr>
          <p:cNvSpPr>
            <a:spLocks noGrp="1"/>
          </p:cNvSpPr>
          <p:nvPr/>
        </p:nvSpPr>
        <p:spPr>
          <a:xfrm>
            <a:off x="685800" y="1181100"/>
            <a:ext cx="10820400" cy="19050"/>
          </a:xfrm>
          <a:prstGeom prst="rect">
            <a:avLst/>
          </a:prstGeom>
          <a:solidFill>
            <a:srgbClr val="18364F"/>
          </a:solidFill>
          <a:ln w="0">
            <a:noFill/>
          </a:ln>
        </p:spPr>
      </p:sp>
      <p:sp>
        <p:nvSpPr>
          <p:cNvPr id="3" name="正方形/長方形 2">
            <a:extLst>
              <a:ext uri="{FF2B5EF4-FFF2-40B4-BE49-F238E27FC236}">
                <a16:creationId xmlns:a16="http://schemas.microsoft.com/office/drawing/2014/main" id="{3D8B8407-84B9-4342-AC90-20B229C000C9}"/>
              </a:ext>
            </a:extLst>
          </p:cNvPr>
          <p:cNvSpPr>
            <a:spLocks noGrp="1"/>
          </p:cNvSpPr>
          <p:nvPr/>
        </p:nvSpPr>
        <p:spPr>
          <a:xfrm>
            <a:off x="685800" y="6419850"/>
            <a:ext cx="9334500" cy="257175"/>
          </a:xfrm>
          <a:prstGeom prst="rect">
            <a:avLst/>
          </a:prstGeom>
          <a:noFill/>
          <a:ln w="0">
            <a:noFill/>
          </a:ln>
        </p:spPr>
        <p:txBody>
          <a:bodyPr lIns="0" tIns="0" rIns="0" bIns="0" anchor="ctr">
            <a:noAutofit/>
          </a:bodyPr>
          <a:lstStyle>
            <a:defPPr>
              <a:defRPr sz="1425" b="0">
                <a:solidFill>
                  <a:srgbClr val="596875"/>
                </a:solidFill>
                <a:latin typeface="Yu Gothic"/>
                <a:ea typeface="Yu Gothic"/>
                <a:cs typeface="Yu Gothic"/>
              </a:defRPr>
            </a:defPPr>
            <a:lvl1pPr>
              <a:buNone/>
              <a:defRPr sz="1425" b="0">
                <a:solidFill>
                  <a:srgbClr val="596875"/>
                </a:solidFill>
                <a:latin typeface="Yu Gothic"/>
                <a:ea typeface="Yu Gothic"/>
                <a:cs typeface="Yu Gothic"/>
              </a:defRPr>
            </a:lvl1pPr>
            <a:lvl2pPr>
              <a:buNone/>
              <a:defRPr sz="1425" b="0">
                <a:solidFill>
                  <a:srgbClr val="596875"/>
                </a:solidFill>
                <a:latin typeface="Yu Gothic"/>
                <a:ea typeface="Yu Gothic"/>
                <a:cs typeface="Yu Gothic"/>
              </a:defRPr>
            </a:lvl2pPr>
            <a:lvl3pPr>
              <a:buNone/>
              <a:defRPr sz="1425" b="0">
                <a:solidFill>
                  <a:srgbClr val="596875"/>
                </a:solidFill>
                <a:latin typeface="Yu Gothic"/>
                <a:ea typeface="Yu Gothic"/>
                <a:cs typeface="Yu Gothic"/>
              </a:defRPr>
            </a:lvl3pPr>
            <a:lvl4pPr>
              <a:buNone/>
              <a:defRPr sz="1425" b="0">
                <a:solidFill>
                  <a:srgbClr val="596875"/>
                </a:solidFill>
                <a:latin typeface="Yu Gothic"/>
                <a:ea typeface="Yu Gothic"/>
                <a:cs typeface="Yu Gothic"/>
              </a:defRPr>
            </a:lvl4pPr>
            <a:lvl5pPr>
              <a:buNone/>
              <a:defRPr sz="1425" b="0">
                <a:solidFill>
                  <a:srgbClr val="596875"/>
                </a:solidFill>
                <a:latin typeface="Yu Gothic"/>
                <a:ea typeface="Yu Gothic"/>
                <a:cs typeface="Yu Gothic"/>
              </a:defRPr>
            </a:lvl5pPr>
            <a:lvl6pPr>
              <a:buNone/>
              <a:defRPr sz="1425" b="0">
                <a:solidFill>
                  <a:srgbClr val="596875"/>
                </a:solidFill>
                <a:latin typeface="Yu Gothic"/>
                <a:ea typeface="Yu Gothic"/>
                <a:cs typeface="Yu Gothic"/>
              </a:defRPr>
            </a:lvl6pPr>
            <a:lvl7pPr>
              <a:buNone/>
              <a:defRPr sz="1425" b="0">
                <a:solidFill>
                  <a:srgbClr val="596875"/>
                </a:solidFill>
                <a:latin typeface="Yu Gothic"/>
                <a:ea typeface="Yu Gothic"/>
                <a:cs typeface="Yu Gothic"/>
              </a:defRPr>
            </a:lvl7pPr>
            <a:lvl8pPr>
              <a:buNone/>
              <a:defRPr sz="1425" b="0">
                <a:solidFill>
                  <a:srgbClr val="596875"/>
                </a:solidFill>
                <a:latin typeface="Yu Gothic"/>
                <a:ea typeface="Yu Gothic"/>
                <a:cs typeface="Yu Gothic"/>
              </a:defRPr>
            </a:lvl8pPr>
            <a:lvl9pPr>
              <a:buNone/>
              <a:defRPr sz="1425" b="0">
                <a:solidFill>
                  <a:srgbClr val="596875"/>
                </a:solidFill>
                <a:latin typeface="Yu Gothic"/>
                <a:ea typeface="Yu Gothic"/>
                <a:cs typeface="Yu Gothic"/>
              </a:defRPr>
            </a:lvl9pPr>
          </a:lstStyle>
          <a:p>
            <a:pPr>
              <a:buNone/>
              <a:defRPr sz="1425" b="0">
                <a:solidFill>
                  <a:srgbClr val="596875"/>
                </a:solidFill>
                <a:latin typeface="Yu Gothic"/>
                <a:ea typeface="Yu Gothic"/>
                <a:cs typeface="Yu Gothic"/>
              </a:defRPr>
            </a:pPr>
            <a:r>
              <a:rPr lang="ja-JP" altLang="en-US" sz="1425" b="0">
                <a:solidFill>
                  <a:srgbClr val="596875"/>
                </a:solidFill>
                <a:latin typeface="Yu Gothic"/>
                <a:ea typeface="Yu Gothic"/>
                <a:cs typeface="Yu Gothic"/>
              </a:rPr>
              <a:t>木材及び木質材料学　新第</a:t>
            </a:r>
            <a:r>
              <a:rPr lang="en-US" altLang="ja-JP" sz="1425" b="0">
                <a:solidFill>
                  <a:srgbClr val="596875"/>
                </a:solidFill>
                <a:latin typeface="Yu Gothic"/>
                <a:ea typeface="Yu Gothic"/>
                <a:cs typeface="Yu Gothic"/>
              </a:rPr>
              <a:t>14</a:t>
            </a:r>
            <a:r>
              <a:rPr lang="ja-JP" altLang="en-US" sz="1425" b="0">
                <a:solidFill>
                  <a:srgbClr val="596875"/>
                </a:solidFill>
                <a:latin typeface="Yu Gothic"/>
                <a:ea typeface="Yu Gothic"/>
                <a:cs typeface="Yu Gothic"/>
              </a:rPr>
              <a:t>回　資源・環境</a:t>
            </a:r>
            <a:endParaRPr sz="1425" b="0">
              <a:solidFill>
                <a:srgbClr val="596875"/>
              </a:solidFill>
              <a:latin typeface="Yu Gothic"/>
              <a:ea typeface="Yu Gothic"/>
              <a:cs typeface="Yu Gothic"/>
            </a:endParaRPr>
          </a:p>
        </p:txBody>
      </p:sp>
      <p:sp>
        <p:nvSpPr>
          <p:cNvPr id="4" name="正方形/長方形 3">
            <a:extLst>
              <a:ext uri="{FF2B5EF4-FFF2-40B4-BE49-F238E27FC236}">
                <a16:creationId xmlns:a16="http://schemas.microsoft.com/office/drawing/2014/main" id="{067E61EA-33C9-4BE2-9919-DB39821488B6}"/>
              </a:ext>
            </a:extLst>
          </p:cNvPr>
          <p:cNvSpPr>
            <a:spLocks noGrp="1"/>
          </p:cNvSpPr>
          <p:nvPr/>
        </p:nvSpPr>
        <p:spPr>
          <a:xfrm>
            <a:off x="10763250" y="6419850"/>
            <a:ext cx="742950" cy="257175"/>
          </a:xfrm>
          <a:prstGeom prst="rect">
            <a:avLst/>
          </a:prstGeom>
          <a:noFill/>
          <a:ln w="0">
            <a:noFill/>
          </a:ln>
        </p:spPr>
        <p:txBody>
          <a:bodyPr lIns="0" tIns="0" rIns="0" bIns="0" anchor="ctr">
            <a:noAutofit/>
          </a:bodyPr>
          <a:lstStyle>
            <a:defPPr>
              <a:defRPr sz="1425" b="0">
                <a:solidFill>
                  <a:srgbClr val="596875"/>
                </a:solidFill>
                <a:latin typeface="Yu Gothic"/>
                <a:ea typeface="Yu Gothic"/>
                <a:cs typeface="Yu Gothic"/>
              </a:defRPr>
            </a:defPPr>
            <a:lvl1pPr>
              <a:buNone/>
              <a:defRPr sz="1425" b="0">
                <a:solidFill>
                  <a:srgbClr val="596875"/>
                </a:solidFill>
                <a:latin typeface="Yu Gothic"/>
                <a:ea typeface="Yu Gothic"/>
                <a:cs typeface="Yu Gothic"/>
              </a:defRPr>
            </a:lvl1pPr>
            <a:lvl2pPr>
              <a:buNone/>
              <a:defRPr sz="1425" b="0">
                <a:solidFill>
                  <a:srgbClr val="596875"/>
                </a:solidFill>
                <a:latin typeface="Yu Gothic"/>
                <a:ea typeface="Yu Gothic"/>
                <a:cs typeface="Yu Gothic"/>
              </a:defRPr>
            </a:lvl2pPr>
            <a:lvl3pPr>
              <a:buNone/>
              <a:defRPr sz="1425" b="0">
                <a:solidFill>
                  <a:srgbClr val="596875"/>
                </a:solidFill>
                <a:latin typeface="Yu Gothic"/>
                <a:ea typeface="Yu Gothic"/>
                <a:cs typeface="Yu Gothic"/>
              </a:defRPr>
            </a:lvl3pPr>
            <a:lvl4pPr>
              <a:buNone/>
              <a:defRPr sz="1425" b="0">
                <a:solidFill>
                  <a:srgbClr val="596875"/>
                </a:solidFill>
                <a:latin typeface="Yu Gothic"/>
                <a:ea typeface="Yu Gothic"/>
                <a:cs typeface="Yu Gothic"/>
              </a:defRPr>
            </a:lvl4pPr>
            <a:lvl5pPr>
              <a:buNone/>
              <a:defRPr sz="1425" b="0">
                <a:solidFill>
                  <a:srgbClr val="596875"/>
                </a:solidFill>
                <a:latin typeface="Yu Gothic"/>
                <a:ea typeface="Yu Gothic"/>
                <a:cs typeface="Yu Gothic"/>
              </a:defRPr>
            </a:lvl5pPr>
            <a:lvl6pPr>
              <a:buNone/>
              <a:defRPr sz="1425" b="0">
                <a:solidFill>
                  <a:srgbClr val="596875"/>
                </a:solidFill>
                <a:latin typeface="Yu Gothic"/>
                <a:ea typeface="Yu Gothic"/>
                <a:cs typeface="Yu Gothic"/>
              </a:defRPr>
            </a:lvl6pPr>
            <a:lvl7pPr>
              <a:buNone/>
              <a:defRPr sz="1425" b="0">
                <a:solidFill>
                  <a:srgbClr val="596875"/>
                </a:solidFill>
                <a:latin typeface="Yu Gothic"/>
                <a:ea typeface="Yu Gothic"/>
                <a:cs typeface="Yu Gothic"/>
              </a:defRPr>
            </a:lvl7pPr>
            <a:lvl8pPr>
              <a:buNone/>
              <a:defRPr sz="1425" b="0">
                <a:solidFill>
                  <a:srgbClr val="596875"/>
                </a:solidFill>
                <a:latin typeface="Yu Gothic"/>
                <a:ea typeface="Yu Gothic"/>
                <a:cs typeface="Yu Gothic"/>
              </a:defRPr>
            </a:lvl8pPr>
            <a:lvl9pPr>
              <a:buNone/>
              <a:defRPr sz="1425" b="0">
                <a:solidFill>
                  <a:srgbClr val="596875"/>
                </a:solidFill>
                <a:latin typeface="Yu Gothic"/>
                <a:ea typeface="Yu Gothic"/>
                <a:cs typeface="Yu Gothic"/>
              </a:defRPr>
            </a:lvl9pPr>
          </a:lstStyle>
          <a:p>
            <a:pPr>
              <a:buNone/>
              <a:defRPr sz="1425" b="0">
                <a:solidFill>
                  <a:srgbClr val="596875"/>
                </a:solidFill>
                <a:latin typeface="Yu Gothic"/>
                <a:ea typeface="Yu Gothic"/>
                <a:cs typeface="Yu Gothic"/>
              </a:defRPr>
            </a:pPr>
            <a:r>
              <a:rPr lang="en-US" altLang="ja-JP" sz="1425" b="0">
                <a:solidFill>
                  <a:srgbClr val="596875"/>
                </a:solidFill>
                <a:latin typeface="Yu Gothic"/>
                <a:ea typeface="Yu Gothic"/>
                <a:cs typeface="Yu Gothic"/>
              </a:rPr>
              <a:t>40</a:t>
            </a:r>
            <a:endParaRPr sz="1425" b="0">
              <a:solidFill>
                <a:srgbClr val="596875"/>
              </a:solidFill>
              <a:latin typeface="Yu Gothic"/>
              <a:ea typeface="Yu Gothic"/>
              <a:cs typeface="Yu Gothic"/>
            </a:endParaRPr>
          </a:p>
        </p:txBody>
      </p:sp>
      <p:sp>
        <p:nvSpPr>
          <p:cNvPr id="5" name="正方形/長方形 4">
            <a:extLst>
              <a:ext uri="{FF2B5EF4-FFF2-40B4-BE49-F238E27FC236}">
                <a16:creationId xmlns:a16="http://schemas.microsoft.com/office/drawing/2014/main" id="{08C5F560-0CF2-440E-A04C-02F5D33F0BF2}"/>
              </a:ext>
            </a:extLst>
          </p:cNvPr>
          <p:cNvSpPr>
            <a:spLocks noGrp="1"/>
          </p:cNvSpPr>
          <p:nvPr/>
        </p:nvSpPr>
        <p:spPr>
          <a:xfrm>
            <a:off x="838200" y="1600200"/>
            <a:ext cx="10477500" cy="809625"/>
          </a:xfrm>
          <a:prstGeom prst="rect">
            <a:avLst/>
          </a:prstGeom>
          <a:noFill/>
          <a:ln w="0">
            <a:noFill/>
          </a:ln>
        </p:spPr>
        <p:txBody>
          <a:bodyPr lIns="0" tIns="0" rIns="0" bIns="0" anchor="ctr">
            <a:noAutofit/>
          </a:bodyPr>
          <a:lstStyle>
            <a:defPPr>
              <a:defRPr sz="2175" b="0">
                <a:solidFill>
                  <a:srgbClr val="253C4D"/>
                </a:solidFill>
                <a:latin typeface="Yu Gothic"/>
                <a:ea typeface="Yu Gothic"/>
                <a:cs typeface="Yu Gothic"/>
              </a:defRPr>
            </a:defPPr>
            <a:lvl1pPr>
              <a:buNone/>
              <a:defRPr sz="2175" b="0">
                <a:solidFill>
                  <a:srgbClr val="253C4D"/>
                </a:solidFill>
                <a:latin typeface="Yu Gothic"/>
                <a:ea typeface="Yu Gothic"/>
                <a:cs typeface="Yu Gothic"/>
              </a:defRPr>
            </a:lvl1pPr>
            <a:lvl2pPr>
              <a:buNone/>
              <a:defRPr sz="2175" b="0">
                <a:solidFill>
                  <a:srgbClr val="253C4D"/>
                </a:solidFill>
                <a:latin typeface="Yu Gothic"/>
                <a:ea typeface="Yu Gothic"/>
                <a:cs typeface="Yu Gothic"/>
              </a:defRPr>
            </a:lvl2pPr>
            <a:lvl3pPr>
              <a:buNone/>
              <a:defRPr sz="2175" b="0">
                <a:solidFill>
                  <a:srgbClr val="253C4D"/>
                </a:solidFill>
                <a:latin typeface="Yu Gothic"/>
                <a:ea typeface="Yu Gothic"/>
                <a:cs typeface="Yu Gothic"/>
              </a:defRPr>
            </a:lvl3pPr>
            <a:lvl4pPr>
              <a:buNone/>
              <a:defRPr sz="2175" b="0">
                <a:solidFill>
                  <a:srgbClr val="253C4D"/>
                </a:solidFill>
                <a:latin typeface="Yu Gothic"/>
                <a:ea typeface="Yu Gothic"/>
                <a:cs typeface="Yu Gothic"/>
              </a:defRPr>
            </a:lvl4pPr>
            <a:lvl5pPr>
              <a:buNone/>
              <a:defRPr sz="2175" b="0">
                <a:solidFill>
                  <a:srgbClr val="253C4D"/>
                </a:solidFill>
                <a:latin typeface="Yu Gothic"/>
                <a:ea typeface="Yu Gothic"/>
                <a:cs typeface="Yu Gothic"/>
              </a:defRPr>
            </a:lvl5pPr>
            <a:lvl6pPr>
              <a:buNone/>
              <a:defRPr sz="2175" b="0">
                <a:solidFill>
                  <a:srgbClr val="253C4D"/>
                </a:solidFill>
                <a:latin typeface="Yu Gothic"/>
                <a:ea typeface="Yu Gothic"/>
                <a:cs typeface="Yu Gothic"/>
              </a:defRPr>
            </a:lvl6pPr>
            <a:lvl7pPr>
              <a:buNone/>
              <a:defRPr sz="2175" b="0">
                <a:solidFill>
                  <a:srgbClr val="253C4D"/>
                </a:solidFill>
                <a:latin typeface="Yu Gothic"/>
                <a:ea typeface="Yu Gothic"/>
                <a:cs typeface="Yu Gothic"/>
              </a:defRPr>
            </a:lvl7pPr>
            <a:lvl8pPr>
              <a:buNone/>
              <a:defRPr sz="2175" b="0">
                <a:solidFill>
                  <a:srgbClr val="253C4D"/>
                </a:solidFill>
                <a:latin typeface="Yu Gothic"/>
                <a:ea typeface="Yu Gothic"/>
                <a:cs typeface="Yu Gothic"/>
              </a:defRPr>
            </a:lvl8pPr>
            <a:lvl9pPr>
              <a:buNone/>
              <a:defRPr sz="2175" b="0">
                <a:solidFill>
                  <a:srgbClr val="253C4D"/>
                </a:solidFill>
                <a:latin typeface="Yu Gothic"/>
                <a:ea typeface="Yu Gothic"/>
                <a:cs typeface="Yu Gothic"/>
              </a:defRPr>
            </a:lvl9pPr>
          </a:lstStyle>
          <a:p>
            <a:pPr>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ある木材の全質量 M＝600 kg、乾量基準MC＝20%</a:t>
            </a:r>
          </a:p>
        </p:txBody>
      </p:sp>
      <p:sp>
        <p:nvSpPr>
          <p:cNvPr id="6" name="正方形/長方形 5">
            <a:extLst>
              <a:ext uri="{FF2B5EF4-FFF2-40B4-BE49-F238E27FC236}">
                <a16:creationId xmlns:a16="http://schemas.microsoft.com/office/drawing/2014/main" id="{D7AB02CB-F82E-4157-8989-3474A0D89FBE}"/>
              </a:ext>
            </a:extLst>
          </p:cNvPr>
          <p:cNvSpPr>
            <a:spLocks noGrp="1"/>
          </p:cNvSpPr>
          <p:nvPr/>
        </p:nvSpPr>
        <p:spPr>
          <a:xfrm>
            <a:off x="838200" y="2600325"/>
            <a:ext cx="10477500" cy="809625"/>
          </a:xfrm>
          <a:prstGeom prst="rect">
            <a:avLst/>
          </a:prstGeom>
          <a:noFill/>
          <a:ln w="0">
            <a:noFill/>
          </a:ln>
        </p:spPr>
        <p:txBody>
          <a:bodyPr lIns="0" tIns="0" rIns="0" bIns="0" anchor="ctr">
            <a:noAutofit/>
          </a:bodyPr>
          <a:lstStyle>
            <a:defPPr>
              <a:defRPr sz="2175" b="0">
                <a:solidFill>
                  <a:srgbClr val="253C4D"/>
                </a:solidFill>
                <a:latin typeface="Yu Gothic"/>
                <a:ea typeface="Yu Gothic"/>
                <a:cs typeface="Yu Gothic"/>
              </a:defRPr>
            </a:defPPr>
            <a:lvl1pPr>
              <a:buNone/>
              <a:defRPr sz="2175" b="0">
                <a:solidFill>
                  <a:srgbClr val="253C4D"/>
                </a:solidFill>
                <a:latin typeface="Yu Gothic"/>
                <a:ea typeface="Yu Gothic"/>
                <a:cs typeface="Yu Gothic"/>
              </a:defRPr>
            </a:lvl1pPr>
            <a:lvl2pPr>
              <a:buNone/>
              <a:defRPr sz="2175" b="0">
                <a:solidFill>
                  <a:srgbClr val="253C4D"/>
                </a:solidFill>
                <a:latin typeface="Yu Gothic"/>
                <a:ea typeface="Yu Gothic"/>
                <a:cs typeface="Yu Gothic"/>
              </a:defRPr>
            </a:lvl2pPr>
            <a:lvl3pPr>
              <a:buNone/>
              <a:defRPr sz="2175" b="0">
                <a:solidFill>
                  <a:srgbClr val="253C4D"/>
                </a:solidFill>
                <a:latin typeface="Yu Gothic"/>
                <a:ea typeface="Yu Gothic"/>
                <a:cs typeface="Yu Gothic"/>
              </a:defRPr>
            </a:lvl3pPr>
            <a:lvl4pPr>
              <a:buNone/>
              <a:defRPr sz="2175" b="0">
                <a:solidFill>
                  <a:srgbClr val="253C4D"/>
                </a:solidFill>
                <a:latin typeface="Yu Gothic"/>
                <a:ea typeface="Yu Gothic"/>
                <a:cs typeface="Yu Gothic"/>
              </a:defRPr>
            </a:lvl4pPr>
            <a:lvl5pPr>
              <a:buNone/>
              <a:defRPr sz="2175" b="0">
                <a:solidFill>
                  <a:srgbClr val="253C4D"/>
                </a:solidFill>
                <a:latin typeface="Yu Gothic"/>
                <a:ea typeface="Yu Gothic"/>
                <a:cs typeface="Yu Gothic"/>
              </a:defRPr>
            </a:lvl5pPr>
            <a:lvl6pPr>
              <a:buNone/>
              <a:defRPr sz="2175" b="0">
                <a:solidFill>
                  <a:srgbClr val="253C4D"/>
                </a:solidFill>
                <a:latin typeface="Yu Gothic"/>
                <a:ea typeface="Yu Gothic"/>
                <a:cs typeface="Yu Gothic"/>
              </a:defRPr>
            </a:lvl6pPr>
            <a:lvl7pPr>
              <a:buNone/>
              <a:defRPr sz="2175" b="0">
                <a:solidFill>
                  <a:srgbClr val="253C4D"/>
                </a:solidFill>
                <a:latin typeface="Yu Gothic"/>
                <a:ea typeface="Yu Gothic"/>
                <a:cs typeface="Yu Gothic"/>
              </a:defRPr>
            </a:lvl7pPr>
            <a:lvl8pPr>
              <a:buNone/>
              <a:defRPr sz="2175" b="0">
                <a:solidFill>
                  <a:srgbClr val="253C4D"/>
                </a:solidFill>
                <a:latin typeface="Yu Gothic"/>
                <a:ea typeface="Yu Gothic"/>
                <a:cs typeface="Yu Gothic"/>
              </a:defRPr>
            </a:lvl8pPr>
            <a:lvl9pPr>
              <a:buNone/>
              <a:defRPr sz="2175" b="0">
                <a:solidFill>
                  <a:srgbClr val="253C4D"/>
                </a:solidFill>
                <a:latin typeface="Yu Gothic"/>
                <a:ea typeface="Yu Gothic"/>
                <a:cs typeface="Yu Gothic"/>
              </a:defRPr>
            </a:lvl9pPr>
          </a:lstStyle>
          <a:p>
            <a:pPr>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① 全乾質量 M₀ と水の質量を求める</a:t>
            </a:r>
          </a:p>
        </p:txBody>
      </p:sp>
      <p:sp>
        <p:nvSpPr>
          <p:cNvPr id="7" name="正方形/長方形 6">
            <a:extLst>
              <a:ext uri="{FF2B5EF4-FFF2-40B4-BE49-F238E27FC236}">
                <a16:creationId xmlns:a16="http://schemas.microsoft.com/office/drawing/2014/main" id="{F276A8FC-9F67-4E9F-BFDD-9D24AC674CA5}"/>
              </a:ext>
            </a:extLst>
          </p:cNvPr>
          <p:cNvSpPr>
            <a:spLocks noGrp="1"/>
          </p:cNvSpPr>
          <p:nvPr/>
        </p:nvSpPr>
        <p:spPr>
          <a:xfrm>
            <a:off x="838200" y="3600450"/>
            <a:ext cx="10477500" cy="809625"/>
          </a:xfrm>
          <a:prstGeom prst="rect">
            <a:avLst/>
          </a:prstGeom>
          <a:noFill/>
          <a:ln w="0">
            <a:noFill/>
          </a:ln>
        </p:spPr>
        <p:txBody>
          <a:bodyPr lIns="0" tIns="0" rIns="0" bIns="0" anchor="ctr">
            <a:noAutofit/>
          </a:bodyPr>
          <a:lstStyle>
            <a:defPPr>
              <a:defRPr sz="2175" b="0">
                <a:solidFill>
                  <a:srgbClr val="253C4D"/>
                </a:solidFill>
                <a:latin typeface="Yu Gothic"/>
                <a:ea typeface="Yu Gothic"/>
                <a:cs typeface="Yu Gothic"/>
              </a:defRPr>
            </a:defPPr>
            <a:lvl1pPr>
              <a:buNone/>
              <a:defRPr sz="2175" b="0">
                <a:solidFill>
                  <a:srgbClr val="253C4D"/>
                </a:solidFill>
                <a:latin typeface="Yu Gothic"/>
                <a:ea typeface="Yu Gothic"/>
                <a:cs typeface="Yu Gothic"/>
              </a:defRPr>
            </a:lvl1pPr>
            <a:lvl2pPr>
              <a:buNone/>
              <a:defRPr sz="2175" b="0">
                <a:solidFill>
                  <a:srgbClr val="253C4D"/>
                </a:solidFill>
                <a:latin typeface="Yu Gothic"/>
                <a:ea typeface="Yu Gothic"/>
                <a:cs typeface="Yu Gothic"/>
              </a:defRPr>
            </a:lvl2pPr>
            <a:lvl3pPr>
              <a:buNone/>
              <a:defRPr sz="2175" b="0">
                <a:solidFill>
                  <a:srgbClr val="253C4D"/>
                </a:solidFill>
                <a:latin typeface="Yu Gothic"/>
                <a:ea typeface="Yu Gothic"/>
                <a:cs typeface="Yu Gothic"/>
              </a:defRPr>
            </a:lvl3pPr>
            <a:lvl4pPr>
              <a:buNone/>
              <a:defRPr sz="2175" b="0">
                <a:solidFill>
                  <a:srgbClr val="253C4D"/>
                </a:solidFill>
                <a:latin typeface="Yu Gothic"/>
                <a:ea typeface="Yu Gothic"/>
                <a:cs typeface="Yu Gothic"/>
              </a:defRPr>
            </a:lvl4pPr>
            <a:lvl5pPr>
              <a:buNone/>
              <a:defRPr sz="2175" b="0">
                <a:solidFill>
                  <a:srgbClr val="253C4D"/>
                </a:solidFill>
                <a:latin typeface="Yu Gothic"/>
                <a:ea typeface="Yu Gothic"/>
                <a:cs typeface="Yu Gothic"/>
              </a:defRPr>
            </a:lvl5pPr>
            <a:lvl6pPr>
              <a:buNone/>
              <a:defRPr sz="2175" b="0">
                <a:solidFill>
                  <a:srgbClr val="253C4D"/>
                </a:solidFill>
                <a:latin typeface="Yu Gothic"/>
                <a:ea typeface="Yu Gothic"/>
                <a:cs typeface="Yu Gothic"/>
              </a:defRPr>
            </a:lvl6pPr>
            <a:lvl7pPr>
              <a:buNone/>
              <a:defRPr sz="2175" b="0">
                <a:solidFill>
                  <a:srgbClr val="253C4D"/>
                </a:solidFill>
                <a:latin typeface="Yu Gothic"/>
                <a:ea typeface="Yu Gothic"/>
                <a:cs typeface="Yu Gothic"/>
              </a:defRPr>
            </a:lvl7pPr>
            <a:lvl8pPr>
              <a:buNone/>
              <a:defRPr sz="2175" b="0">
                <a:solidFill>
                  <a:srgbClr val="253C4D"/>
                </a:solidFill>
                <a:latin typeface="Yu Gothic"/>
                <a:ea typeface="Yu Gothic"/>
                <a:cs typeface="Yu Gothic"/>
              </a:defRPr>
            </a:lvl8pPr>
            <a:lvl9pPr>
              <a:buNone/>
              <a:defRPr sz="2175" b="0">
                <a:solidFill>
                  <a:srgbClr val="253C4D"/>
                </a:solidFill>
                <a:latin typeface="Yu Gothic"/>
                <a:ea typeface="Yu Gothic"/>
                <a:cs typeface="Yu Gothic"/>
              </a:defRPr>
            </a:lvl9pPr>
          </a:lstStyle>
          <a:p>
            <a:pPr>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② c＝0.50 として、炭素とCO₂換算量を求める</a:t>
            </a:r>
          </a:p>
        </p:txBody>
      </p:sp>
      <p:sp>
        <p:nvSpPr>
          <p:cNvPr id="8" name="正方形/長方形 7">
            <a:extLst>
              <a:ext uri="{FF2B5EF4-FFF2-40B4-BE49-F238E27FC236}">
                <a16:creationId xmlns:a16="http://schemas.microsoft.com/office/drawing/2014/main" id="{06E84228-F5EE-41B0-B7D1-727E2E2B0ED4}"/>
              </a:ext>
            </a:extLst>
          </p:cNvPr>
          <p:cNvSpPr>
            <a:spLocks noGrp="1"/>
          </p:cNvSpPr>
          <p:nvPr/>
        </p:nvSpPr>
        <p:spPr>
          <a:xfrm>
            <a:off x="838200" y="4600575"/>
            <a:ext cx="10477500" cy="809625"/>
          </a:xfrm>
          <a:prstGeom prst="rect">
            <a:avLst/>
          </a:prstGeom>
          <a:noFill/>
          <a:ln w="0">
            <a:noFill/>
          </a:ln>
        </p:spPr>
        <p:txBody>
          <a:bodyPr lIns="0" tIns="0" rIns="0" bIns="0" anchor="ctr">
            <a:noAutofit/>
          </a:bodyPr>
          <a:lstStyle>
            <a:defPPr>
              <a:defRPr sz="2175" b="0">
                <a:solidFill>
                  <a:srgbClr val="253C4D"/>
                </a:solidFill>
                <a:latin typeface="Yu Gothic"/>
                <a:ea typeface="Yu Gothic"/>
                <a:cs typeface="Yu Gothic"/>
              </a:defRPr>
            </a:defPPr>
            <a:lvl1pPr>
              <a:buNone/>
              <a:defRPr sz="2175" b="0">
                <a:solidFill>
                  <a:srgbClr val="253C4D"/>
                </a:solidFill>
                <a:latin typeface="Yu Gothic"/>
                <a:ea typeface="Yu Gothic"/>
                <a:cs typeface="Yu Gothic"/>
              </a:defRPr>
            </a:lvl1pPr>
            <a:lvl2pPr>
              <a:buNone/>
              <a:defRPr sz="2175" b="0">
                <a:solidFill>
                  <a:srgbClr val="253C4D"/>
                </a:solidFill>
                <a:latin typeface="Yu Gothic"/>
                <a:ea typeface="Yu Gothic"/>
                <a:cs typeface="Yu Gothic"/>
              </a:defRPr>
            </a:lvl2pPr>
            <a:lvl3pPr>
              <a:buNone/>
              <a:defRPr sz="2175" b="0">
                <a:solidFill>
                  <a:srgbClr val="253C4D"/>
                </a:solidFill>
                <a:latin typeface="Yu Gothic"/>
                <a:ea typeface="Yu Gothic"/>
                <a:cs typeface="Yu Gothic"/>
              </a:defRPr>
            </a:lvl3pPr>
            <a:lvl4pPr>
              <a:buNone/>
              <a:defRPr sz="2175" b="0">
                <a:solidFill>
                  <a:srgbClr val="253C4D"/>
                </a:solidFill>
                <a:latin typeface="Yu Gothic"/>
                <a:ea typeface="Yu Gothic"/>
                <a:cs typeface="Yu Gothic"/>
              </a:defRPr>
            </a:lvl4pPr>
            <a:lvl5pPr>
              <a:buNone/>
              <a:defRPr sz="2175" b="0">
                <a:solidFill>
                  <a:srgbClr val="253C4D"/>
                </a:solidFill>
                <a:latin typeface="Yu Gothic"/>
                <a:ea typeface="Yu Gothic"/>
                <a:cs typeface="Yu Gothic"/>
              </a:defRPr>
            </a:lvl5pPr>
            <a:lvl6pPr>
              <a:buNone/>
              <a:defRPr sz="2175" b="0">
                <a:solidFill>
                  <a:srgbClr val="253C4D"/>
                </a:solidFill>
                <a:latin typeface="Yu Gothic"/>
                <a:ea typeface="Yu Gothic"/>
                <a:cs typeface="Yu Gothic"/>
              </a:defRPr>
            </a:lvl6pPr>
            <a:lvl7pPr>
              <a:buNone/>
              <a:defRPr sz="2175" b="0">
                <a:solidFill>
                  <a:srgbClr val="253C4D"/>
                </a:solidFill>
                <a:latin typeface="Yu Gothic"/>
                <a:ea typeface="Yu Gothic"/>
                <a:cs typeface="Yu Gothic"/>
              </a:defRPr>
            </a:lvl7pPr>
            <a:lvl8pPr>
              <a:buNone/>
              <a:defRPr sz="2175" b="0">
                <a:solidFill>
                  <a:srgbClr val="253C4D"/>
                </a:solidFill>
                <a:latin typeface="Yu Gothic"/>
                <a:ea typeface="Yu Gothic"/>
                <a:cs typeface="Yu Gothic"/>
              </a:defRPr>
            </a:lvl8pPr>
            <a:lvl9pPr>
              <a:buNone/>
              <a:defRPr sz="2175" b="0">
                <a:solidFill>
                  <a:srgbClr val="253C4D"/>
                </a:solidFill>
                <a:latin typeface="Yu Gothic"/>
                <a:ea typeface="Yu Gothic"/>
                <a:cs typeface="Yu Gothic"/>
              </a:defRPr>
            </a:lvl9pPr>
          </a:lstStyle>
          <a:p>
            <a:pPr>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M＝M₀（1＋MC / 100）を第8回から使う</a:t>
            </a:r>
          </a:p>
        </p:txBody>
      </p:sp>
    </p:spTree>
    <p:extLst>
      <p:ext uri="{BB962C8B-B14F-4D97-AF65-F5344CB8AC3E}">
        <p14:creationId xmlns:p14="http://schemas.microsoft.com/office/powerpoint/2010/main" val="278381795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正方形/長方形 12">
            <a:extLst>
              <a:ext uri="{FF2B5EF4-FFF2-40B4-BE49-F238E27FC236}">
                <a16:creationId xmlns:a16="http://schemas.microsoft.com/office/drawing/2014/main" id="{54EA0B1C-1E8E-4C73-923C-CE0F1A25F2D5}"/>
              </a:ext>
            </a:extLst>
          </p:cNvPr>
          <p:cNvSpPr>
            <a:spLocks noGrp="1"/>
          </p:cNvSpPr>
          <p:nvPr/>
        </p:nvSpPr>
        <p:spPr>
          <a:xfrm>
            <a:off x="685800" y="342900"/>
            <a:ext cx="10820400" cy="666750"/>
          </a:xfrm>
          <a:prstGeom prst="rect">
            <a:avLst/>
          </a:prstGeom>
          <a:noFill/>
          <a:ln w="0">
            <a:noFill/>
          </a:ln>
        </p:spPr>
        <p:txBody>
          <a:bodyPr lIns="0" tIns="0" rIns="0" bIns="0" anchor="ctr">
            <a:noAutofit/>
          </a:bodyPr>
          <a:lstStyle>
            <a:defPPr>
              <a:defRPr sz="3000" b="1">
                <a:solidFill>
                  <a:srgbClr val="18364F"/>
                </a:solidFill>
                <a:latin typeface="Yu Gothic"/>
                <a:ea typeface="Yu Gothic"/>
                <a:cs typeface="Yu Gothic"/>
              </a:defRPr>
            </a:defPPr>
            <a:lvl1pPr>
              <a:buNone/>
              <a:defRPr sz="3000" b="1">
                <a:solidFill>
                  <a:srgbClr val="18364F"/>
                </a:solidFill>
                <a:latin typeface="Yu Gothic"/>
                <a:ea typeface="Yu Gothic"/>
                <a:cs typeface="Yu Gothic"/>
              </a:defRPr>
            </a:lvl1pPr>
            <a:lvl2pPr>
              <a:buNone/>
              <a:defRPr sz="3000" b="1">
                <a:solidFill>
                  <a:srgbClr val="18364F"/>
                </a:solidFill>
                <a:latin typeface="Yu Gothic"/>
                <a:ea typeface="Yu Gothic"/>
                <a:cs typeface="Yu Gothic"/>
              </a:defRPr>
            </a:lvl2pPr>
            <a:lvl3pPr>
              <a:buNone/>
              <a:defRPr sz="3000" b="1">
                <a:solidFill>
                  <a:srgbClr val="18364F"/>
                </a:solidFill>
                <a:latin typeface="Yu Gothic"/>
                <a:ea typeface="Yu Gothic"/>
                <a:cs typeface="Yu Gothic"/>
              </a:defRPr>
            </a:lvl3pPr>
            <a:lvl4pPr>
              <a:buNone/>
              <a:defRPr sz="3000" b="1">
                <a:solidFill>
                  <a:srgbClr val="18364F"/>
                </a:solidFill>
                <a:latin typeface="Yu Gothic"/>
                <a:ea typeface="Yu Gothic"/>
                <a:cs typeface="Yu Gothic"/>
              </a:defRPr>
            </a:lvl4pPr>
            <a:lvl5pPr>
              <a:buNone/>
              <a:defRPr sz="3000" b="1">
                <a:solidFill>
                  <a:srgbClr val="18364F"/>
                </a:solidFill>
                <a:latin typeface="Yu Gothic"/>
                <a:ea typeface="Yu Gothic"/>
                <a:cs typeface="Yu Gothic"/>
              </a:defRPr>
            </a:lvl5pPr>
            <a:lvl6pPr>
              <a:buNone/>
              <a:defRPr sz="3000" b="1">
                <a:solidFill>
                  <a:srgbClr val="18364F"/>
                </a:solidFill>
                <a:latin typeface="Yu Gothic"/>
                <a:ea typeface="Yu Gothic"/>
                <a:cs typeface="Yu Gothic"/>
              </a:defRPr>
            </a:lvl6pPr>
            <a:lvl7pPr>
              <a:buNone/>
              <a:defRPr sz="3000" b="1">
                <a:solidFill>
                  <a:srgbClr val="18364F"/>
                </a:solidFill>
                <a:latin typeface="Yu Gothic"/>
                <a:ea typeface="Yu Gothic"/>
                <a:cs typeface="Yu Gothic"/>
              </a:defRPr>
            </a:lvl7pPr>
            <a:lvl8pPr>
              <a:buNone/>
              <a:defRPr sz="3000" b="1">
                <a:solidFill>
                  <a:srgbClr val="18364F"/>
                </a:solidFill>
                <a:latin typeface="Yu Gothic"/>
                <a:ea typeface="Yu Gothic"/>
                <a:cs typeface="Yu Gothic"/>
              </a:defRPr>
            </a:lvl8pPr>
            <a:lvl9pPr>
              <a:buNone/>
              <a:defRPr sz="3000" b="1">
                <a:solidFill>
                  <a:srgbClr val="18364F"/>
                </a:solidFill>
                <a:latin typeface="Yu Gothic"/>
                <a:ea typeface="Yu Gothic"/>
                <a:cs typeface="Yu Gothic"/>
              </a:defRPr>
            </a:lvl9pPr>
          </a:lstStyle>
          <a:p>
            <a:pPr>
              <a:buNone/>
              <a:defRPr sz="3000" b="1">
                <a:solidFill>
                  <a:srgbClr val="18364F"/>
                </a:solidFill>
                <a:latin typeface="Yu Gothic"/>
                <a:ea typeface="Yu Gothic"/>
                <a:cs typeface="Yu Gothic"/>
              </a:defRPr>
            </a:pPr>
            <a:r>
              <a:rPr lang="ja-JP" altLang="en-US" sz="3000" b="1">
                <a:solidFill>
                  <a:srgbClr val="18364F"/>
                </a:solidFill>
                <a:latin typeface="Yu Gothic"/>
                <a:ea typeface="Yu Gothic"/>
                <a:cs typeface="Yu Gothic"/>
              </a:rPr>
              <a:t>環境演習</a:t>
            </a:r>
            <a:r>
              <a:rPr lang="en-US" altLang="ja-JP" sz="3000" b="1">
                <a:solidFill>
                  <a:srgbClr val="18364F"/>
                </a:solidFill>
                <a:latin typeface="Yu Gothic"/>
                <a:ea typeface="Yu Gothic"/>
                <a:cs typeface="Yu Gothic"/>
              </a:rPr>
              <a:t>2</a:t>
            </a:r>
            <a:r>
              <a:rPr lang="ja-JP" altLang="en-US" sz="3000" b="1">
                <a:solidFill>
                  <a:srgbClr val="18364F"/>
                </a:solidFill>
                <a:latin typeface="Yu Gothic"/>
                <a:ea typeface="Yu Gothic"/>
                <a:cs typeface="Yu Gothic"/>
              </a:rPr>
              <a:t>の解説　基準をそろえて換算する</a:t>
            </a:r>
            <a:endParaRPr sz="3000" b="1">
              <a:solidFill>
                <a:srgbClr val="18364F"/>
              </a:solidFill>
              <a:latin typeface="Yu Gothic"/>
              <a:ea typeface="Yu Gothic"/>
              <a:cs typeface="Yu Gothic"/>
            </a:endParaRPr>
          </a:p>
        </p:txBody>
      </p:sp>
      <p:sp>
        <p:nvSpPr>
          <p:cNvPr id="2" name="正方形/長方形 1">
            <a:extLst>
              <a:ext uri="{FF2B5EF4-FFF2-40B4-BE49-F238E27FC236}">
                <a16:creationId xmlns:a16="http://schemas.microsoft.com/office/drawing/2014/main" id="{07E77E38-0338-4C78-B296-A810B3524D51}"/>
              </a:ext>
            </a:extLst>
          </p:cNvPr>
          <p:cNvSpPr>
            <a:spLocks noGrp="1"/>
          </p:cNvSpPr>
          <p:nvPr/>
        </p:nvSpPr>
        <p:spPr>
          <a:xfrm>
            <a:off x="685800" y="1181100"/>
            <a:ext cx="10820400" cy="19050"/>
          </a:xfrm>
          <a:prstGeom prst="rect">
            <a:avLst/>
          </a:prstGeom>
          <a:solidFill>
            <a:srgbClr val="18364F"/>
          </a:solidFill>
          <a:ln w="0">
            <a:noFill/>
          </a:ln>
        </p:spPr>
      </p:sp>
      <p:sp>
        <p:nvSpPr>
          <p:cNvPr id="3" name="正方形/長方形 2">
            <a:extLst>
              <a:ext uri="{FF2B5EF4-FFF2-40B4-BE49-F238E27FC236}">
                <a16:creationId xmlns:a16="http://schemas.microsoft.com/office/drawing/2014/main" id="{36825438-8D0E-4C5E-8634-3ABFE912E220}"/>
              </a:ext>
            </a:extLst>
          </p:cNvPr>
          <p:cNvSpPr>
            <a:spLocks noGrp="1"/>
          </p:cNvSpPr>
          <p:nvPr/>
        </p:nvSpPr>
        <p:spPr>
          <a:xfrm>
            <a:off x="685800" y="6419850"/>
            <a:ext cx="9334500" cy="257175"/>
          </a:xfrm>
          <a:prstGeom prst="rect">
            <a:avLst/>
          </a:prstGeom>
          <a:noFill/>
          <a:ln w="0">
            <a:noFill/>
          </a:ln>
        </p:spPr>
        <p:txBody>
          <a:bodyPr lIns="0" tIns="0" rIns="0" bIns="0" anchor="ctr">
            <a:noAutofit/>
          </a:bodyPr>
          <a:lstStyle>
            <a:defPPr>
              <a:defRPr sz="1425" b="0">
                <a:solidFill>
                  <a:srgbClr val="596875"/>
                </a:solidFill>
                <a:latin typeface="Yu Gothic"/>
                <a:ea typeface="Yu Gothic"/>
                <a:cs typeface="Yu Gothic"/>
              </a:defRPr>
            </a:defPPr>
            <a:lvl1pPr>
              <a:buNone/>
              <a:defRPr sz="1425" b="0">
                <a:solidFill>
                  <a:srgbClr val="596875"/>
                </a:solidFill>
                <a:latin typeface="Yu Gothic"/>
                <a:ea typeface="Yu Gothic"/>
                <a:cs typeface="Yu Gothic"/>
              </a:defRPr>
            </a:lvl1pPr>
            <a:lvl2pPr>
              <a:buNone/>
              <a:defRPr sz="1425" b="0">
                <a:solidFill>
                  <a:srgbClr val="596875"/>
                </a:solidFill>
                <a:latin typeface="Yu Gothic"/>
                <a:ea typeface="Yu Gothic"/>
                <a:cs typeface="Yu Gothic"/>
              </a:defRPr>
            </a:lvl2pPr>
            <a:lvl3pPr>
              <a:buNone/>
              <a:defRPr sz="1425" b="0">
                <a:solidFill>
                  <a:srgbClr val="596875"/>
                </a:solidFill>
                <a:latin typeface="Yu Gothic"/>
                <a:ea typeface="Yu Gothic"/>
                <a:cs typeface="Yu Gothic"/>
              </a:defRPr>
            </a:lvl3pPr>
            <a:lvl4pPr>
              <a:buNone/>
              <a:defRPr sz="1425" b="0">
                <a:solidFill>
                  <a:srgbClr val="596875"/>
                </a:solidFill>
                <a:latin typeface="Yu Gothic"/>
                <a:ea typeface="Yu Gothic"/>
                <a:cs typeface="Yu Gothic"/>
              </a:defRPr>
            </a:lvl4pPr>
            <a:lvl5pPr>
              <a:buNone/>
              <a:defRPr sz="1425" b="0">
                <a:solidFill>
                  <a:srgbClr val="596875"/>
                </a:solidFill>
                <a:latin typeface="Yu Gothic"/>
                <a:ea typeface="Yu Gothic"/>
                <a:cs typeface="Yu Gothic"/>
              </a:defRPr>
            </a:lvl5pPr>
            <a:lvl6pPr>
              <a:buNone/>
              <a:defRPr sz="1425" b="0">
                <a:solidFill>
                  <a:srgbClr val="596875"/>
                </a:solidFill>
                <a:latin typeface="Yu Gothic"/>
                <a:ea typeface="Yu Gothic"/>
                <a:cs typeface="Yu Gothic"/>
              </a:defRPr>
            </a:lvl6pPr>
            <a:lvl7pPr>
              <a:buNone/>
              <a:defRPr sz="1425" b="0">
                <a:solidFill>
                  <a:srgbClr val="596875"/>
                </a:solidFill>
                <a:latin typeface="Yu Gothic"/>
                <a:ea typeface="Yu Gothic"/>
                <a:cs typeface="Yu Gothic"/>
              </a:defRPr>
            </a:lvl7pPr>
            <a:lvl8pPr>
              <a:buNone/>
              <a:defRPr sz="1425" b="0">
                <a:solidFill>
                  <a:srgbClr val="596875"/>
                </a:solidFill>
                <a:latin typeface="Yu Gothic"/>
                <a:ea typeface="Yu Gothic"/>
                <a:cs typeface="Yu Gothic"/>
              </a:defRPr>
            </a:lvl8pPr>
            <a:lvl9pPr>
              <a:buNone/>
              <a:defRPr sz="1425" b="0">
                <a:solidFill>
                  <a:srgbClr val="596875"/>
                </a:solidFill>
                <a:latin typeface="Yu Gothic"/>
                <a:ea typeface="Yu Gothic"/>
                <a:cs typeface="Yu Gothic"/>
              </a:defRPr>
            </a:lvl9pPr>
          </a:lstStyle>
          <a:p>
            <a:pPr>
              <a:buNone/>
              <a:defRPr sz="1425" b="0">
                <a:solidFill>
                  <a:srgbClr val="596875"/>
                </a:solidFill>
                <a:latin typeface="Yu Gothic"/>
                <a:ea typeface="Yu Gothic"/>
                <a:cs typeface="Yu Gothic"/>
              </a:defRPr>
            </a:pPr>
            <a:r>
              <a:rPr lang="ja-JP" altLang="en-US" sz="1425" b="0">
                <a:solidFill>
                  <a:srgbClr val="596875"/>
                </a:solidFill>
                <a:latin typeface="Yu Gothic"/>
                <a:ea typeface="Yu Gothic"/>
                <a:cs typeface="Yu Gothic"/>
              </a:rPr>
              <a:t>木材及び木質材料学　新第</a:t>
            </a:r>
            <a:r>
              <a:rPr lang="en-US" altLang="ja-JP" sz="1425" b="0">
                <a:solidFill>
                  <a:srgbClr val="596875"/>
                </a:solidFill>
                <a:latin typeface="Yu Gothic"/>
                <a:ea typeface="Yu Gothic"/>
                <a:cs typeface="Yu Gothic"/>
              </a:rPr>
              <a:t>14</a:t>
            </a:r>
            <a:r>
              <a:rPr lang="ja-JP" altLang="en-US" sz="1425" b="0">
                <a:solidFill>
                  <a:srgbClr val="596875"/>
                </a:solidFill>
                <a:latin typeface="Yu Gothic"/>
                <a:ea typeface="Yu Gothic"/>
                <a:cs typeface="Yu Gothic"/>
              </a:rPr>
              <a:t>回　資源・環境</a:t>
            </a:r>
            <a:endParaRPr sz="1425" b="0">
              <a:solidFill>
                <a:srgbClr val="596875"/>
              </a:solidFill>
              <a:latin typeface="Yu Gothic"/>
              <a:ea typeface="Yu Gothic"/>
              <a:cs typeface="Yu Gothic"/>
            </a:endParaRPr>
          </a:p>
        </p:txBody>
      </p:sp>
      <p:sp>
        <p:nvSpPr>
          <p:cNvPr id="4" name="正方形/長方形 3">
            <a:extLst>
              <a:ext uri="{FF2B5EF4-FFF2-40B4-BE49-F238E27FC236}">
                <a16:creationId xmlns:a16="http://schemas.microsoft.com/office/drawing/2014/main" id="{DB547611-0790-473C-BDF9-EDF0BF9D42C9}"/>
              </a:ext>
            </a:extLst>
          </p:cNvPr>
          <p:cNvSpPr>
            <a:spLocks noGrp="1"/>
          </p:cNvSpPr>
          <p:nvPr/>
        </p:nvSpPr>
        <p:spPr>
          <a:xfrm>
            <a:off x="10763250" y="6419850"/>
            <a:ext cx="742950" cy="257175"/>
          </a:xfrm>
          <a:prstGeom prst="rect">
            <a:avLst/>
          </a:prstGeom>
          <a:noFill/>
          <a:ln w="0">
            <a:noFill/>
          </a:ln>
        </p:spPr>
        <p:txBody>
          <a:bodyPr lIns="0" tIns="0" rIns="0" bIns="0" anchor="ctr">
            <a:noAutofit/>
          </a:bodyPr>
          <a:lstStyle>
            <a:defPPr>
              <a:defRPr sz="1425" b="0">
                <a:solidFill>
                  <a:srgbClr val="596875"/>
                </a:solidFill>
                <a:latin typeface="Yu Gothic"/>
                <a:ea typeface="Yu Gothic"/>
                <a:cs typeface="Yu Gothic"/>
              </a:defRPr>
            </a:defPPr>
            <a:lvl1pPr>
              <a:buNone/>
              <a:defRPr sz="1425" b="0">
                <a:solidFill>
                  <a:srgbClr val="596875"/>
                </a:solidFill>
                <a:latin typeface="Yu Gothic"/>
                <a:ea typeface="Yu Gothic"/>
                <a:cs typeface="Yu Gothic"/>
              </a:defRPr>
            </a:lvl1pPr>
            <a:lvl2pPr>
              <a:buNone/>
              <a:defRPr sz="1425" b="0">
                <a:solidFill>
                  <a:srgbClr val="596875"/>
                </a:solidFill>
                <a:latin typeface="Yu Gothic"/>
                <a:ea typeface="Yu Gothic"/>
                <a:cs typeface="Yu Gothic"/>
              </a:defRPr>
            </a:lvl2pPr>
            <a:lvl3pPr>
              <a:buNone/>
              <a:defRPr sz="1425" b="0">
                <a:solidFill>
                  <a:srgbClr val="596875"/>
                </a:solidFill>
                <a:latin typeface="Yu Gothic"/>
                <a:ea typeface="Yu Gothic"/>
                <a:cs typeface="Yu Gothic"/>
              </a:defRPr>
            </a:lvl3pPr>
            <a:lvl4pPr>
              <a:buNone/>
              <a:defRPr sz="1425" b="0">
                <a:solidFill>
                  <a:srgbClr val="596875"/>
                </a:solidFill>
                <a:latin typeface="Yu Gothic"/>
                <a:ea typeface="Yu Gothic"/>
                <a:cs typeface="Yu Gothic"/>
              </a:defRPr>
            </a:lvl4pPr>
            <a:lvl5pPr>
              <a:buNone/>
              <a:defRPr sz="1425" b="0">
                <a:solidFill>
                  <a:srgbClr val="596875"/>
                </a:solidFill>
                <a:latin typeface="Yu Gothic"/>
                <a:ea typeface="Yu Gothic"/>
                <a:cs typeface="Yu Gothic"/>
              </a:defRPr>
            </a:lvl5pPr>
            <a:lvl6pPr>
              <a:buNone/>
              <a:defRPr sz="1425" b="0">
                <a:solidFill>
                  <a:srgbClr val="596875"/>
                </a:solidFill>
                <a:latin typeface="Yu Gothic"/>
                <a:ea typeface="Yu Gothic"/>
                <a:cs typeface="Yu Gothic"/>
              </a:defRPr>
            </a:lvl6pPr>
            <a:lvl7pPr>
              <a:buNone/>
              <a:defRPr sz="1425" b="0">
                <a:solidFill>
                  <a:srgbClr val="596875"/>
                </a:solidFill>
                <a:latin typeface="Yu Gothic"/>
                <a:ea typeface="Yu Gothic"/>
                <a:cs typeface="Yu Gothic"/>
              </a:defRPr>
            </a:lvl7pPr>
            <a:lvl8pPr>
              <a:buNone/>
              <a:defRPr sz="1425" b="0">
                <a:solidFill>
                  <a:srgbClr val="596875"/>
                </a:solidFill>
                <a:latin typeface="Yu Gothic"/>
                <a:ea typeface="Yu Gothic"/>
                <a:cs typeface="Yu Gothic"/>
              </a:defRPr>
            </a:lvl8pPr>
            <a:lvl9pPr>
              <a:buNone/>
              <a:defRPr sz="1425" b="0">
                <a:solidFill>
                  <a:srgbClr val="596875"/>
                </a:solidFill>
                <a:latin typeface="Yu Gothic"/>
                <a:ea typeface="Yu Gothic"/>
                <a:cs typeface="Yu Gothic"/>
              </a:defRPr>
            </a:lvl9pPr>
          </a:lstStyle>
          <a:p>
            <a:pPr>
              <a:buNone/>
              <a:defRPr sz="1425" b="0">
                <a:solidFill>
                  <a:srgbClr val="596875"/>
                </a:solidFill>
                <a:latin typeface="Yu Gothic"/>
                <a:ea typeface="Yu Gothic"/>
                <a:cs typeface="Yu Gothic"/>
              </a:defRPr>
            </a:pPr>
            <a:r>
              <a:rPr lang="en-US" altLang="ja-JP" sz="1425" b="0">
                <a:solidFill>
                  <a:srgbClr val="596875"/>
                </a:solidFill>
                <a:latin typeface="Yu Gothic"/>
                <a:ea typeface="Yu Gothic"/>
                <a:cs typeface="Yu Gothic"/>
              </a:rPr>
              <a:t>41</a:t>
            </a:r>
            <a:endParaRPr sz="1425" b="0">
              <a:solidFill>
                <a:srgbClr val="596875"/>
              </a:solidFill>
              <a:latin typeface="Yu Gothic"/>
              <a:ea typeface="Yu Gothic"/>
              <a:cs typeface="Yu Gothic"/>
            </a:endParaRPr>
          </a:p>
        </p:txBody>
      </p:sp>
      <p:sp>
        <p:nvSpPr>
          <p:cNvPr id="5" name="正方形/長方形 4">
            <a:extLst>
              <a:ext uri="{FF2B5EF4-FFF2-40B4-BE49-F238E27FC236}">
                <a16:creationId xmlns:a16="http://schemas.microsoft.com/office/drawing/2014/main" id="{D2A6CF6E-1EF1-42F0-9CA2-C8D047ADE878}"/>
              </a:ext>
            </a:extLst>
          </p:cNvPr>
          <p:cNvSpPr>
            <a:spLocks noGrp="1"/>
          </p:cNvSpPr>
          <p:nvPr/>
        </p:nvSpPr>
        <p:spPr>
          <a:xfrm>
            <a:off x="838200" y="1628775"/>
            <a:ext cx="10477500" cy="695325"/>
          </a:xfrm>
          <a:prstGeom prst="rect">
            <a:avLst/>
          </a:prstGeom>
          <a:solidFill>
            <a:srgbClr val="EAF1F5"/>
          </a:solidFill>
          <a:ln w="9525">
            <a:solidFill>
              <a:srgbClr val="596875"/>
            </a:solidFill>
          </a:ln>
        </p:spPr>
      </p:sp>
      <p:sp>
        <p:nvSpPr>
          <p:cNvPr id="6" name="正方形/長方形 5">
            <a:extLst>
              <a:ext uri="{FF2B5EF4-FFF2-40B4-BE49-F238E27FC236}">
                <a16:creationId xmlns:a16="http://schemas.microsoft.com/office/drawing/2014/main" id="{C9D43B87-C673-4A20-965C-2CE965D25C00}"/>
              </a:ext>
            </a:extLst>
          </p:cNvPr>
          <p:cNvSpPr>
            <a:spLocks noGrp="1"/>
          </p:cNvSpPr>
          <p:nvPr/>
        </p:nvSpPr>
        <p:spPr>
          <a:xfrm>
            <a:off x="981075" y="1704975"/>
            <a:ext cx="10191750" cy="542925"/>
          </a:xfrm>
          <a:prstGeom prst="rect">
            <a:avLst/>
          </a:prstGeom>
          <a:noFill/>
          <a:ln w="0">
            <a:noFill/>
          </a:ln>
        </p:spPr>
        <p:txBody>
          <a:bodyPr lIns="0" tIns="0" rIns="0" bIns="0" anchor="ctr">
            <a:noAutofit/>
          </a:bodyPr>
          <a:lstStyle>
            <a:defPPr>
              <a:defRPr sz="2175" b="1">
                <a:solidFill>
                  <a:srgbClr val="253C4D"/>
                </a:solidFill>
                <a:latin typeface="Yu Gothic"/>
                <a:ea typeface="Yu Gothic"/>
                <a:cs typeface="Yu Gothic"/>
              </a:defRPr>
            </a:defPPr>
            <a:lvl1pPr>
              <a:buNone/>
              <a:defRPr sz="2175" b="1">
                <a:solidFill>
                  <a:srgbClr val="253C4D"/>
                </a:solidFill>
                <a:latin typeface="Yu Gothic"/>
                <a:ea typeface="Yu Gothic"/>
                <a:cs typeface="Yu Gothic"/>
              </a:defRPr>
            </a:lvl1pPr>
            <a:lvl2pPr>
              <a:buNone/>
              <a:defRPr sz="2175" b="1">
                <a:solidFill>
                  <a:srgbClr val="253C4D"/>
                </a:solidFill>
                <a:latin typeface="Yu Gothic"/>
                <a:ea typeface="Yu Gothic"/>
                <a:cs typeface="Yu Gothic"/>
              </a:defRPr>
            </a:lvl2pPr>
            <a:lvl3pPr>
              <a:buNone/>
              <a:defRPr sz="2175" b="1">
                <a:solidFill>
                  <a:srgbClr val="253C4D"/>
                </a:solidFill>
                <a:latin typeface="Yu Gothic"/>
                <a:ea typeface="Yu Gothic"/>
                <a:cs typeface="Yu Gothic"/>
              </a:defRPr>
            </a:lvl3pPr>
            <a:lvl4pPr>
              <a:buNone/>
              <a:defRPr sz="2175" b="1">
                <a:solidFill>
                  <a:srgbClr val="253C4D"/>
                </a:solidFill>
                <a:latin typeface="Yu Gothic"/>
                <a:ea typeface="Yu Gothic"/>
                <a:cs typeface="Yu Gothic"/>
              </a:defRPr>
            </a:lvl4pPr>
            <a:lvl5pPr>
              <a:buNone/>
              <a:defRPr sz="2175" b="1">
                <a:solidFill>
                  <a:srgbClr val="253C4D"/>
                </a:solidFill>
                <a:latin typeface="Yu Gothic"/>
                <a:ea typeface="Yu Gothic"/>
                <a:cs typeface="Yu Gothic"/>
              </a:defRPr>
            </a:lvl5pPr>
            <a:lvl6pPr>
              <a:buNone/>
              <a:defRPr sz="2175" b="1">
                <a:solidFill>
                  <a:srgbClr val="253C4D"/>
                </a:solidFill>
                <a:latin typeface="Yu Gothic"/>
                <a:ea typeface="Yu Gothic"/>
                <a:cs typeface="Yu Gothic"/>
              </a:defRPr>
            </a:lvl6pPr>
            <a:lvl7pPr>
              <a:buNone/>
              <a:defRPr sz="2175" b="1">
                <a:solidFill>
                  <a:srgbClr val="253C4D"/>
                </a:solidFill>
                <a:latin typeface="Yu Gothic"/>
                <a:ea typeface="Yu Gothic"/>
                <a:cs typeface="Yu Gothic"/>
              </a:defRPr>
            </a:lvl7pPr>
            <a:lvl8pPr>
              <a:buNone/>
              <a:defRPr sz="2175" b="1">
                <a:solidFill>
                  <a:srgbClr val="253C4D"/>
                </a:solidFill>
                <a:latin typeface="Yu Gothic"/>
                <a:ea typeface="Yu Gothic"/>
                <a:cs typeface="Yu Gothic"/>
              </a:defRPr>
            </a:lvl8pPr>
            <a:lvl9pPr>
              <a:buNone/>
              <a:defRPr sz="2175" b="1">
                <a:solidFill>
                  <a:srgbClr val="253C4D"/>
                </a:solidFill>
                <a:latin typeface="Yu Gothic"/>
                <a:ea typeface="Yu Gothic"/>
                <a:cs typeface="Yu Gothic"/>
              </a:defRPr>
            </a:lvl9pPr>
          </a:lstStyle>
          <a:p>
            <a:pPr>
              <a:buNone/>
              <a:defRPr sz="2175" b="1">
                <a:solidFill>
                  <a:srgbClr val="253C4D"/>
                </a:solidFill>
                <a:latin typeface="Yu Gothic"/>
                <a:ea typeface="Yu Gothic"/>
                <a:cs typeface="Yu Gothic"/>
              </a:defRPr>
            </a:pPr>
            <a:r>
              <a:rPr sz="2175" b="1">
                <a:solidFill>
                  <a:srgbClr val="253C4D"/>
                </a:solidFill>
                <a:latin typeface="Yu Gothic"/>
                <a:ea typeface="Yu Gothic"/>
                <a:cs typeface="Yu Gothic"/>
              </a:rPr>
              <a:t>全体 600 kg</a:t>
            </a:r>
          </a:p>
        </p:txBody>
      </p:sp>
      <p:sp>
        <p:nvSpPr>
          <p:cNvPr id="7" name="正方形/長方形 6">
            <a:extLst>
              <a:ext uri="{FF2B5EF4-FFF2-40B4-BE49-F238E27FC236}">
                <a16:creationId xmlns:a16="http://schemas.microsoft.com/office/drawing/2014/main" id="{3B661A5D-9CB2-4834-8D47-25E89DB4F09B}"/>
              </a:ext>
            </a:extLst>
          </p:cNvPr>
          <p:cNvSpPr>
            <a:spLocks noGrp="1"/>
          </p:cNvSpPr>
          <p:nvPr/>
        </p:nvSpPr>
        <p:spPr>
          <a:xfrm>
            <a:off x="838200" y="2628900"/>
            <a:ext cx="7905750" cy="952500"/>
          </a:xfrm>
          <a:prstGeom prst="rect">
            <a:avLst/>
          </a:prstGeom>
          <a:solidFill>
            <a:srgbClr val="EBD7B8"/>
          </a:solidFill>
          <a:ln w="9525">
            <a:solidFill>
              <a:srgbClr val="596875"/>
            </a:solidFill>
          </a:ln>
        </p:spPr>
      </p:sp>
      <p:sp>
        <p:nvSpPr>
          <p:cNvPr id="8" name="正方形/長方形 7">
            <a:extLst>
              <a:ext uri="{FF2B5EF4-FFF2-40B4-BE49-F238E27FC236}">
                <a16:creationId xmlns:a16="http://schemas.microsoft.com/office/drawing/2014/main" id="{D551C235-E4C0-4D85-A795-4F932CACF248}"/>
              </a:ext>
            </a:extLst>
          </p:cNvPr>
          <p:cNvSpPr>
            <a:spLocks noGrp="1"/>
          </p:cNvSpPr>
          <p:nvPr/>
        </p:nvSpPr>
        <p:spPr>
          <a:xfrm>
            <a:off x="981075" y="2705100"/>
            <a:ext cx="7620000" cy="800100"/>
          </a:xfrm>
          <a:prstGeom prst="rect">
            <a:avLst/>
          </a:prstGeom>
          <a:noFill/>
          <a:ln w="0">
            <a:noFill/>
          </a:ln>
        </p:spPr>
        <p:txBody>
          <a:bodyPr lIns="0" tIns="0" rIns="0" bIns="0" anchor="ctr">
            <a:noAutofit/>
          </a:bodyPr>
          <a:lstStyle>
            <a:defPPr>
              <a:defRPr sz="2550" b="1">
                <a:solidFill>
                  <a:srgbClr val="253C4D"/>
                </a:solidFill>
                <a:latin typeface="Yu Gothic"/>
                <a:ea typeface="Yu Gothic"/>
                <a:cs typeface="Yu Gothic"/>
              </a:defRPr>
            </a:defPPr>
            <a:lvl1pPr>
              <a:buNone/>
              <a:defRPr sz="2550" b="1">
                <a:solidFill>
                  <a:srgbClr val="253C4D"/>
                </a:solidFill>
                <a:latin typeface="Yu Gothic"/>
                <a:ea typeface="Yu Gothic"/>
                <a:cs typeface="Yu Gothic"/>
              </a:defRPr>
            </a:lvl1pPr>
            <a:lvl2pPr>
              <a:buNone/>
              <a:defRPr sz="2550" b="1">
                <a:solidFill>
                  <a:srgbClr val="253C4D"/>
                </a:solidFill>
                <a:latin typeface="Yu Gothic"/>
                <a:ea typeface="Yu Gothic"/>
                <a:cs typeface="Yu Gothic"/>
              </a:defRPr>
            </a:lvl2pPr>
            <a:lvl3pPr>
              <a:buNone/>
              <a:defRPr sz="2550" b="1">
                <a:solidFill>
                  <a:srgbClr val="253C4D"/>
                </a:solidFill>
                <a:latin typeface="Yu Gothic"/>
                <a:ea typeface="Yu Gothic"/>
                <a:cs typeface="Yu Gothic"/>
              </a:defRPr>
            </a:lvl3pPr>
            <a:lvl4pPr>
              <a:buNone/>
              <a:defRPr sz="2550" b="1">
                <a:solidFill>
                  <a:srgbClr val="253C4D"/>
                </a:solidFill>
                <a:latin typeface="Yu Gothic"/>
                <a:ea typeface="Yu Gothic"/>
                <a:cs typeface="Yu Gothic"/>
              </a:defRPr>
            </a:lvl4pPr>
            <a:lvl5pPr>
              <a:buNone/>
              <a:defRPr sz="2550" b="1">
                <a:solidFill>
                  <a:srgbClr val="253C4D"/>
                </a:solidFill>
                <a:latin typeface="Yu Gothic"/>
                <a:ea typeface="Yu Gothic"/>
                <a:cs typeface="Yu Gothic"/>
              </a:defRPr>
            </a:lvl5pPr>
            <a:lvl6pPr>
              <a:buNone/>
              <a:defRPr sz="2550" b="1">
                <a:solidFill>
                  <a:srgbClr val="253C4D"/>
                </a:solidFill>
                <a:latin typeface="Yu Gothic"/>
                <a:ea typeface="Yu Gothic"/>
                <a:cs typeface="Yu Gothic"/>
              </a:defRPr>
            </a:lvl6pPr>
            <a:lvl7pPr>
              <a:buNone/>
              <a:defRPr sz="2550" b="1">
                <a:solidFill>
                  <a:srgbClr val="253C4D"/>
                </a:solidFill>
                <a:latin typeface="Yu Gothic"/>
                <a:ea typeface="Yu Gothic"/>
                <a:cs typeface="Yu Gothic"/>
              </a:defRPr>
            </a:lvl7pPr>
            <a:lvl8pPr>
              <a:buNone/>
              <a:defRPr sz="2550" b="1">
                <a:solidFill>
                  <a:srgbClr val="253C4D"/>
                </a:solidFill>
                <a:latin typeface="Yu Gothic"/>
                <a:ea typeface="Yu Gothic"/>
                <a:cs typeface="Yu Gothic"/>
              </a:defRPr>
            </a:lvl8pPr>
            <a:lvl9pPr>
              <a:buNone/>
              <a:defRPr sz="2550" b="1">
                <a:solidFill>
                  <a:srgbClr val="253C4D"/>
                </a:solidFill>
                <a:latin typeface="Yu Gothic"/>
                <a:ea typeface="Yu Gothic"/>
                <a:cs typeface="Yu Gothic"/>
              </a:defRPr>
            </a:lvl9pPr>
          </a:lstStyle>
          <a:p>
            <a:pPr>
              <a:buNone/>
              <a:defRPr sz="2550" b="1">
                <a:solidFill>
                  <a:srgbClr val="253C4D"/>
                </a:solidFill>
                <a:latin typeface="Yu Gothic"/>
                <a:ea typeface="Yu Gothic"/>
                <a:cs typeface="Yu Gothic"/>
              </a:defRPr>
            </a:pPr>
            <a:r>
              <a:rPr sz="2550" b="1">
                <a:solidFill>
                  <a:srgbClr val="253C4D"/>
                </a:solidFill>
                <a:latin typeface="Yu Gothic"/>
                <a:ea typeface="Yu Gothic"/>
                <a:cs typeface="Yu Gothic"/>
              </a:rPr>
              <a:t>全乾木材 500 kg</a:t>
            </a:r>
          </a:p>
        </p:txBody>
      </p:sp>
      <p:sp>
        <p:nvSpPr>
          <p:cNvPr id="9" name="正方形/長方形 8">
            <a:extLst>
              <a:ext uri="{FF2B5EF4-FFF2-40B4-BE49-F238E27FC236}">
                <a16:creationId xmlns:a16="http://schemas.microsoft.com/office/drawing/2014/main" id="{BD2A3E24-B63B-41A5-B35F-8CFF1FDF3ADF}"/>
              </a:ext>
            </a:extLst>
          </p:cNvPr>
          <p:cNvSpPr>
            <a:spLocks noGrp="1"/>
          </p:cNvSpPr>
          <p:nvPr/>
        </p:nvSpPr>
        <p:spPr>
          <a:xfrm>
            <a:off x="8934450" y="2628900"/>
            <a:ext cx="2381250" cy="952500"/>
          </a:xfrm>
          <a:prstGeom prst="rect">
            <a:avLst/>
          </a:prstGeom>
          <a:solidFill>
            <a:srgbClr val="D6E7F1"/>
          </a:solidFill>
          <a:ln w="9525">
            <a:solidFill>
              <a:srgbClr val="596875"/>
            </a:solidFill>
          </a:ln>
        </p:spPr>
      </p:sp>
      <p:sp>
        <p:nvSpPr>
          <p:cNvPr id="10" name="正方形/長方形 9">
            <a:extLst>
              <a:ext uri="{FF2B5EF4-FFF2-40B4-BE49-F238E27FC236}">
                <a16:creationId xmlns:a16="http://schemas.microsoft.com/office/drawing/2014/main" id="{B2F2D9BD-C277-481B-9B90-8586440A5C75}"/>
              </a:ext>
            </a:extLst>
          </p:cNvPr>
          <p:cNvSpPr>
            <a:spLocks noGrp="1"/>
          </p:cNvSpPr>
          <p:nvPr/>
        </p:nvSpPr>
        <p:spPr>
          <a:xfrm>
            <a:off x="9077325" y="2705100"/>
            <a:ext cx="2095500" cy="800100"/>
          </a:xfrm>
          <a:prstGeom prst="rect">
            <a:avLst/>
          </a:prstGeom>
          <a:noFill/>
          <a:ln w="0">
            <a:noFill/>
          </a:ln>
        </p:spPr>
        <p:txBody>
          <a:bodyPr lIns="0" tIns="0" rIns="0" bIns="0" anchor="ctr">
            <a:noAutofit/>
          </a:bodyPr>
          <a:lstStyle>
            <a:defPPr>
              <a:defRPr sz="2250" b="1">
                <a:solidFill>
                  <a:srgbClr val="253C4D"/>
                </a:solidFill>
                <a:latin typeface="Yu Gothic"/>
                <a:ea typeface="Yu Gothic"/>
                <a:cs typeface="Yu Gothic"/>
              </a:defRPr>
            </a:defPPr>
            <a:lvl1pPr>
              <a:buNone/>
              <a:defRPr sz="2250" b="1">
                <a:solidFill>
                  <a:srgbClr val="253C4D"/>
                </a:solidFill>
                <a:latin typeface="Yu Gothic"/>
                <a:ea typeface="Yu Gothic"/>
                <a:cs typeface="Yu Gothic"/>
              </a:defRPr>
            </a:lvl1pPr>
            <a:lvl2pPr>
              <a:buNone/>
              <a:defRPr sz="2250" b="1">
                <a:solidFill>
                  <a:srgbClr val="253C4D"/>
                </a:solidFill>
                <a:latin typeface="Yu Gothic"/>
                <a:ea typeface="Yu Gothic"/>
                <a:cs typeface="Yu Gothic"/>
              </a:defRPr>
            </a:lvl2pPr>
            <a:lvl3pPr>
              <a:buNone/>
              <a:defRPr sz="2250" b="1">
                <a:solidFill>
                  <a:srgbClr val="253C4D"/>
                </a:solidFill>
                <a:latin typeface="Yu Gothic"/>
                <a:ea typeface="Yu Gothic"/>
                <a:cs typeface="Yu Gothic"/>
              </a:defRPr>
            </a:lvl3pPr>
            <a:lvl4pPr>
              <a:buNone/>
              <a:defRPr sz="2250" b="1">
                <a:solidFill>
                  <a:srgbClr val="253C4D"/>
                </a:solidFill>
                <a:latin typeface="Yu Gothic"/>
                <a:ea typeface="Yu Gothic"/>
                <a:cs typeface="Yu Gothic"/>
              </a:defRPr>
            </a:lvl4pPr>
            <a:lvl5pPr>
              <a:buNone/>
              <a:defRPr sz="2250" b="1">
                <a:solidFill>
                  <a:srgbClr val="253C4D"/>
                </a:solidFill>
                <a:latin typeface="Yu Gothic"/>
                <a:ea typeface="Yu Gothic"/>
                <a:cs typeface="Yu Gothic"/>
              </a:defRPr>
            </a:lvl5pPr>
            <a:lvl6pPr>
              <a:buNone/>
              <a:defRPr sz="2250" b="1">
                <a:solidFill>
                  <a:srgbClr val="253C4D"/>
                </a:solidFill>
                <a:latin typeface="Yu Gothic"/>
                <a:ea typeface="Yu Gothic"/>
                <a:cs typeface="Yu Gothic"/>
              </a:defRPr>
            </a:lvl6pPr>
            <a:lvl7pPr>
              <a:buNone/>
              <a:defRPr sz="2250" b="1">
                <a:solidFill>
                  <a:srgbClr val="253C4D"/>
                </a:solidFill>
                <a:latin typeface="Yu Gothic"/>
                <a:ea typeface="Yu Gothic"/>
                <a:cs typeface="Yu Gothic"/>
              </a:defRPr>
            </a:lvl7pPr>
            <a:lvl8pPr>
              <a:buNone/>
              <a:defRPr sz="2250" b="1">
                <a:solidFill>
                  <a:srgbClr val="253C4D"/>
                </a:solidFill>
                <a:latin typeface="Yu Gothic"/>
                <a:ea typeface="Yu Gothic"/>
                <a:cs typeface="Yu Gothic"/>
              </a:defRPr>
            </a:lvl8pPr>
            <a:lvl9pPr>
              <a:buNone/>
              <a:defRPr sz="2250" b="1">
                <a:solidFill>
                  <a:srgbClr val="253C4D"/>
                </a:solidFill>
                <a:latin typeface="Yu Gothic"/>
                <a:ea typeface="Yu Gothic"/>
                <a:cs typeface="Yu Gothic"/>
              </a:defRPr>
            </a:lvl9pPr>
          </a:lstStyle>
          <a:p>
            <a:pPr>
              <a:buNone/>
              <a:defRPr sz="2250" b="1">
                <a:solidFill>
                  <a:srgbClr val="253C4D"/>
                </a:solidFill>
                <a:latin typeface="Yu Gothic"/>
                <a:ea typeface="Yu Gothic"/>
                <a:cs typeface="Yu Gothic"/>
              </a:defRPr>
            </a:pPr>
            <a:r>
              <a:rPr sz="2250" b="1">
                <a:solidFill>
                  <a:srgbClr val="253C4D"/>
                </a:solidFill>
                <a:latin typeface="Yu Gothic"/>
                <a:ea typeface="Yu Gothic"/>
                <a:cs typeface="Yu Gothic"/>
              </a:rPr>
              <a:t>水100 kg</a:t>
            </a:r>
          </a:p>
        </p:txBody>
      </p:sp>
      <p:sp>
        <p:nvSpPr>
          <p:cNvPr id="11" name="正方形/長方形 10">
            <a:extLst>
              <a:ext uri="{FF2B5EF4-FFF2-40B4-BE49-F238E27FC236}">
                <a16:creationId xmlns:a16="http://schemas.microsoft.com/office/drawing/2014/main" id="{302974BA-F19A-4652-A7C7-4ECCEDDBBB7E}"/>
              </a:ext>
            </a:extLst>
          </p:cNvPr>
          <p:cNvSpPr>
            <a:spLocks noGrp="1"/>
          </p:cNvSpPr>
          <p:nvPr/>
        </p:nvSpPr>
        <p:spPr>
          <a:xfrm>
            <a:off x="838200" y="3933825"/>
            <a:ext cx="10477500" cy="685800"/>
          </a:xfrm>
          <a:prstGeom prst="rect">
            <a:avLst/>
          </a:prstGeom>
          <a:noFill/>
          <a:ln w="0">
            <a:noFill/>
          </a:ln>
        </p:spPr>
        <p:txBody>
          <a:bodyPr lIns="0" tIns="0" rIns="0" bIns="0" anchor="ctr">
            <a:noAutofit/>
          </a:bodyPr>
          <a:lstStyle>
            <a:defPPr>
              <a:defRPr sz="2775" b="1">
                <a:solidFill>
                  <a:srgbClr val="253C4D"/>
                </a:solidFill>
                <a:latin typeface="Yu Gothic"/>
                <a:ea typeface="Yu Gothic"/>
                <a:cs typeface="Yu Gothic"/>
              </a:defRPr>
            </a:defPPr>
            <a:lvl1pPr>
              <a:buNone/>
              <a:defRPr sz="2775" b="1">
                <a:solidFill>
                  <a:srgbClr val="253C4D"/>
                </a:solidFill>
                <a:latin typeface="Yu Gothic"/>
                <a:ea typeface="Yu Gothic"/>
                <a:cs typeface="Yu Gothic"/>
              </a:defRPr>
            </a:lvl1pPr>
            <a:lvl2pPr>
              <a:buNone/>
              <a:defRPr sz="2775" b="1">
                <a:solidFill>
                  <a:srgbClr val="253C4D"/>
                </a:solidFill>
                <a:latin typeface="Yu Gothic"/>
                <a:ea typeface="Yu Gothic"/>
                <a:cs typeface="Yu Gothic"/>
              </a:defRPr>
            </a:lvl2pPr>
            <a:lvl3pPr>
              <a:buNone/>
              <a:defRPr sz="2775" b="1">
                <a:solidFill>
                  <a:srgbClr val="253C4D"/>
                </a:solidFill>
                <a:latin typeface="Yu Gothic"/>
                <a:ea typeface="Yu Gothic"/>
                <a:cs typeface="Yu Gothic"/>
              </a:defRPr>
            </a:lvl3pPr>
            <a:lvl4pPr>
              <a:buNone/>
              <a:defRPr sz="2775" b="1">
                <a:solidFill>
                  <a:srgbClr val="253C4D"/>
                </a:solidFill>
                <a:latin typeface="Yu Gothic"/>
                <a:ea typeface="Yu Gothic"/>
                <a:cs typeface="Yu Gothic"/>
              </a:defRPr>
            </a:lvl4pPr>
            <a:lvl5pPr>
              <a:buNone/>
              <a:defRPr sz="2775" b="1">
                <a:solidFill>
                  <a:srgbClr val="253C4D"/>
                </a:solidFill>
                <a:latin typeface="Yu Gothic"/>
                <a:ea typeface="Yu Gothic"/>
                <a:cs typeface="Yu Gothic"/>
              </a:defRPr>
            </a:lvl5pPr>
            <a:lvl6pPr>
              <a:buNone/>
              <a:defRPr sz="2775" b="1">
                <a:solidFill>
                  <a:srgbClr val="253C4D"/>
                </a:solidFill>
                <a:latin typeface="Yu Gothic"/>
                <a:ea typeface="Yu Gothic"/>
                <a:cs typeface="Yu Gothic"/>
              </a:defRPr>
            </a:lvl6pPr>
            <a:lvl7pPr>
              <a:buNone/>
              <a:defRPr sz="2775" b="1">
                <a:solidFill>
                  <a:srgbClr val="253C4D"/>
                </a:solidFill>
                <a:latin typeface="Yu Gothic"/>
                <a:ea typeface="Yu Gothic"/>
                <a:cs typeface="Yu Gothic"/>
              </a:defRPr>
            </a:lvl7pPr>
            <a:lvl8pPr>
              <a:buNone/>
              <a:defRPr sz="2775" b="1">
                <a:solidFill>
                  <a:srgbClr val="253C4D"/>
                </a:solidFill>
                <a:latin typeface="Yu Gothic"/>
                <a:ea typeface="Yu Gothic"/>
                <a:cs typeface="Yu Gothic"/>
              </a:defRPr>
            </a:lvl8pPr>
            <a:lvl9pPr>
              <a:buNone/>
              <a:defRPr sz="2775" b="1">
                <a:solidFill>
                  <a:srgbClr val="253C4D"/>
                </a:solidFill>
                <a:latin typeface="Yu Gothic"/>
                <a:ea typeface="Yu Gothic"/>
                <a:cs typeface="Yu Gothic"/>
              </a:defRPr>
            </a:lvl9pPr>
          </a:lstStyle>
          <a:p>
            <a:pPr>
              <a:buNone/>
              <a:defRPr sz="2775" b="1">
                <a:solidFill>
                  <a:srgbClr val="253C4D"/>
                </a:solidFill>
                <a:latin typeface="Yu Gothic"/>
                <a:ea typeface="Yu Gothic"/>
                <a:cs typeface="Yu Gothic"/>
              </a:defRPr>
            </a:pPr>
            <a:r>
              <a:rPr sz="2775" b="1">
                <a:solidFill>
                  <a:srgbClr val="253C4D"/>
                </a:solidFill>
                <a:latin typeface="Yu Gothic"/>
                <a:ea typeface="Yu Gothic"/>
                <a:cs typeface="Yu Gothic"/>
              </a:rPr>
              <a:t>500 × 0.50 ＝ 250 kg-C</a:t>
            </a:r>
          </a:p>
        </p:txBody>
      </p:sp>
      <p:sp>
        <p:nvSpPr>
          <p:cNvPr id="12" name="正方形/長方形 11">
            <a:extLst>
              <a:ext uri="{FF2B5EF4-FFF2-40B4-BE49-F238E27FC236}">
                <a16:creationId xmlns:a16="http://schemas.microsoft.com/office/drawing/2014/main" id="{A0A793D0-443F-4F29-8F66-E7AA44EAB5CA}"/>
              </a:ext>
            </a:extLst>
          </p:cNvPr>
          <p:cNvSpPr>
            <a:spLocks noGrp="1"/>
          </p:cNvSpPr>
          <p:nvPr/>
        </p:nvSpPr>
        <p:spPr>
          <a:xfrm>
            <a:off x="838200" y="4867275"/>
            <a:ext cx="10477500" cy="685800"/>
          </a:xfrm>
          <a:prstGeom prst="rect">
            <a:avLst/>
          </a:prstGeom>
          <a:noFill/>
          <a:ln w="0">
            <a:noFill/>
          </a:ln>
        </p:spPr>
        <p:txBody>
          <a:bodyPr lIns="0" tIns="0" rIns="0" bIns="0" anchor="ctr">
            <a:noAutofit/>
          </a:bodyPr>
          <a:lstStyle>
            <a:defPPr>
              <a:defRPr sz="2775" b="1">
                <a:solidFill>
                  <a:srgbClr val="087E8B"/>
                </a:solidFill>
                <a:latin typeface="Yu Gothic"/>
                <a:ea typeface="Yu Gothic"/>
                <a:cs typeface="Yu Gothic"/>
              </a:defRPr>
            </a:defPPr>
            <a:lvl1pPr>
              <a:buNone/>
              <a:defRPr sz="2775" b="1">
                <a:solidFill>
                  <a:srgbClr val="087E8B"/>
                </a:solidFill>
                <a:latin typeface="Yu Gothic"/>
                <a:ea typeface="Yu Gothic"/>
                <a:cs typeface="Yu Gothic"/>
              </a:defRPr>
            </a:lvl1pPr>
            <a:lvl2pPr>
              <a:buNone/>
              <a:defRPr sz="2775" b="1">
                <a:solidFill>
                  <a:srgbClr val="087E8B"/>
                </a:solidFill>
                <a:latin typeface="Yu Gothic"/>
                <a:ea typeface="Yu Gothic"/>
                <a:cs typeface="Yu Gothic"/>
              </a:defRPr>
            </a:lvl2pPr>
            <a:lvl3pPr>
              <a:buNone/>
              <a:defRPr sz="2775" b="1">
                <a:solidFill>
                  <a:srgbClr val="087E8B"/>
                </a:solidFill>
                <a:latin typeface="Yu Gothic"/>
                <a:ea typeface="Yu Gothic"/>
                <a:cs typeface="Yu Gothic"/>
              </a:defRPr>
            </a:lvl3pPr>
            <a:lvl4pPr>
              <a:buNone/>
              <a:defRPr sz="2775" b="1">
                <a:solidFill>
                  <a:srgbClr val="087E8B"/>
                </a:solidFill>
                <a:latin typeface="Yu Gothic"/>
                <a:ea typeface="Yu Gothic"/>
                <a:cs typeface="Yu Gothic"/>
              </a:defRPr>
            </a:lvl4pPr>
            <a:lvl5pPr>
              <a:buNone/>
              <a:defRPr sz="2775" b="1">
                <a:solidFill>
                  <a:srgbClr val="087E8B"/>
                </a:solidFill>
                <a:latin typeface="Yu Gothic"/>
                <a:ea typeface="Yu Gothic"/>
                <a:cs typeface="Yu Gothic"/>
              </a:defRPr>
            </a:lvl5pPr>
            <a:lvl6pPr>
              <a:buNone/>
              <a:defRPr sz="2775" b="1">
                <a:solidFill>
                  <a:srgbClr val="087E8B"/>
                </a:solidFill>
                <a:latin typeface="Yu Gothic"/>
                <a:ea typeface="Yu Gothic"/>
                <a:cs typeface="Yu Gothic"/>
              </a:defRPr>
            </a:lvl6pPr>
            <a:lvl7pPr>
              <a:buNone/>
              <a:defRPr sz="2775" b="1">
                <a:solidFill>
                  <a:srgbClr val="087E8B"/>
                </a:solidFill>
                <a:latin typeface="Yu Gothic"/>
                <a:ea typeface="Yu Gothic"/>
                <a:cs typeface="Yu Gothic"/>
              </a:defRPr>
            </a:lvl7pPr>
            <a:lvl8pPr>
              <a:buNone/>
              <a:defRPr sz="2775" b="1">
                <a:solidFill>
                  <a:srgbClr val="087E8B"/>
                </a:solidFill>
                <a:latin typeface="Yu Gothic"/>
                <a:ea typeface="Yu Gothic"/>
                <a:cs typeface="Yu Gothic"/>
              </a:defRPr>
            </a:lvl8pPr>
            <a:lvl9pPr>
              <a:buNone/>
              <a:defRPr sz="2775" b="1">
                <a:solidFill>
                  <a:srgbClr val="087E8B"/>
                </a:solidFill>
                <a:latin typeface="Yu Gothic"/>
                <a:ea typeface="Yu Gothic"/>
                <a:cs typeface="Yu Gothic"/>
              </a:defRPr>
            </a:lvl9pPr>
          </a:lstStyle>
          <a:p>
            <a:pPr>
              <a:buNone/>
              <a:defRPr sz="2775" b="1">
                <a:solidFill>
                  <a:srgbClr val="087E8B"/>
                </a:solidFill>
                <a:latin typeface="Yu Gothic"/>
                <a:ea typeface="Yu Gothic"/>
                <a:cs typeface="Yu Gothic"/>
              </a:defRPr>
            </a:pPr>
            <a:r>
              <a:rPr sz="2775" b="1">
                <a:solidFill>
                  <a:srgbClr val="087E8B"/>
                </a:solidFill>
                <a:latin typeface="Yu Gothic"/>
                <a:ea typeface="Yu Gothic"/>
                <a:cs typeface="Yu Gothic"/>
              </a:rPr>
              <a:t>250 × 44 / 12 ≈ 917 kg-CO₂</a:t>
            </a:r>
          </a:p>
        </p:txBody>
      </p:sp>
    </p:spTree>
    <p:extLst>
      <p:ext uri="{BB962C8B-B14F-4D97-AF65-F5344CB8AC3E}">
        <p14:creationId xmlns:p14="http://schemas.microsoft.com/office/powerpoint/2010/main" val="237434393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正方形/長方形 5">
            <a:extLst>
              <a:ext uri="{FF2B5EF4-FFF2-40B4-BE49-F238E27FC236}">
                <a16:creationId xmlns:a16="http://schemas.microsoft.com/office/drawing/2014/main" id="{8FD55AFD-9005-45C6-81BC-0BA27968532E}"/>
              </a:ext>
            </a:extLst>
          </p:cNvPr>
          <p:cNvSpPr>
            <a:spLocks noGrp="1"/>
          </p:cNvSpPr>
          <p:nvPr/>
        </p:nvSpPr>
        <p:spPr>
          <a:xfrm>
            <a:off x="685800" y="342900"/>
            <a:ext cx="10820400" cy="666750"/>
          </a:xfrm>
          <a:prstGeom prst="rect">
            <a:avLst/>
          </a:prstGeom>
          <a:noFill/>
          <a:ln w="0">
            <a:noFill/>
          </a:ln>
        </p:spPr>
        <p:txBody>
          <a:bodyPr lIns="0" tIns="0" rIns="0" bIns="0" anchor="ctr">
            <a:noAutofit/>
          </a:bodyPr>
          <a:lstStyle>
            <a:defPPr>
              <a:defRPr sz="3000" b="1">
                <a:solidFill>
                  <a:srgbClr val="18364F"/>
                </a:solidFill>
                <a:latin typeface="Yu Gothic"/>
                <a:ea typeface="Yu Gothic"/>
                <a:cs typeface="Yu Gothic"/>
              </a:defRPr>
            </a:defPPr>
            <a:lvl1pPr>
              <a:buNone/>
              <a:defRPr sz="3000" b="1">
                <a:solidFill>
                  <a:srgbClr val="18364F"/>
                </a:solidFill>
                <a:latin typeface="Yu Gothic"/>
                <a:ea typeface="Yu Gothic"/>
                <a:cs typeface="Yu Gothic"/>
              </a:defRPr>
            </a:lvl1pPr>
            <a:lvl2pPr>
              <a:buNone/>
              <a:defRPr sz="3000" b="1">
                <a:solidFill>
                  <a:srgbClr val="18364F"/>
                </a:solidFill>
                <a:latin typeface="Yu Gothic"/>
                <a:ea typeface="Yu Gothic"/>
                <a:cs typeface="Yu Gothic"/>
              </a:defRPr>
            </a:lvl2pPr>
            <a:lvl3pPr>
              <a:buNone/>
              <a:defRPr sz="3000" b="1">
                <a:solidFill>
                  <a:srgbClr val="18364F"/>
                </a:solidFill>
                <a:latin typeface="Yu Gothic"/>
                <a:ea typeface="Yu Gothic"/>
                <a:cs typeface="Yu Gothic"/>
              </a:defRPr>
            </a:lvl3pPr>
            <a:lvl4pPr>
              <a:buNone/>
              <a:defRPr sz="3000" b="1">
                <a:solidFill>
                  <a:srgbClr val="18364F"/>
                </a:solidFill>
                <a:latin typeface="Yu Gothic"/>
                <a:ea typeface="Yu Gothic"/>
                <a:cs typeface="Yu Gothic"/>
              </a:defRPr>
            </a:lvl4pPr>
            <a:lvl5pPr>
              <a:buNone/>
              <a:defRPr sz="3000" b="1">
                <a:solidFill>
                  <a:srgbClr val="18364F"/>
                </a:solidFill>
                <a:latin typeface="Yu Gothic"/>
                <a:ea typeface="Yu Gothic"/>
                <a:cs typeface="Yu Gothic"/>
              </a:defRPr>
            </a:lvl5pPr>
            <a:lvl6pPr>
              <a:buNone/>
              <a:defRPr sz="3000" b="1">
                <a:solidFill>
                  <a:srgbClr val="18364F"/>
                </a:solidFill>
                <a:latin typeface="Yu Gothic"/>
                <a:ea typeface="Yu Gothic"/>
                <a:cs typeface="Yu Gothic"/>
              </a:defRPr>
            </a:lvl6pPr>
            <a:lvl7pPr>
              <a:buNone/>
              <a:defRPr sz="3000" b="1">
                <a:solidFill>
                  <a:srgbClr val="18364F"/>
                </a:solidFill>
                <a:latin typeface="Yu Gothic"/>
                <a:ea typeface="Yu Gothic"/>
                <a:cs typeface="Yu Gothic"/>
              </a:defRPr>
            </a:lvl7pPr>
            <a:lvl8pPr>
              <a:buNone/>
              <a:defRPr sz="3000" b="1">
                <a:solidFill>
                  <a:srgbClr val="18364F"/>
                </a:solidFill>
                <a:latin typeface="Yu Gothic"/>
                <a:ea typeface="Yu Gothic"/>
                <a:cs typeface="Yu Gothic"/>
              </a:defRPr>
            </a:lvl8pPr>
            <a:lvl9pPr>
              <a:buNone/>
              <a:defRPr sz="3000" b="1">
                <a:solidFill>
                  <a:srgbClr val="18364F"/>
                </a:solidFill>
                <a:latin typeface="Yu Gothic"/>
                <a:ea typeface="Yu Gothic"/>
                <a:cs typeface="Yu Gothic"/>
              </a:defRPr>
            </a:lvl9pPr>
          </a:lstStyle>
          <a:p>
            <a:pPr>
              <a:buNone/>
              <a:defRPr sz="3000" b="1">
                <a:solidFill>
                  <a:srgbClr val="18364F"/>
                </a:solidFill>
                <a:latin typeface="Yu Gothic"/>
                <a:ea typeface="Yu Gothic"/>
                <a:cs typeface="Yu Gothic"/>
              </a:defRPr>
            </a:pPr>
            <a:r>
              <a:rPr sz="3000" b="1">
                <a:solidFill>
                  <a:srgbClr val="18364F"/>
                </a:solidFill>
                <a:latin typeface="Yu Gothic"/>
                <a:ea typeface="Yu Gothic"/>
                <a:cs typeface="Yu Gothic"/>
              </a:rPr>
              <a:t>貯蔵量・排出量・削減量を区別する</a:t>
            </a:r>
          </a:p>
        </p:txBody>
      </p:sp>
      <p:sp>
        <p:nvSpPr>
          <p:cNvPr id="2" name="正方形/長方形 1">
            <a:extLst>
              <a:ext uri="{FF2B5EF4-FFF2-40B4-BE49-F238E27FC236}">
                <a16:creationId xmlns:a16="http://schemas.microsoft.com/office/drawing/2014/main" id="{43401168-6692-4745-88D3-57D9855FBE20}"/>
              </a:ext>
            </a:extLst>
          </p:cNvPr>
          <p:cNvSpPr>
            <a:spLocks noGrp="1"/>
          </p:cNvSpPr>
          <p:nvPr/>
        </p:nvSpPr>
        <p:spPr>
          <a:xfrm>
            <a:off x="685800" y="1181100"/>
            <a:ext cx="10820400" cy="19050"/>
          </a:xfrm>
          <a:prstGeom prst="rect">
            <a:avLst/>
          </a:prstGeom>
          <a:solidFill>
            <a:srgbClr val="18364F"/>
          </a:solidFill>
          <a:ln w="0">
            <a:noFill/>
          </a:ln>
        </p:spPr>
      </p:sp>
      <p:sp>
        <p:nvSpPr>
          <p:cNvPr id="3" name="正方形/長方形 2">
            <a:extLst>
              <a:ext uri="{FF2B5EF4-FFF2-40B4-BE49-F238E27FC236}">
                <a16:creationId xmlns:a16="http://schemas.microsoft.com/office/drawing/2014/main" id="{213C6DD4-4344-4000-9400-12AA12A353E9}"/>
              </a:ext>
            </a:extLst>
          </p:cNvPr>
          <p:cNvSpPr>
            <a:spLocks noGrp="1"/>
          </p:cNvSpPr>
          <p:nvPr/>
        </p:nvSpPr>
        <p:spPr>
          <a:xfrm>
            <a:off x="685800" y="6419850"/>
            <a:ext cx="9334500" cy="257175"/>
          </a:xfrm>
          <a:prstGeom prst="rect">
            <a:avLst/>
          </a:prstGeom>
          <a:noFill/>
          <a:ln w="0">
            <a:noFill/>
          </a:ln>
        </p:spPr>
        <p:txBody>
          <a:bodyPr lIns="0" tIns="0" rIns="0" bIns="0" anchor="ctr">
            <a:noAutofit/>
          </a:bodyPr>
          <a:lstStyle>
            <a:defPPr>
              <a:defRPr sz="1425" b="0">
                <a:solidFill>
                  <a:srgbClr val="596875"/>
                </a:solidFill>
                <a:latin typeface="Yu Gothic"/>
                <a:ea typeface="Yu Gothic"/>
                <a:cs typeface="Yu Gothic"/>
              </a:defRPr>
            </a:defPPr>
            <a:lvl1pPr>
              <a:buNone/>
              <a:defRPr sz="1425" b="0">
                <a:solidFill>
                  <a:srgbClr val="596875"/>
                </a:solidFill>
                <a:latin typeface="Yu Gothic"/>
                <a:ea typeface="Yu Gothic"/>
                <a:cs typeface="Yu Gothic"/>
              </a:defRPr>
            </a:lvl1pPr>
            <a:lvl2pPr>
              <a:buNone/>
              <a:defRPr sz="1425" b="0">
                <a:solidFill>
                  <a:srgbClr val="596875"/>
                </a:solidFill>
                <a:latin typeface="Yu Gothic"/>
                <a:ea typeface="Yu Gothic"/>
                <a:cs typeface="Yu Gothic"/>
              </a:defRPr>
            </a:lvl2pPr>
            <a:lvl3pPr>
              <a:buNone/>
              <a:defRPr sz="1425" b="0">
                <a:solidFill>
                  <a:srgbClr val="596875"/>
                </a:solidFill>
                <a:latin typeface="Yu Gothic"/>
                <a:ea typeface="Yu Gothic"/>
                <a:cs typeface="Yu Gothic"/>
              </a:defRPr>
            </a:lvl3pPr>
            <a:lvl4pPr>
              <a:buNone/>
              <a:defRPr sz="1425" b="0">
                <a:solidFill>
                  <a:srgbClr val="596875"/>
                </a:solidFill>
                <a:latin typeface="Yu Gothic"/>
                <a:ea typeface="Yu Gothic"/>
                <a:cs typeface="Yu Gothic"/>
              </a:defRPr>
            </a:lvl4pPr>
            <a:lvl5pPr>
              <a:buNone/>
              <a:defRPr sz="1425" b="0">
                <a:solidFill>
                  <a:srgbClr val="596875"/>
                </a:solidFill>
                <a:latin typeface="Yu Gothic"/>
                <a:ea typeface="Yu Gothic"/>
                <a:cs typeface="Yu Gothic"/>
              </a:defRPr>
            </a:lvl5pPr>
            <a:lvl6pPr>
              <a:buNone/>
              <a:defRPr sz="1425" b="0">
                <a:solidFill>
                  <a:srgbClr val="596875"/>
                </a:solidFill>
                <a:latin typeface="Yu Gothic"/>
                <a:ea typeface="Yu Gothic"/>
                <a:cs typeface="Yu Gothic"/>
              </a:defRPr>
            </a:lvl6pPr>
            <a:lvl7pPr>
              <a:buNone/>
              <a:defRPr sz="1425" b="0">
                <a:solidFill>
                  <a:srgbClr val="596875"/>
                </a:solidFill>
                <a:latin typeface="Yu Gothic"/>
                <a:ea typeface="Yu Gothic"/>
                <a:cs typeface="Yu Gothic"/>
              </a:defRPr>
            </a:lvl7pPr>
            <a:lvl8pPr>
              <a:buNone/>
              <a:defRPr sz="1425" b="0">
                <a:solidFill>
                  <a:srgbClr val="596875"/>
                </a:solidFill>
                <a:latin typeface="Yu Gothic"/>
                <a:ea typeface="Yu Gothic"/>
                <a:cs typeface="Yu Gothic"/>
              </a:defRPr>
            </a:lvl8pPr>
            <a:lvl9pPr>
              <a:buNone/>
              <a:defRPr sz="1425" b="0">
                <a:solidFill>
                  <a:srgbClr val="596875"/>
                </a:solidFill>
                <a:latin typeface="Yu Gothic"/>
                <a:ea typeface="Yu Gothic"/>
                <a:cs typeface="Yu Gothic"/>
              </a:defRPr>
            </a:lvl9pPr>
          </a:lstStyle>
          <a:p>
            <a:pPr>
              <a:buNone/>
              <a:defRPr sz="1425" b="0">
                <a:solidFill>
                  <a:srgbClr val="596875"/>
                </a:solidFill>
                <a:latin typeface="Yu Gothic"/>
                <a:ea typeface="Yu Gothic"/>
                <a:cs typeface="Yu Gothic"/>
              </a:defRPr>
            </a:pPr>
            <a:r>
              <a:rPr lang="ja-JP" altLang="en-US" sz="1425" b="0">
                <a:solidFill>
                  <a:srgbClr val="596875"/>
                </a:solidFill>
                <a:latin typeface="Yu Gothic"/>
                <a:ea typeface="Yu Gothic"/>
                <a:cs typeface="Yu Gothic"/>
              </a:rPr>
              <a:t>木材及び木質材料学　新第</a:t>
            </a:r>
            <a:r>
              <a:rPr lang="en-US" altLang="ja-JP" sz="1425" b="0">
                <a:solidFill>
                  <a:srgbClr val="596875"/>
                </a:solidFill>
                <a:latin typeface="Yu Gothic"/>
                <a:ea typeface="Yu Gothic"/>
                <a:cs typeface="Yu Gothic"/>
              </a:rPr>
              <a:t>14</a:t>
            </a:r>
            <a:r>
              <a:rPr lang="ja-JP" altLang="en-US" sz="1425" b="0">
                <a:solidFill>
                  <a:srgbClr val="596875"/>
                </a:solidFill>
                <a:latin typeface="Yu Gothic"/>
                <a:ea typeface="Yu Gothic"/>
                <a:cs typeface="Yu Gothic"/>
              </a:rPr>
              <a:t>回　資源・環境</a:t>
            </a:r>
            <a:endParaRPr sz="1425" b="0">
              <a:solidFill>
                <a:srgbClr val="596875"/>
              </a:solidFill>
              <a:latin typeface="Yu Gothic"/>
              <a:ea typeface="Yu Gothic"/>
              <a:cs typeface="Yu Gothic"/>
            </a:endParaRPr>
          </a:p>
        </p:txBody>
      </p:sp>
      <p:sp>
        <p:nvSpPr>
          <p:cNvPr id="4" name="正方形/長方形 3">
            <a:extLst>
              <a:ext uri="{FF2B5EF4-FFF2-40B4-BE49-F238E27FC236}">
                <a16:creationId xmlns:a16="http://schemas.microsoft.com/office/drawing/2014/main" id="{293FA89F-756E-460D-A06C-160C4350EE45}"/>
              </a:ext>
            </a:extLst>
          </p:cNvPr>
          <p:cNvSpPr>
            <a:spLocks noGrp="1"/>
          </p:cNvSpPr>
          <p:nvPr/>
        </p:nvSpPr>
        <p:spPr>
          <a:xfrm>
            <a:off x="10763250" y="6419850"/>
            <a:ext cx="742950" cy="257175"/>
          </a:xfrm>
          <a:prstGeom prst="rect">
            <a:avLst/>
          </a:prstGeom>
          <a:noFill/>
          <a:ln w="0">
            <a:noFill/>
          </a:ln>
        </p:spPr>
        <p:txBody>
          <a:bodyPr lIns="0" tIns="0" rIns="0" bIns="0" anchor="ctr">
            <a:noAutofit/>
          </a:bodyPr>
          <a:lstStyle>
            <a:defPPr>
              <a:defRPr sz="1425" b="0">
                <a:solidFill>
                  <a:srgbClr val="596875"/>
                </a:solidFill>
                <a:latin typeface="Yu Gothic"/>
                <a:ea typeface="Yu Gothic"/>
                <a:cs typeface="Yu Gothic"/>
              </a:defRPr>
            </a:defPPr>
            <a:lvl1pPr>
              <a:buNone/>
              <a:defRPr sz="1425" b="0">
                <a:solidFill>
                  <a:srgbClr val="596875"/>
                </a:solidFill>
                <a:latin typeface="Yu Gothic"/>
                <a:ea typeface="Yu Gothic"/>
                <a:cs typeface="Yu Gothic"/>
              </a:defRPr>
            </a:lvl1pPr>
            <a:lvl2pPr>
              <a:buNone/>
              <a:defRPr sz="1425" b="0">
                <a:solidFill>
                  <a:srgbClr val="596875"/>
                </a:solidFill>
                <a:latin typeface="Yu Gothic"/>
                <a:ea typeface="Yu Gothic"/>
                <a:cs typeface="Yu Gothic"/>
              </a:defRPr>
            </a:lvl2pPr>
            <a:lvl3pPr>
              <a:buNone/>
              <a:defRPr sz="1425" b="0">
                <a:solidFill>
                  <a:srgbClr val="596875"/>
                </a:solidFill>
                <a:latin typeface="Yu Gothic"/>
                <a:ea typeface="Yu Gothic"/>
                <a:cs typeface="Yu Gothic"/>
              </a:defRPr>
            </a:lvl3pPr>
            <a:lvl4pPr>
              <a:buNone/>
              <a:defRPr sz="1425" b="0">
                <a:solidFill>
                  <a:srgbClr val="596875"/>
                </a:solidFill>
                <a:latin typeface="Yu Gothic"/>
                <a:ea typeface="Yu Gothic"/>
                <a:cs typeface="Yu Gothic"/>
              </a:defRPr>
            </a:lvl4pPr>
            <a:lvl5pPr>
              <a:buNone/>
              <a:defRPr sz="1425" b="0">
                <a:solidFill>
                  <a:srgbClr val="596875"/>
                </a:solidFill>
                <a:latin typeface="Yu Gothic"/>
                <a:ea typeface="Yu Gothic"/>
                <a:cs typeface="Yu Gothic"/>
              </a:defRPr>
            </a:lvl5pPr>
            <a:lvl6pPr>
              <a:buNone/>
              <a:defRPr sz="1425" b="0">
                <a:solidFill>
                  <a:srgbClr val="596875"/>
                </a:solidFill>
                <a:latin typeface="Yu Gothic"/>
                <a:ea typeface="Yu Gothic"/>
                <a:cs typeface="Yu Gothic"/>
              </a:defRPr>
            </a:lvl6pPr>
            <a:lvl7pPr>
              <a:buNone/>
              <a:defRPr sz="1425" b="0">
                <a:solidFill>
                  <a:srgbClr val="596875"/>
                </a:solidFill>
                <a:latin typeface="Yu Gothic"/>
                <a:ea typeface="Yu Gothic"/>
                <a:cs typeface="Yu Gothic"/>
              </a:defRPr>
            </a:lvl7pPr>
            <a:lvl8pPr>
              <a:buNone/>
              <a:defRPr sz="1425" b="0">
                <a:solidFill>
                  <a:srgbClr val="596875"/>
                </a:solidFill>
                <a:latin typeface="Yu Gothic"/>
                <a:ea typeface="Yu Gothic"/>
                <a:cs typeface="Yu Gothic"/>
              </a:defRPr>
            </a:lvl8pPr>
            <a:lvl9pPr>
              <a:buNone/>
              <a:defRPr sz="1425" b="0">
                <a:solidFill>
                  <a:srgbClr val="596875"/>
                </a:solidFill>
                <a:latin typeface="Yu Gothic"/>
                <a:ea typeface="Yu Gothic"/>
                <a:cs typeface="Yu Gothic"/>
              </a:defRPr>
            </a:lvl9pPr>
          </a:lstStyle>
          <a:p>
            <a:pPr>
              <a:buNone/>
              <a:defRPr sz="1425" b="0">
                <a:solidFill>
                  <a:srgbClr val="596875"/>
                </a:solidFill>
                <a:latin typeface="Yu Gothic"/>
                <a:ea typeface="Yu Gothic"/>
                <a:cs typeface="Yu Gothic"/>
              </a:defRPr>
            </a:pPr>
            <a:r>
              <a:rPr lang="en-US" altLang="ja-JP" sz="1425" b="0">
                <a:solidFill>
                  <a:srgbClr val="596875"/>
                </a:solidFill>
                <a:latin typeface="Yu Gothic"/>
                <a:ea typeface="Yu Gothic"/>
                <a:cs typeface="Yu Gothic"/>
              </a:rPr>
              <a:t>42</a:t>
            </a:r>
            <a:endParaRPr sz="1425" b="0">
              <a:solidFill>
                <a:srgbClr val="596875"/>
              </a:solidFill>
              <a:latin typeface="Yu Gothic"/>
              <a:ea typeface="Yu Gothic"/>
              <a:cs typeface="Yu Gothic"/>
            </a:endParaRPr>
          </a:p>
        </p:txBody>
      </p:sp>
      <p:graphicFrame>
        <p:nvGraphicFramePr>
          <p:cNvPr id="5" name="表 4">
            <a:extLst>
              <a:ext uri="{FF2B5EF4-FFF2-40B4-BE49-F238E27FC236}">
                <a16:creationId xmlns:a16="http://schemas.microsoft.com/office/drawing/2014/main" id="{F4CA47C8-0DCF-490D-83A1-D46BD06C5979}"/>
              </a:ext>
            </a:extLst>
          </p:cNvPr>
          <p:cNvGraphicFramePr/>
          <p:nvPr/>
        </p:nvGraphicFramePr>
        <p:xfrm>
          <a:off x="838200" y="1666875"/>
          <a:ext cx="10477500" cy="3381375"/>
        </p:xfrm>
        <a:graphic>
          <a:graphicData uri="http://schemas.openxmlformats.org/drawingml/2006/table">
            <a:tbl>
              <a:tblPr/>
              <a:tblGrid>
                <a:gridCol w="3143250">
                  <a:extLst>
                    <a:ext uri="{9D8B030D-6E8A-4147-A177-3AD203B41FA5}">
                      <a16:colId xmlns:a16="http://schemas.microsoft.com/office/drawing/2014/main" val="20000"/>
                    </a:ext>
                  </a:extLst>
                </a:gridCol>
                <a:gridCol w="7334250">
                  <a:extLst>
                    <a:ext uri="{9D8B030D-6E8A-4147-A177-3AD203B41FA5}">
                      <a16:colId xmlns:a16="http://schemas.microsoft.com/office/drawing/2014/main" val="20001"/>
                    </a:ext>
                  </a:extLst>
                </a:gridCol>
              </a:tblGrid>
              <a:tr h="676275">
                <a:tc>
                  <a:txBody>
                    <a:bodyPr/>
                    <a:lstStyle/>
                    <a:p>
                      <a:r>
                        <a:rPr sz="1950" b="1">
                          <a:solidFill>
                            <a:srgbClr val="FFFFFF"/>
                          </a:solidFill>
                          <a:latin typeface="Yu Gothic"/>
                          <a:ea typeface="Yu Gothic"/>
                          <a:cs typeface="Yu Gothic"/>
                        </a:rPr>
                        <a:t>量</a:t>
                      </a:r>
                    </a:p>
                  </a:txBody>
                  <a:tcPr>
                    <a:solidFill>
                      <a:srgbClr val="18364F"/>
                    </a:solidFill>
                  </a:tcPr>
                </a:tc>
                <a:tc>
                  <a:txBody>
                    <a:bodyPr/>
                    <a:lstStyle/>
                    <a:p>
                      <a:r>
                        <a:rPr sz="1950" b="1">
                          <a:solidFill>
                            <a:srgbClr val="FFFFFF"/>
                          </a:solidFill>
                          <a:latin typeface="Yu Gothic"/>
                          <a:ea typeface="Yu Gothic"/>
                          <a:cs typeface="Yu Gothic"/>
                        </a:rPr>
                        <a:t>何を表すか</a:t>
                      </a:r>
                    </a:p>
                  </a:txBody>
                  <a:tcPr>
                    <a:solidFill>
                      <a:srgbClr val="18364F"/>
                    </a:solidFill>
                  </a:tcPr>
                </a:tc>
                <a:extLst>
                  <a:ext uri="{0D108BD9-81ED-4DB2-BD59-A6C34878D82A}">
                    <a16:rowId xmlns:a16="http://schemas.microsoft.com/office/drawing/2014/main" val="10000"/>
                  </a:ext>
                </a:extLst>
              </a:tr>
              <a:tr h="676275">
                <a:tc>
                  <a:txBody>
                    <a:bodyPr/>
                    <a:lstStyle/>
                    <a:p>
                      <a:r>
                        <a:rPr sz="1950" b="0">
                          <a:solidFill>
                            <a:srgbClr val="253C4D"/>
                          </a:solidFill>
                          <a:latin typeface="Yu Gothic"/>
                          <a:ea typeface="Yu Gothic"/>
                          <a:cs typeface="Yu Gothic"/>
                        </a:rPr>
                        <a:t>貯蔵量</a:t>
                      </a:r>
                    </a:p>
                  </a:txBody>
                  <a:tcPr>
                    <a:solidFill>
                      <a:srgbClr val="F1F5F7"/>
                    </a:solidFill>
                  </a:tcPr>
                </a:tc>
                <a:tc>
                  <a:txBody>
                    <a:bodyPr/>
                    <a:lstStyle/>
                    <a:p>
                      <a:r>
                        <a:rPr sz="1950" b="0">
                          <a:solidFill>
                            <a:srgbClr val="253C4D"/>
                          </a:solidFill>
                          <a:latin typeface="Yu Gothic"/>
                          <a:ea typeface="Yu Gothic"/>
                          <a:cs typeface="Yu Gothic"/>
                        </a:rPr>
                        <a:t>ある時点で製品に残る炭素の量</a:t>
                      </a:r>
                    </a:p>
                  </a:txBody>
                  <a:tcPr>
                    <a:solidFill>
                      <a:srgbClr val="F1F5F7"/>
                    </a:solidFill>
                  </a:tcPr>
                </a:tc>
                <a:extLst>
                  <a:ext uri="{0D108BD9-81ED-4DB2-BD59-A6C34878D82A}">
                    <a16:rowId xmlns:a16="http://schemas.microsoft.com/office/drawing/2014/main" val="10001"/>
                  </a:ext>
                </a:extLst>
              </a:tr>
              <a:tr h="676275">
                <a:tc>
                  <a:txBody>
                    <a:bodyPr/>
                    <a:lstStyle/>
                    <a:p>
                      <a:r>
                        <a:rPr sz="1950" b="0">
                          <a:solidFill>
                            <a:srgbClr val="253C4D"/>
                          </a:solidFill>
                          <a:latin typeface="Yu Gothic"/>
                          <a:ea typeface="Yu Gothic"/>
                          <a:cs typeface="Yu Gothic"/>
                        </a:rPr>
                        <a:t>排出量</a:t>
                      </a:r>
                    </a:p>
                  </a:txBody>
                  <a:tcPr>
                    <a:solidFill>
                      <a:srgbClr val="FFFFFF"/>
                    </a:solidFill>
                  </a:tcPr>
                </a:tc>
                <a:tc>
                  <a:txBody>
                    <a:bodyPr/>
                    <a:lstStyle/>
                    <a:p>
                      <a:r>
                        <a:rPr sz="1950" b="0">
                          <a:solidFill>
                            <a:srgbClr val="253C4D"/>
                          </a:solidFill>
                          <a:latin typeface="Yu Gothic"/>
                          <a:ea typeface="Yu Gothic"/>
                          <a:cs typeface="Yu Gothic"/>
                        </a:rPr>
                        <a:t>定めた工程・期間で大気へ放出する量</a:t>
                      </a:r>
                    </a:p>
                  </a:txBody>
                  <a:tcPr>
                    <a:solidFill>
                      <a:srgbClr val="FFFFFF"/>
                    </a:solidFill>
                  </a:tcPr>
                </a:tc>
                <a:extLst>
                  <a:ext uri="{0D108BD9-81ED-4DB2-BD59-A6C34878D82A}">
                    <a16:rowId xmlns:a16="http://schemas.microsoft.com/office/drawing/2014/main" val="10002"/>
                  </a:ext>
                </a:extLst>
              </a:tr>
              <a:tr h="676275">
                <a:tc>
                  <a:txBody>
                    <a:bodyPr/>
                    <a:lstStyle/>
                    <a:p>
                      <a:r>
                        <a:rPr sz="1950" b="0">
                          <a:solidFill>
                            <a:srgbClr val="253C4D"/>
                          </a:solidFill>
                          <a:latin typeface="Yu Gothic"/>
                          <a:ea typeface="Yu Gothic"/>
                          <a:cs typeface="Yu Gothic"/>
                        </a:rPr>
                        <a:t>削減量</a:t>
                      </a:r>
                    </a:p>
                  </a:txBody>
                  <a:tcPr>
                    <a:solidFill>
                      <a:srgbClr val="F1F5F7"/>
                    </a:solidFill>
                  </a:tcPr>
                </a:tc>
                <a:tc>
                  <a:txBody>
                    <a:bodyPr/>
                    <a:lstStyle/>
                    <a:p>
                      <a:r>
                        <a:rPr sz="1950" b="0">
                          <a:solidFill>
                            <a:srgbClr val="253C4D"/>
                          </a:solidFill>
                          <a:latin typeface="Yu Gothic"/>
                          <a:ea typeface="Yu Gothic"/>
                          <a:cs typeface="Yu Gothic"/>
                        </a:rPr>
                        <a:t>比較対象と比べて、どれだけ排出等が減るか</a:t>
                      </a:r>
                    </a:p>
                  </a:txBody>
                  <a:tcPr>
                    <a:solidFill>
                      <a:srgbClr val="F1F5F7"/>
                    </a:solidFill>
                  </a:tcPr>
                </a:tc>
                <a:extLst>
                  <a:ext uri="{0D108BD9-81ED-4DB2-BD59-A6C34878D82A}">
                    <a16:rowId xmlns:a16="http://schemas.microsoft.com/office/drawing/2014/main" val="10003"/>
                  </a:ext>
                </a:extLst>
              </a:tr>
              <a:tr h="676275">
                <a:tc>
                  <a:txBody>
                    <a:bodyPr/>
                    <a:lstStyle/>
                    <a:p>
                      <a:r>
                        <a:rPr sz="1950" b="0">
                          <a:solidFill>
                            <a:srgbClr val="253C4D"/>
                          </a:solidFill>
                          <a:latin typeface="Yu Gothic"/>
                          <a:ea typeface="Yu Gothic"/>
                          <a:cs typeface="Yu Gothic"/>
                        </a:rPr>
                        <a:t>比較の条件</a:t>
                      </a:r>
                    </a:p>
                  </a:txBody>
                  <a:tcPr>
                    <a:solidFill>
                      <a:srgbClr val="FFFFFF"/>
                    </a:solidFill>
                  </a:tcPr>
                </a:tc>
                <a:tc>
                  <a:txBody>
                    <a:bodyPr/>
                    <a:lstStyle/>
                    <a:p>
                      <a:r>
                        <a:rPr sz="1950" b="0">
                          <a:solidFill>
                            <a:srgbClr val="253C4D"/>
                          </a:solidFill>
                          <a:latin typeface="Yu Gothic"/>
                          <a:ea typeface="Yu Gothic"/>
                          <a:cs typeface="Yu Gothic"/>
                        </a:rPr>
                        <a:t>同じ機能・期間、森林と使用後の扱い</a:t>
                      </a:r>
                    </a:p>
                  </a:txBody>
                  <a:tcPr>
                    <a:solidFill>
                      <a:srgbClr val="FFFFFF"/>
                    </a:solidFill>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275898428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正方形/長方形 21">
            <a:extLst>
              <a:ext uri="{FF2B5EF4-FFF2-40B4-BE49-F238E27FC236}">
                <a16:creationId xmlns:a16="http://schemas.microsoft.com/office/drawing/2014/main" id="{7B50525B-01EB-479A-B5E1-4CB778A6702D}"/>
              </a:ext>
            </a:extLst>
          </p:cNvPr>
          <p:cNvSpPr>
            <a:spLocks noGrp="1"/>
          </p:cNvSpPr>
          <p:nvPr/>
        </p:nvSpPr>
        <p:spPr>
          <a:xfrm>
            <a:off x="685800" y="342900"/>
            <a:ext cx="10820400" cy="666750"/>
          </a:xfrm>
          <a:prstGeom prst="rect">
            <a:avLst/>
          </a:prstGeom>
          <a:noFill/>
          <a:ln w="0">
            <a:noFill/>
          </a:ln>
        </p:spPr>
        <p:txBody>
          <a:bodyPr lIns="0" tIns="0" rIns="0" bIns="0" anchor="ctr">
            <a:noAutofit/>
          </a:bodyPr>
          <a:lstStyle>
            <a:defPPr>
              <a:defRPr sz="3000" b="1">
                <a:solidFill>
                  <a:srgbClr val="18364F"/>
                </a:solidFill>
                <a:latin typeface="Yu Gothic"/>
                <a:ea typeface="Yu Gothic"/>
                <a:cs typeface="Yu Gothic"/>
              </a:defRPr>
            </a:defPPr>
            <a:lvl1pPr>
              <a:buNone/>
              <a:defRPr sz="3000" b="1">
                <a:solidFill>
                  <a:srgbClr val="18364F"/>
                </a:solidFill>
                <a:latin typeface="Yu Gothic"/>
                <a:ea typeface="Yu Gothic"/>
                <a:cs typeface="Yu Gothic"/>
              </a:defRPr>
            </a:lvl1pPr>
            <a:lvl2pPr>
              <a:buNone/>
              <a:defRPr sz="3000" b="1">
                <a:solidFill>
                  <a:srgbClr val="18364F"/>
                </a:solidFill>
                <a:latin typeface="Yu Gothic"/>
                <a:ea typeface="Yu Gothic"/>
                <a:cs typeface="Yu Gothic"/>
              </a:defRPr>
            </a:lvl2pPr>
            <a:lvl3pPr>
              <a:buNone/>
              <a:defRPr sz="3000" b="1">
                <a:solidFill>
                  <a:srgbClr val="18364F"/>
                </a:solidFill>
                <a:latin typeface="Yu Gothic"/>
                <a:ea typeface="Yu Gothic"/>
                <a:cs typeface="Yu Gothic"/>
              </a:defRPr>
            </a:lvl3pPr>
            <a:lvl4pPr>
              <a:buNone/>
              <a:defRPr sz="3000" b="1">
                <a:solidFill>
                  <a:srgbClr val="18364F"/>
                </a:solidFill>
                <a:latin typeface="Yu Gothic"/>
                <a:ea typeface="Yu Gothic"/>
                <a:cs typeface="Yu Gothic"/>
              </a:defRPr>
            </a:lvl4pPr>
            <a:lvl5pPr>
              <a:buNone/>
              <a:defRPr sz="3000" b="1">
                <a:solidFill>
                  <a:srgbClr val="18364F"/>
                </a:solidFill>
                <a:latin typeface="Yu Gothic"/>
                <a:ea typeface="Yu Gothic"/>
                <a:cs typeface="Yu Gothic"/>
              </a:defRPr>
            </a:lvl5pPr>
            <a:lvl6pPr>
              <a:buNone/>
              <a:defRPr sz="3000" b="1">
                <a:solidFill>
                  <a:srgbClr val="18364F"/>
                </a:solidFill>
                <a:latin typeface="Yu Gothic"/>
                <a:ea typeface="Yu Gothic"/>
                <a:cs typeface="Yu Gothic"/>
              </a:defRPr>
            </a:lvl6pPr>
            <a:lvl7pPr>
              <a:buNone/>
              <a:defRPr sz="3000" b="1">
                <a:solidFill>
                  <a:srgbClr val="18364F"/>
                </a:solidFill>
                <a:latin typeface="Yu Gothic"/>
                <a:ea typeface="Yu Gothic"/>
                <a:cs typeface="Yu Gothic"/>
              </a:defRPr>
            </a:lvl7pPr>
            <a:lvl8pPr>
              <a:buNone/>
              <a:defRPr sz="3000" b="1">
                <a:solidFill>
                  <a:srgbClr val="18364F"/>
                </a:solidFill>
                <a:latin typeface="Yu Gothic"/>
                <a:ea typeface="Yu Gothic"/>
                <a:cs typeface="Yu Gothic"/>
              </a:defRPr>
            </a:lvl8pPr>
            <a:lvl9pPr>
              <a:buNone/>
              <a:defRPr sz="3000" b="1">
                <a:solidFill>
                  <a:srgbClr val="18364F"/>
                </a:solidFill>
                <a:latin typeface="Yu Gothic"/>
                <a:ea typeface="Yu Gothic"/>
                <a:cs typeface="Yu Gothic"/>
              </a:defRPr>
            </a:lvl9pPr>
          </a:lstStyle>
          <a:p>
            <a:pPr>
              <a:buNone/>
              <a:defRPr sz="3000" b="1">
                <a:solidFill>
                  <a:srgbClr val="18364F"/>
                </a:solidFill>
                <a:latin typeface="Yu Gothic"/>
                <a:ea typeface="Yu Gothic"/>
                <a:cs typeface="Yu Gothic"/>
              </a:defRPr>
            </a:pPr>
            <a:r>
              <a:rPr sz="3000" b="1">
                <a:solidFill>
                  <a:srgbClr val="18364F"/>
                </a:solidFill>
                <a:latin typeface="Yu Gothic"/>
                <a:ea typeface="Yu Gothic"/>
                <a:cs typeface="Yu Gothic"/>
              </a:rPr>
              <a:t>長く使うと、炭素が残る時間も変わる</a:t>
            </a:r>
          </a:p>
        </p:txBody>
      </p:sp>
      <p:sp>
        <p:nvSpPr>
          <p:cNvPr id="2" name="正方形/長方形 1">
            <a:extLst>
              <a:ext uri="{FF2B5EF4-FFF2-40B4-BE49-F238E27FC236}">
                <a16:creationId xmlns:a16="http://schemas.microsoft.com/office/drawing/2014/main" id="{844A0158-B94D-436F-9580-6236F0AAD4AB}"/>
              </a:ext>
            </a:extLst>
          </p:cNvPr>
          <p:cNvSpPr>
            <a:spLocks noGrp="1"/>
          </p:cNvSpPr>
          <p:nvPr/>
        </p:nvSpPr>
        <p:spPr>
          <a:xfrm>
            <a:off x="685800" y="1181100"/>
            <a:ext cx="10820400" cy="19050"/>
          </a:xfrm>
          <a:prstGeom prst="rect">
            <a:avLst/>
          </a:prstGeom>
          <a:solidFill>
            <a:srgbClr val="18364F"/>
          </a:solidFill>
          <a:ln w="0">
            <a:noFill/>
          </a:ln>
        </p:spPr>
      </p:sp>
      <p:sp>
        <p:nvSpPr>
          <p:cNvPr id="3" name="正方形/長方形 2">
            <a:extLst>
              <a:ext uri="{FF2B5EF4-FFF2-40B4-BE49-F238E27FC236}">
                <a16:creationId xmlns:a16="http://schemas.microsoft.com/office/drawing/2014/main" id="{B99B9EBF-212D-477F-870F-84BDC2373D98}"/>
              </a:ext>
            </a:extLst>
          </p:cNvPr>
          <p:cNvSpPr>
            <a:spLocks noGrp="1"/>
          </p:cNvSpPr>
          <p:nvPr/>
        </p:nvSpPr>
        <p:spPr>
          <a:xfrm>
            <a:off x="685800" y="6419850"/>
            <a:ext cx="9334500" cy="257175"/>
          </a:xfrm>
          <a:prstGeom prst="rect">
            <a:avLst/>
          </a:prstGeom>
          <a:noFill/>
          <a:ln w="0">
            <a:noFill/>
          </a:ln>
        </p:spPr>
        <p:txBody>
          <a:bodyPr lIns="0" tIns="0" rIns="0" bIns="0" anchor="ctr">
            <a:noAutofit/>
          </a:bodyPr>
          <a:lstStyle>
            <a:defPPr>
              <a:defRPr sz="1425" b="0">
                <a:solidFill>
                  <a:srgbClr val="596875"/>
                </a:solidFill>
                <a:latin typeface="Yu Gothic"/>
                <a:ea typeface="Yu Gothic"/>
                <a:cs typeface="Yu Gothic"/>
              </a:defRPr>
            </a:defPPr>
            <a:lvl1pPr>
              <a:buNone/>
              <a:defRPr sz="1425" b="0">
                <a:solidFill>
                  <a:srgbClr val="596875"/>
                </a:solidFill>
                <a:latin typeface="Yu Gothic"/>
                <a:ea typeface="Yu Gothic"/>
                <a:cs typeface="Yu Gothic"/>
              </a:defRPr>
            </a:lvl1pPr>
            <a:lvl2pPr>
              <a:buNone/>
              <a:defRPr sz="1425" b="0">
                <a:solidFill>
                  <a:srgbClr val="596875"/>
                </a:solidFill>
                <a:latin typeface="Yu Gothic"/>
                <a:ea typeface="Yu Gothic"/>
                <a:cs typeface="Yu Gothic"/>
              </a:defRPr>
            </a:lvl2pPr>
            <a:lvl3pPr>
              <a:buNone/>
              <a:defRPr sz="1425" b="0">
                <a:solidFill>
                  <a:srgbClr val="596875"/>
                </a:solidFill>
                <a:latin typeface="Yu Gothic"/>
                <a:ea typeface="Yu Gothic"/>
                <a:cs typeface="Yu Gothic"/>
              </a:defRPr>
            </a:lvl3pPr>
            <a:lvl4pPr>
              <a:buNone/>
              <a:defRPr sz="1425" b="0">
                <a:solidFill>
                  <a:srgbClr val="596875"/>
                </a:solidFill>
                <a:latin typeface="Yu Gothic"/>
                <a:ea typeface="Yu Gothic"/>
                <a:cs typeface="Yu Gothic"/>
              </a:defRPr>
            </a:lvl4pPr>
            <a:lvl5pPr>
              <a:buNone/>
              <a:defRPr sz="1425" b="0">
                <a:solidFill>
                  <a:srgbClr val="596875"/>
                </a:solidFill>
                <a:latin typeface="Yu Gothic"/>
                <a:ea typeface="Yu Gothic"/>
                <a:cs typeface="Yu Gothic"/>
              </a:defRPr>
            </a:lvl5pPr>
            <a:lvl6pPr>
              <a:buNone/>
              <a:defRPr sz="1425" b="0">
                <a:solidFill>
                  <a:srgbClr val="596875"/>
                </a:solidFill>
                <a:latin typeface="Yu Gothic"/>
                <a:ea typeface="Yu Gothic"/>
                <a:cs typeface="Yu Gothic"/>
              </a:defRPr>
            </a:lvl6pPr>
            <a:lvl7pPr>
              <a:buNone/>
              <a:defRPr sz="1425" b="0">
                <a:solidFill>
                  <a:srgbClr val="596875"/>
                </a:solidFill>
                <a:latin typeface="Yu Gothic"/>
                <a:ea typeface="Yu Gothic"/>
                <a:cs typeface="Yu Gothic"/>
              </a:defRPr>
            </a:lvl7pPr>
            <a:lvl8pPr>
              <a:buNone/>
              <a:defRPr sz="1425" b="0">
                <a:solidFill>
                  <a:srgbClr val="596875"/>
                </a:solidFill>
                <a:latin typeface="Yu Gothic"/>
                <a:ea typeface="Yu Gothic"/>
                <a:cs typeface="Yu Gothic"/>
              </a:defRPr>
            </a:lvl8pPr>
            <a:lvl9pPr>
              <a:buNone/>
              <a:defRPr sz="1425" b="0">
                <a:solidFill>
                  <a:srgbClr val="596875"/>
                </a:solidFill>
                <a:latin typeface="Yu Gothic"/>
                <a:ea typeface="Yu Gothic"/>
                <a:cs typeface="Yu Gothic"/>
              </a:defRPr>
            </a:lvl9pPr>
          </a:lstStyle>
          <a:p>
            <a:pPr>
              <a:buNone/>
              <a:defRPr sz="1425" b="0">
                <a:solidFill>
                  <a:srgbClr val="596875"/>
                </a:solidFill>
                <a:latin typeface="Yu Gothic"/>
                <a:ea typeface="Yu Gothic"/>
                <a:cs typeface="Yu Gothic"/>
              </a:defRPr>
            </a:pPr>
            <a:r>
              <a:rPr lang="ja-JP" altLang="en-US" sz="1425" b="0">
                <a:solidFill>
                  <a:srgbClr val="596875"/>
                </a:solidFill>
                <a:latin typeface="Yu Gothic"/>
                <a:ea typeface="Yu Gothic"/>
                <a:cs typeface="Yu Gothic"/>
              </a:rPr>
              <a:t>木材及び木質材料学　新第</a:t>
            </a:r>
            <a:r>
              <a:rPr lang="en-US" altLang="ja-JP" sz="1425" b="0">
                <a:solidFill>
                  <a:srgbClr val="596875"/>
                </a:solidFill>
                <a:latin typeface="Yu Gothic"/>
                <a:ea typeface="Yu Gothic"/>
                <a:cs typeface="Yu Gothic"/>
              </a:rPr>
              <a:t>14</a:t>
            </a:r>
            <a:r>
              <a:rPr lang="ja-JP" altLang="en-US" sz="1425" b="0">
                <a:solidFill>
                  <a:srgbClr val="596875"/>
                </a:solidFill>
                <a:latin typeface="Yu Gothic"/>
                <a:ea typeface="Yu Gothic"/>
                <a:cs typeface="Yu Gothic"/>
              </a:rPr>
              <a:t>回　資源・環境</a:t>
            </a:r>
            <a:endParaRPr sz="1425" b="0">
              <a:solidFill>
                <a:srgbClr val="596875"/>
              </a:solidFill>
              <a:latin typeface="Yu Gothic"/>
              <a:ea typeface="Yu Gothic"/>
              <a:cs typeface="Yu Gothic"/>
            </a:endParaRPr>
          </a:p>
        </p:txBody>
      </p:sp>
      <p:sp>
        <p:nvSpPr>
          <p:cNvPr id="4" name="正方形/長方形 3">
            <a:extLst>
              <a:ext uri="{FF2B5EF4-FFF2-40B4-BE49-F238E27FC236}">
                <a16:creationId xmlns:a16="http://schemas.microsoft.com/office/drawing/2014/main" id="{6612E7FA-28F6-42B2-ABDE-C335CF5C0334}"/>
              </a:ext>
            </a:extLst>
          </p:cNvPr>
          <p:cNvSpPr>
            <a:spLocks noGrp="1"/>
          </p:cNvSpPr>
          <p:nvPr/>
        </p:nvSpPr>
        <p:spPr>
          <a:xfrm>
            <a:off x="10763250" y="6419850"/>
            <a:ext cx="742950" cy="257175"/>
          </a:xfrm>
          <a:prstGeom prst="rect">
            <a:avLst/>
          </a:prstGeom>
          <a:noFill/>
          <a:ln w="0">
            <a:noFill/>
          </a:ln>
        </p:spPr>
        <p:txBody>
          <a:bodyPr lIns="0" tIns="0" rIns="0" bIns="0" anchor="ctr">
            <a:noAutofit/>
          </a:bodyPr>
          <a:lstStyle>
            <a:defPPr>
              <a:defRPr sz="1425" b="0">
                <a:solidFill>
                  <a:srgbClr val="596875"/>
                </a:solidFill>
                <a:latin typeface="Yu Gothic"/>
                <a:ea typeface="Yu Gothic"/>
                <a:cs typeface="Yu Gothic"/>
              </a:defRPr>
            </a:defPPr>
            <a:lvl1pPr>
              <a:buNone/>
              <a:defRPr sz="1425" b="0">
                <a:solidFill>
                  <a:srgbClr val="596875"/>
                </a:solidFill>
                <a:latin typeface="Yu Gothic"/>
                <a:ea typeface="Yu Gothic"/>
                <a:cs typeface="Yu Gothic"/>
              </a:defRPr>
            </a:lvl1pPr>
            <a:lvl2pPr>
              <a:buNone/>
              <a:defRPr sz="1425" b="0">
                <a:solidFill>
                  <a:srgbClr val="596875"/>
                </a:solidFill>
                <a:latin typeface="Yu Gothic"/>
                <a:ea typeface="Yu Gothic"/>
                <a:cs typeface="Yu Gothic"/>
              </a:defRPr>
            </a:lvl2pPr>
            <a:lvl3pPr>
              <a:buNone/>
              <a:defRPr sz="1425" b="0">
                <a:solidFill>
                  <a:srgbClr val="596875"/>
                </a:solidFill>
                <a:latin typeface="Yu Gothic"/>
                <a:ea typeface="Yu Gothic"/>
                <a:cs typeface="Yu Gothic"/>
              </a:defRPr>
            </a:lvl3pPr>
            <a:lvl4pPr>
              <a:buNone/>
              <a:defRPr sz="1425" b="0">
                <a:solidFill>
                  <a:srgbClr val="596875"/>
                </a:solidFill>
                <a:latin typeface="Yu Gothic"/>
                <a:ea typeface="Yu Gothic"/>
                <a:cs typeface="Yu Gothic"/>
              </a:defRPr>
            </a:lvl4pPr>
            <a:lvl5pPr>
              <a:buNone/>
              <a:defRPr sz="1425" b="0">
                <a:solidFill>
                  <a:srgbClr val="596875"/>
                </a:solidFill>
                <a:latin typeface="Yu Gothic"/>
                <a:ea typeface="Yu Gothic"/>
                <a:cs typeface="Yu Gothic"/>
              </a:defRPr>
            </a:lvl5pPr>
            <a:lvl6pPr>
              <a:buNone/>
              <a:defRPr sz="1425" b="0">
                <a:solidFill>
                  <a:srgbClr val="596875"/>
                </a:solidFill>
                <a:latin typeface="Yu Gothic"/>
                <a:ea typeface="Yu Gothic"/>
                <a:cs typeface="Yu Gothic"/>
              </a:defRPr>
            </a:lvl6pPr>
            <a:lvl7pPr>
              <a:buNone/>
              <a:defRPr sz="1425" b="0">
                <a:solidFill>
                  <a:srgbClr val="596875"/>
                </a:solidFill>
                <a:latin typeface="Yu Gothic"/>
                <a:ea typeface="Yu Gothic"/>
                <a:cs typeface="Yu Gothic"/>
              </a:defRPr>
            </a:lvl7pPr>
            <a:lvl8pPr>
              <a:buNone/>
              <a:defRPr sz="1425" b="0">
                <a:solidFill>
                  <a:srgbClr val="596875"/>
                </a:solidFill>
                <a:latin typeface="Yu Gothic"/>
                <a:ea typeface="Yu Gothic"/>
                <a:cs typeface="Yu Gothic"/>
              </a:defRPr>
            </a:lvl8pPr>
            <a:lvl9pPr>
              <a:buNone/>
              <a:defRPr sz="1425" b="0">
                <a:solidFill>
                  <a:srgbClr val="596875"/>
                </a:solidFill>
                <a:latin typeface="Yu Gothic"/>
                <a:ea typeface="Yu Gothic"/>
                <a:cs typeface="Yu Gothic"/>
              </a:defRPr>
            </a:lvl9pPr>
          </a:lstStyle>
          <a:p>
            <a:pPr>
              <a:buNone/>
              <a:defRPr sz="1425" b="0">
                <a:solidFill>
                  <a:srgbClr val="596875"/>
                </a:solidFill>
                <a:latin typeface="Yu Gothic"/>
                <a:ea typeface="Yu Gothic"/>
                <a:cs typeface="Yu Gothic"/>
              </a:defRPr>
            </a:pPr>
            <a:r>
              <a:rPr lang="en-US" altLang="ja-JP" sz="1425" b="0">
                <a:solidFill>
                  <a:srgbClr val="596875"/>
                </a:solidFill>
                <a:latin typeface="Yu Gothic"/>
                <a:ea typeface="Yu Gothic"/>
                <a:cs typeface="Yu Gothic"/>
              </a:rPr>
              <a:t>43</a:t>
            </a:r>
            <a:endParaRPr sz="1425" b="0">
              <a:solidFill>
                <a:srgbClr val="596875"/>
              </a:solidFill>
              <a:latin typeface="Yu Gothic"/>
              <a:ea typeface="Yu Gothic"/>
              <a:cs typeface="Yu Gothic"/>
            </a:endParaRPr>
          </a:p>
        </p:txBody>
      </p:sp>
      <p:sp>
        <p:nvSpPr>
          <p:cNvPr id="5" name="フリーフォーム: 図形 4">
            <a:extLst>
              <a:ext uri="{FF2B5EF4-FFF2-40B4-BE49-F238E27FC236}">
                <a16:creationId xmlns:a16="http://schemas.microsoft.com/office/drawing/2014/main" id="{B0F60C89-F146-4A53-9563-36AA5955350E}"/>
              </a:ext>
            </a:extLst>
          </p:cNvPr>
          <p:cNvSpPr>
            <a:spLocks noGrp="1"/>
          </p:cNvSpPr>
          <p:nvPr/>
        </p:nvSpPr>
        <p:spPr>
          <a:xfrm>
            <a:off x="1524000" y="5143500"/>
            <a:ext cx="8953500" cy="9525"/>
          </a:xfrm>
          <a:custGeom>
            <a:avLst/>
            <a:gdLst/>
            <a:ahLst/>
            <a:cxnLst/>
            <a:rect l="0" t="0" r="0" b="0"/>
            <a:pathLst>
              <a:path w="8953500" h="9525">
                <a:moveTo>
                  <a:pt x="0" y="0"/>
                </a:moveTo>
                <a:lnTo>
                  <a:pt x="8953500" y="0"/>
                </a:lnTo>
              </a:path>
            </a:pathLst>
          </a:custGeom>
          <a:noFill/>
          <a:ln w="38100">
            <a:solidFill>
              <a:srgbClr val="18364F"/>
            </a:solidFill>
          </a:ln>
        </p:spPr>
      </p:sp>
      <p:sp>
        <p:nvSpPr>
          <p:cNvPr id="6" name="フリーフォーム: 図形 5">
            <a:extLst>
              <a:ext uri="{FF2B5EF4-FFF2-40B4-BE49-F238E27FC236}">
                <a16:creationId xmlns:a16="http://schemas.microsoft.com/office/drawing/2014/main" id="{81F9E86C-1F09-494C-8A3E-3BEE1E0B6836}"/>
              </a:ext>
            </a:extLst>
          </p:cNvPr>
          <p:cNvSpPr>
            <a:spLocks noGrp="1"/>
          </p:cNvSpPr>
          <p:nvPr/>
        </p:nvSpPr>
        <p:spPr>
          <a:xfrm>
            <a:off x="10363816" y="5143500"/>
            <a:ext cx="113684" cy="69700"/>
          </a:xfrm>
          <a:custGeom>
            <a:avLst/>
            <a:gdLst/>
            <a:ahLst/>
            <a:cxnLst/>
            <a:rect l="0" t="0" r="0" b="0"/>
            <a:pathLst>
              <a:path w="113684" h="69700">
                <a:moveTo>
                  <a:pt x="113684" y="0"/>
                </a:moveTo>
                <a:lnTo>
                  <a:pt x="0" y="69700"/>
                </a:lnTo>
              </a:path>
            </a:pathLst>
          </a:custGeom>
          <a:noFill/>
          <a:ln w="38100">
            <a:solidFill>
              <a:srgbClr val="18364F"/>
            </a:solidFill>
          </a:ln>
        </p:spPr>
      </p:sp>
      <p:sp>
        <p:nvSpPr>
          <p:cNvPr id="7" name="フリーフォーム: 図形 6">
            <a:extLst>
              <a:ext uri="{FF2B5EF4-FFF2-40B4-BE49-F238E27FC236}">
                <a16:creationId xmlns:a16="http://schemas.microsoft.com/office/drawing/2014/main" id="{D627F84F-F944-45EA-A909-828C4CE9C859}"/>
              </a:ext>
            </a:extLst>
          </p:cNvPr>
          <p:cNvSpPr>
            <a:spLocks noGrp="1"/>
          </p:cNvSpPr>
          <p:nvPr/>
        </p:nvSpPr>
        <p:spPr>
          <a:xfrm>
            <a:off x="10363816" y="5073800"/>
            <a:ext cx="113684" cy="69700"/>
          </a:xfrm>
          <a:custGeom>
            <a:avLst/>
            <a:gdLst/>
            <a:ahLst/>
            <a:cxnLst/>
            <a:rect l="0" t="0" r="0" b="0"/>
            <a:pathLst>
              <a:path w="113684" h="69700">
                <a:moveTo>
                  <a:pt x="113684" y="69700"/>
                </a:moveTo>
                <a:lnTo>
                  <a:pt x="0" y="0"/>
                </a:lnTo>
              </a:path>
            </a:pathLst>
          </a:custGeom>
          <a:noFill/>
          <a:ln w="38100">
            <a:solidFill>
              <a:srgbClr val="18364F"/>
            </a:solidFill>
          </a:ln>
        </p:spPr>
      </p:sp>
      <p:sp>
        <p:nvSpPr>
          <p:cNvPr id="8" name="フリーフォーム: 図形 7">
            <a:extLst>
              <a:ext uri="{FF2B5EF4-FFF2-40B4-BE49-F238E27FC236}">
                <a16:creationId xmlns:a16="http://schemas.microsoft.com/office/drawing/2014/main" id="{A987B240-3CB6-4F79-9BEF-611127EB8835}"/>
              </a:ext>
            </a:extLst>
          </p:cNvPr>
          <p:cNvSpPr>
            <a:spLocks noGrp="1"/>
          </p:cNvSpPr>
          <p:nvPr/>
        </p:nvSpPr>
        <p:spPr>
          <a:xfrm>
            <a:off x="1524000" y="2286000"/>
            <a:ext cx="9525" cy="2857500"/>
          </a:xfrm>
          <a:custGeom>
            <a:avLst/>
            <a:gdLst/>
            <a:ahLst/>
            <a:cxnLst/>
            <a:rect l="0" t="0" r="0" b="0"/>
            <a:pathLst>
              <a:path w="9525" h="2857500">
                <a:moveTo>
                  <a:pt x="0" y="2857500"/>
                </a:moveTo>
                <a:lnTo>
                  <a:pt x="0" y="0"/>
                </a:lnTo>
              </a:path>
            </a:pathLst>
          </a:custGeom>
          <a:noFill/>
          <a:ln w="38100">
            <a:solidFill>
              <a:srgbClr val="18364F"/>
            </a:solidFill>
          </a:ln>
        </p:spPr>
      </p:sp>
      <p:sp>
        <p:nvSpPr>
          <p:cNvPr id="9" name="フリーフォーム: 図形 8">
            <a:extLst>
              <a:ext uri="{FF2B5EF4-FFF2-40B4-BE49-F238E27FC236}">
                <a16:creationId xmlns:a16="http://schemas.microsoft.com/office/drawing/2014/main" id="{521E2598-1FAC-4E57-BF8B-23CCE3318059}"/>
              </a:ext>
            </a:extLst>
          </p:cNvPr>
          <p:cNvSpPr>
            <a:spLocks noGrp="1"/>
          </p:cNvSpPr>
          <p:nvPr/>
        </p:nvSpPr>
        <p:spPr>
          <a:xfrm>
            <a:off x="1524000" y="2286000"/>
            <a:ext cx="69700" cy="113684"/>
          </a:xfrm>
          <a:custGeom>
            <a:avLst/>
            <a:gdLst/>
            <a:ahLst/>
            <a:cxnLst/>
            <a:rect l="0" t="0" r="0" b="0"/>
            <a:pathLst>
              <a:path w="69700" h="113684">
                <a:moveTo>
                  <a:pt x="0" y="0"/>
                </a:moveTo>
                <a:lnTo>
                  <a:pt x="69700" y="113684"/>
                </a:lnTo>
              </a:path>
            </a:pathLst>
          </a:custGeom>
          <a:noFill/>
          <a:ln w="38100">
            <a:solidFill>
              <a:srgbClr val="18364F"/>
            </a:solidFill>
          </a:ln>
        </p:spPr>
      </p:sp>
      <p:sp>
        <p:nvSpPr>
          <p:cNvPr id="10" name="フリーフォーム: 図形 9">
            <a:extLst>
              <a:ext uri="{FF2B5EF4-FFF2-40B4-BE49-F238E27FC236}">
                <a16:creationId xmlns:a16="http://schemas.microsoft.com/office/drawing/2014/main" id="{12F80680-A1D6-4E95-A32C-35DCC52FDBAB}"/>
              </a:ext>
            </a:extLst>
          </p:cNvPr>
          <p:cNvSpPr>
            <a:spLocks noGrp="1"/>
          </p:cNvSpPr>
          <p:nvPr/>
        </p:nvSpPr>
        <p:spPr>
          <a:xfrm>
            <a:off x="1454300" y="2286000"/>
            <a:ext cx="69700" cy="113684"/>
          </a:xfrm>
          <a:custGeom>
            <a:avLst/>
            <a:gdLst/>
            <a:ahLst/>
            <a:cxnLst/>
            <a:rect l="0" t="0" r="0" b="0"/>
            <a:pathLst>
              <a:path w="69700" h="113684">
                <a:moveTo>
                  <a:pt x="69700" y="0"/>
                </a:moveTo>
                <a:lnTo>
                  <a:pt x="0" y="113684"/>
                </a:lnTo>
              </a:path>
            </a:pathLst>
          </a:custGeom>
          <a:noFill/>
          <a:ln w="38100">
            <a:solidFill>
              <a:srgbClr val="18364F"/>
            </a:solidFill>
          </a:ln>
        </p:spPr>
      </p:sp>
      <p:sp>
        <p:nvSpPr>
          <p:cNvPr id="11" name="正方形/長方形 10">
            <a:extLst>
              <a:ext uri="{FF2B5EF4-FFF2-40B4-BE49-F238E27FC236}">
                <a16:creationId xmlns:a16="http://schemas.microsoft.com/office/drawing/2014/main" id="{096D675F-C9BB-438B-904F-4C5E344D656B}"/>
              </a:ext>
            </a:extLst>
          </p:cNvPr>
          <p:cNvSpPr>
            <a:spLocks noGrp="1"/>
          </p:cNvSpPr>
          <p:nvPr/>
        </p:nvSpPr>
        <p:spPr>
          <a:xfrm>
            <a:off x="838200" y="1562100"/>
            <a:ext cx="10477500" cy="571500"/>
          </a:xfrm>
          <a:prstGeom prst="rect">
            <a:avLst/>
          </a:prstGeom>
          <a:noFill/>
          <a:ln w="0">
            <a:noFill/>
          </a:ln>
        </p:spPr>
        <p:txBody>
          <a:bodyPr lIns="0" tIns="0" rIns="0" bIns="0" anchor="ctr">
            <a:noAutofit/>
          </a:bodyPr>
          <a:lstStyle>
            <a:defPPr>
              <a:defRPr sz="2175" b="1">
                <a:solidFill>
                  <a:srgbClr val="253C4D"/>
                </a:solidFill>
                <a:latin typeface="Yu Gothic"/>
                <a:ea typeface="Yu Gothic"/>
                <a:cs typeface="Yu Gothic"/>
              </a:defRPr>
            </a:defPPr>
            <a:lvl1pPr>
              <a:buNone/>
              <a:defRPr sz="2175" b="1">
                <a:solidFill>
                  <a:srgbClr val="253C4D"/>
                </a:solidFill>
                <a:latin typeface="Yu Gothic"/>
                <a:ea typeface="Yu Gothic"/>
                <a:cs typeface="Yu Gothic"/>
              </a:defRPr>
            </a:lvl1pPr>
            <a:lvl2pPr>
              <a:buNone/>
              <a:defRPr sz="2175" b="1">
                <a:solidFill>
                  <a:srgbClr val="253C4D"/>
                </a:solidFill>
                <a:latin typeface="Yu Gothic"/>
                <a:ea typeface="Yu Gothic"/>
                <a:cs typeface="Yu Gothic"/>
              </a:defRPr>
            </a:lvl2pPr>
            <a:lvl3pPr>
              <a:buNone/>
              <a:defRPr sz="2175" b="1">
                <a:solidFill>
                  <a:srgbClr val="253C4D"/>
                </a:solidFill>
                <a:latin typeface="Yu Gothic"/>
                <a:ea typeface="Yu Gothic"/>
                <a:cs typeface="Yu Gothic"/>
              </a:defRPr>
            </a:lvl3pPr>
            <a:lvl4pPr>
              <a:buNone/>
              <a:defRPr sz="2175" b="1">
                <a:solidFill>
                  <a:srgbClr val="253C4D"/>
                </a:solidFill>
                <a:latin typeface="Yu Gothic"/>
                <a:ea typeface="Yu Gothic"/>
                <a:cs typeface="Yu Gothic"/>
              </a:defRPr>
            </a:lvl4pPr>
            <a:lvl5pPr>
              <a:buNone/>
              <a:defRPr sz="2175" b="1">
                <a:solidFill>
                  <a:srgbClr val="253C4D"/>
                </a:solidFill>
                <a:latin typeface="Yu Gothic"/>
                <a:ea typeface="Yu Gothic"/>
                <a:cs typeface="Yu Gothic"/>
              </a:defRPr>
            </a:lvl5pPr>
            <a:lvl6pPr>
              <a:buNone/>
              <a:defRPr sz="2175" b="1">
                <a:solidFill>
                  <a:srgbClr val="253C4D"/>
                </a:solidFill>
                <a:latin typeface="Yu Gothic"/>
                <a:ea typeface="Yu Gothic"/>
                <a:cs typeface="Yu Gothic"/>
              </a:defRPr>
            </a:lvl6pPr>
            <a:lvl7pPr>
              <a:buNone/>
              <a:defRPr sz="2175" b="1">
                <a:solidFill>
                  <a:srgbClr val="253C4D"/>
                </a:solidFill>
                <a:latin typeface="Yu Gothic"/>
                <a:ea typeface="Yu Gothic"/>
                <a:cs typeface="Yu Gothic"/>
              </a:defRPr>
            </a:lvl7pPr>
            <a:lvl8pPr>
              <a:buNone/>
              <a:defRPr sz="2175" b="1">
                <a:solidFill>
                  <a:srgbClr val="253C4D"/>
                </a:solidFill>
                <a:latin typeface="Yu Gothic"/>
                <a:ea typeface="Yu Gothic"/>
                <a:cs typeface="Yu Gothic"/>
              </a:defRPr>
            </a:lvl8pPr>
            <a:lvl9pPr>
              <a:buNone/>
              <a:defRPr sz="2175" b="1">
                <a:solidFill>
                  <a:srgbClr val="253C4D"/>
                </a:solidFill>
                <a:latin typeface="Yu Gothic"/>
                <a:ea typeface="Yu Gothic"/>
                <a:cs typeface="Yu Gothic"/>
              </a:defRPr>
            </a:lvl9pPr>
          </a:lstStyle>
          <a:p>
            <a:pPr>
              <a:buNone/>
              <a:defRPr sz="2175" b="1">
                <a:solidFill>
                  <a:srgbClr val="253C4D"/>
                </a:solidFill>
                <a:latin typeface="Yu Gothic"/>
                <a:ea typeface="Yu Gothic"/>
                <a:cs typeface="Yu Gothic"/>
              </a:defRPr>
            </a:pPr>
            <a:r>
              <a:rPr sz="2175" b="1">
                <a:solidFill>
                  <a:srgbClr val="253C4D"/>
                </a:solidFill>
                <a:latin typeface="Yu Gothic"/>
                <a:ea typeface="Yu Gothic"/>
                <a:cs typeface="Yu Gothic"/>
              </a:rPr>
              <a:t>製品中の炭素量（相対値）</a:t>
            </a:r>
          </a:p>
        </p:txBody>
      </p:sp>
      <p:sp>
        <p:nvSpPr>
          <p:cNvPr id="12" name="正方形/長方形 11">
            <a:extLst>
              <a:ext uri="{FF2B5EF4-FFF2-40B4-BE49-F238E27FC236}">
                <a16:creationId xmlns:a16="http://schemas.microsoft.com/office/drawing/2014/main" id="{4F56C035-9124-433A-B830-3E5815FE5F81}"/>
              </a:ext>
            </a:extLst>
          </p:cNvPr>
          <p:cNvSpPr>
            <a:spLocks noGrp="1"/>
          </p:cNvSpPr>
          <p:nvPr/>
        </p:nvSpPr>
        <p:spPr>
          <a:xfrm>
            <a:off x="1352550" y="5257800"/>
            <a:ext cx="762000" cy="333375"/>
          </a:xfrm>
          <a:prstGeom prst="rect">
            <a:avLst/>
          </a:prstGeom>
          <a:noFill/>
          <a:ln w="0">
            <a:noFill/>
          </a:ln>
        </p:spPr>
        <p:txBody>
          <a:bodyPr lIns="0" tIns="0" rIns="0" bIns="0" anchor="ctr">
            <a:noAutofit/>
          </a:bodyPr>
          <a:lstStyle>
            <a:defPPr>
              <a:defRPr sz="1725" b="0">
                <a:solidFill>
                  <a:srgbClr val="253C4D"/>
                </a:solidFill>
                <a:latin typeface="Yu Gothic"/>
                <a:ea typeface="Yu Gothic"/>
                <a:cs typeface="Yu Gothic"/>
              </a:defRPr>
            </a:defPPr>
            <a:lvl1pPr>
              <a:buNone/>
              <a:defRPr sz="1725" b="0">
                <a:solidFill>
                  <a:srgbClr val="253C4D"/>
                </a:solidFill>
                <a:latin typeface="Yu Gothic"/>
                <a:ea typeface="Yu Gothic"/>
                <a:cs typeface="Yu Gothic"/>
              </a:defRPr>
            </a:lvl1pPr>
            <a:lvl2pPr>
              <a:buNone/>
              <a:defRPr sz="1725" b="0">
                <a:solidFill>
                  <a:srgbClr val="253C4D"/>
                </a:solidFill>
                <a:latin typeface="Yu Gothic"/>
                <a:ea typeface="Yu Gothic"/>
                <a:cs typeface="Yu Gothic"/>
              </a:defRPr>
            </a:lvl2pPr>
            <a:lvl3pPr>
              <a:buNone/>
              <a:defRPr sz="1725" b="0">
                <a:solidFill>
                  <a:srgbClr val="253C4D"/>
                </a:solidFill>
                <a:latin typeface="Yu Gothic"/>
                <a:ea typeface="Yu Gothic"/>
                <a:cs typeface="Yu Gothic"/>
              </a:defRPr>
            </a:lvl3pPr>
            <a:lvl4pPr>
              <a:buNone/>
              <a:defRPr sz="1725" b="0">
                <a:solidFill>
                  <a:srgbClr val="253C4D"/>
                </a:solidFill>
                <a:latin typeface="Yu Gothic"/>
                <a:ea typeface="Yu Gothic"/>
                <a:cs typeface="Yu Gothic"/>
              </a:defRPr>
            </a:lvl4pPr>
            <a:lvl5pPr>
              <a:buNone/>
              <a:defRPr sz="1725" b="0">
                <a:solidFill>
                  <a:srgbClr val="253C4D"/>
                </a:solidFill>
                <a:latin typeface="Yu Gothic"/>
                <a:ea typeface="Yu Gothic"/>
                <a:cs typeface="Yu Gothic"/>
              </a:defRPr>
            </a:lvl5pPr>
            <a:lvl6pPr>
              <a:buNone/>
              <a:defRPr sz="1725" b="0">
                <a:solidFill>
                  <a:srgbClr val="253C4D"/>
                </a:solidFill>
                <a:latin typeface="Yu Gothic"/>
                <a:ea typeface="Yu Gothic"/>
                <a:cs typeface="Yu Gothic"/>
              </a:defRPr>
            </a:lvl6pPr>
            <a:lvl7pPr>
              <a:buNone/>
              <a:defRPr sz="1725" b="0">
                <a:solidFill>
                  <a:srgbClr val="253C4D"/>
                </a:solidFill>
                <a:latin typeface="Yu Gothic"/>
                <a:ea typeface="Yu Gothic"/>
                <a:cs typeface="Yu Gothic"/>
              </a:defRPr>
            </a:lvl7pPr>
            <a:lvl8pPr>
              <a:buNone/>
              <a:defRPr sz="1725" b="0">
                <a:solidFill>
                  <a:srgbClr val="253C4D"/>
                </a:solidFill>
                <a:latin typeface="Yu Gothic"/>
                <a:ea typeface="Yu Gothic"/>
                <a:cs typeface="Yu Gothic"/>
              </a:defRPr>
            </a:lvl8pPr>
            <a:lvl9pPr>
              <a:buNone/>
              <a:defRPr sz="1725" b="0">
                <a:solidFill>
                  <a:srgbClr val="253C4D"/>
                </a:solidFill>
                <a:latin typeface="Yu Gothic"/>
                <a:ea typeface="Yu Gothic"/>
                <a:cs typeface="Yu Gothic"/>
              </a:defRPr>
            </a:lvl9pPr>
          </a:lstStyle>
          <a:p>
            <a:pPr>
              <a:buNone/>
              <a:defRPr sz="1725" b="0">
                <a:solidFill>
                  <a:srgbClr val="253C4D"/>
                </a:solidFill>
                <a:latin typeface="Yu Gothic"/>
                <a:ea typeface="Yu Gothic"/>
                <a:cs typeface="Yu Gothic"/>
              </a:defRPr>
            </a:pPr>
            <a:r>
              <a:rPr sz="1725" b="0">
                <a:solidFill>
                  <a:srgbClr val="253C4D"/>
                </a:solidFill>
                <a:latin typeface="Yu Gothic"/>
                <a:ea typeface="Yu Gothic"/>
                <a:cs typeface="Yu Gothic"/>
              </a:rPr>
              <a:t>0</a:t>
            </a:r>
          </a:p>
        </p:txBody>
      </p:sp>
      <p:sp>
        <p:nvSpPr>
          <p:cNvPr id="13" name="正方形/長方形 12">
            <a:extLst>
              <a:ext uri="{FF2B5EF4-FFF2-40B4-BE49-F238E27FC236}">
                <a16:creationId xmlns:a16="http://schemas.microsoft.com/office/drawing/2014/main" id="{C2F1151B-2AC5-4AD1-B5D7-BED79107811B}"/>
              </a:ext>
            </a:extLst>
          </p:cNvPr>
          <p:cNvSpPr>
            <a:spLocks noGrp="1"/>
          </p:cNvSpPr>
          <p:nvPr/>
        </p:nvSpPr>
        <p:spPr>
          <a:xfrm>
            <a:off x="4090988" y="5257800"/>
            <a:ext cx="762000" cy="333375"/>
          </a:xfrm>
          <a:prstGeom prst="rect">
            <a:avLst/>
          </a:prstGeom>
          <a:noFill/>
          <a:ln w="0">
            <a:noFill/>
          </a:ln>
        </p:spPr>
        <p:txBody>
          <a:bodyPr lIns="0" tIns="0" rIns="0" bIns="0" anchor="ctr">
            <a:noAutofit/>
          </a:bodyPr>
          <a:lstStyle>
            <a:defPPr>
              <a:defRPr sz="1725" b="0">
                <a:solidFill>
                  <a:srgbClr val="253C4D"/>
                </a:solidFill>
                <a:latin typeface="Yu Gothic"/>
                <a:ea typeface="Yu Gothic"/>
                <a:cs typeface="Yu Gothic"/>
              </a:defRPr>
            </a:defPPr>
            <a:lvl1pPr>
              <a:buNone/>
              <a:defRPr sz="1725" b="0">
                <a:solidFill>
                  <a:srgbClr val="253C4D"/>
                </a:solidFill>
                <a:latin typeface="Yu Gothic"/>
                <a:ea typeface="Yu Gothic"/>
                <a:cs typeface="Yu Gothic"/>
              </a:defRPr>
            </a:lvl1pPr>
            <a:lvl2pPr>
              <a:buNone/>
              <a:defRPr sz="1725" b="0">
                <a:solidFill>
                  <a:srgbClr val="253C4D"/>
                </a:solidFill>
                <a:latin typeface="Yu Gothic"/>
                <a:ea typeface="Yu Gothic"/>
                <a:cs typeface="Yu Gothic"/>
              </a:defRPr>
            </a:lvl2pPr>
            <a:lvl3pPr>
              <a:buNone/>
              <a:defRPr sz="1725" b="0">
                <a:solidFill>
                  <a:srgbClr val="253C4D"/>
                </a:solidFill>
                <a:latin typeface="Yu Gothic"/>
                <a:ea typeface="Yu Gothic"/>
                <a:cs typeface="Yu Gothic"/>
              </a:defRPr>
            </a:lvl3pPr>
            <a:lvl4pPr>
              <a:buNone/>
              <a:defRPr sz="1725" b="0">
                <a:solidFill>
                  <a:srgbClr val="253C4D"/>
                </a:solidFill>
                <a:latin typeface="Yu Gothic"/>
                <a:ea typeface="Yu Gothic"/>
                <a:cs typeface="Yu Gothic"/>
              </a:defRPr>
            </a:lvl4pPr>
            <a:lvl5pPr>
              <a:buNone/>
              <a:defRPr sz="1725" b="0">
                <a:solidFill>
                  <a:srgbClr val="253C4D"/>
                </a:solidFill>
                <a:latin typeface="Yu Gothic"/>
                <a:ea typeface="Yu Gothic"/>
                <a:cs typeface="Yu Gothic"/>
              </a:defRPr>
            </a:lvl5pPr>
            <a:lvl6pPr>
              <a:buNone/>
              <a:defRPr sz="1725" b="0">
                <a:solidFill>
                  <a:srgbClr val="253C4D"/>
                </a:solidFill>
                <a:latin typeface="Yu Gothic"/>
                <a:ea typeface="Yu Gothic"/>
                <a:cs typeface="Yu Gothic"/>
              </a:defRPr>
            </a:lvl6pPr>
            <a:lvl7pPr>
              <a:buNone/>
              <a:defRPr sz="1725" b="0">
                <a:solidFill>
                  <a:srgbClr val="253C4D"/>
                </a:solidFill>
                <a:latin typeface="Yu Gothic"/>
                <a:ea typeface="Yu Gothic"/>
                <a:cs typeface="Yu Gothic"/>
              </a:defRPr>
            </a:lvl7pPr>
            <a:lvl8pPr>
              <a:buNone/>
              <a:defRPr sz="1725" b="0">
                <a:solidFill>
                  <a:srgbClr val="253C4D"/>
                </a:solidFill>
                <a:latin typeface="Yu Gothic"/>
                <a:ea typeface="Yu Gothic"/>
                <a:cs typeface="Yu Gothic"/>
              </a:defRPr>
            </a:lvl8pPr>
            <a:lvl9pPr>
              <a:buNone/>
              <a:defRPr sz="1725" b="0">
                <a:solidFill>
                  <a:srgbClr val="253C4D"/>
                </a:solidFill>
                <a:latin typeface="Yu Gothic"/>
                <a:ea typeface="Yu Gothic"/>
                <a:cs typeface="Yu Gothic"/>
              </a:defRPr>
            </a:lvl9pPr>
          </a:lstStyle>
          <a:p>
            <a:pPr>
              <a:buNone/>
              <a:defRPr sz="1725" b="0">
                <a:solidFill>
                  <a:srgbClr val="253C4D"/>
                </a:solidFill>
                <a:latin typeface="Yu Gothic"/>
                <a:ea typeface="Yu Gothic"/>
                <a:cs typeface="Yu Gothic"/>
              </a:defRPr>
            </a:pPr>
            <a:r>
              <a:rPr sz="1725" b="0">
                <a:solidFill>
                  <a:srgbClr val="253C4D"/>
                </a:solidFill>
                <a:latin typeface="Yu Gothic"/>
                <a:ea typeface="Yu Gothic"/>
                <a:cs typeface="Yu Gothic"/>
              </a:rPr>
              <a:t>10</a:t>
            </a:r>
          </a:p>
        </p:txBody>
      </p:sp>
      <p:sp>
        <p:nvSpPr>
          <p:cNvPr id="14" name="正方形/長方形 13">
            <a:extLst>
              <a:ext uri="{FF2B5EF4-FFF2-40B4-BE49-F238E27FC236}">
                <a16:creationId xmlns:a16="http://schemas.microsoft.com/office/drawing/2014/main" id="{9915A53F-37B3-406C-B3E2-BCC4DDC8C746}"/>
              </a:ext>
            </a:extLst>
          </p:cNvPr>
          <p:cNvSpPr>
            <a:spLocks noGrp="1"/>
          </p:cNvSpPr>
          <p:nvPr/>
        </p:nvSpPr>
        <p:spPr>
          <a:xfrm>
            <a:off x="6829425" y="5257800"/>
            <a:ext cx="762000" cy="333375"/>
          </a:xfrm>
          <a:prstGeom prst="rect">
            <a:avLst/>
          </a:prstGeom>
          <a:noFill/>
          <a:ln w="0">
            <a:noFill/>
          </a:ln>
        </p:spPr>
        <p:txBody>
          <a:bodyPr lIns="0" tIns="0" rIns="0" bIns="0" anchor="ctr">
            <a:noAutofit/>
          </a:bodyPr>
          <a:lstStyle>
            <a:defPPr>
              <a:defRPr sz="1725" b="0">
                <a:solidFill>
                  <a:srgbClr val="253C4D"/>
                </a:solidFill>
                <a:latin typeface="Yu Gothic"/>
                <a:ea typeface="Yu Gothic"/>
                <a:cs typeface="Yu Gothic"/>
              </a:defRPr>
            </a:defPPr>
            <a:lvl1pPr>
              <a:buNone/>
              <a:defRPr sz="1725" b="0">
                <a:solidFill>
                  <a:srgbClr val="253C4D"/>
                </a:solidFill>
                <a:latin typeface="Yu Gothic"/>
                <a:ea typeface="Yu Gothic"/>
                <a:cs typeface="Yu Gothic"/>
              </a:defRPr>
            </a:lvl1pPr>
            <a:lvl2pPr>
              <a:buNone/>
              <a:defRPr sz="1725" b="0">
                <a:solidFill>
                  <a:srgbClr val="253C4D"/>
                </a:solidFill>
                <a:latin typeface="Yu Gothic"/>
                <a:ea typeface="Yu Gothic"/>
                <a:cs typeface="Yu Gothic"/>
              </a:defRPr>
            </a:lvl2pPr>
            <a:lvl3pPr>
              <a:buNone/>
              <a:defRPr sz="1725" b="0">
                <a:solidFill>
                  <a:srgbClr val="253C4D"/>
                </a:solidFill>
                <a:latin typeface="Yu Gothic"/>
                <a:ea typeface="Yu Gothic"/>
                <a:cs typeface="Yu Gothic"/>
              </a:defRPr>
            </a:lvl3pPr>
            <a:lvl4pPr>
              <a:buNone/>
              <a:defRPr sz="1725" b="0">
                <a:solidFill>
                  <a:srgbClr val="253C4D"/>
                </a:solidFill>
                <a:latin typeface="Yu Gothic"/>
                <a:ea typeface="Yu Gothic"/>
                <a:cs typeface="Yu Gothic"/>
              </a:defRPr>
            </a:lvl4pPr>
            <a:lvl5pPr>
              <a:buNone/>
              <a:defRPr sz="1725" b="0">
                <a:solidFill>
                  <a:srgbClr val="253C4D"/>
                </a:solidFill>
                <a:latin typeface="Yu Gothic"/>
                <a:ea typeface="Yu Gothic"/>
                <a:cs typeface="Yu Gothic"/>
              </a:defRPr>
            </a:lvl5pPr>
            <a:lvl6pPr>
              <a:buNone/>
              <a:defRPr sz="1725" b="0">
                <a:solidFill>
                  <a:srgbClr val="253C4D"/>
                </a:solidFill>
                <a:latin typeface="Yu Gothic"/>
                <a:ea typeface="Yu Gothic"/>
                <a:cs typeface="Yu Gothic"/>
              </a:defRPr>
            </a:lvl6pPr>
            <a:lvl7pPr>
              <a:buNone/>
              <a:defRPr sz="1725" b="0">
                <a:solidFill>
                  <a:srgbClr val="253C4D"/>
                </a:solidFill>
                <a:latin typeface="Yu Gothic"/>
                <a:ea typeface="Yu Gothic"/>
                <a:cs typeface="Yu Gothic"/>
              </a:defRPr>
            </a:lvl7pPr>
            <a:lvl8pPr>
              <a:buNone/>
              <a:defRPr sz="1725" b="0">
                <a:solidFill>
                  <a:srgbClr val="253C4D"/>
                </a:solidFill>
                <a:latin typeface="Yu Gothic"/>
                <a:ea typeface="Yu Gothic"/>
                <a:cs typeface="Yu Gothic"/>
              </a:defRPr>
            </a:lvl8pPr>
            <a:lvl9pPr>
              <a:buNone/>
              <a:defRPr sz="1725" b="0">
                <a:solidFill>
                  <a:srgbClr val="253C4D"/>
                </a:solidFill>
                <a:latin typeface="Yu Gothic"/>
                <a:ea typeface="Yu Gothic"/>
                <a:cs typeface="Yu Gothic"/>
              </a:defRPr>
            </a:lvl9pPr>
          </a:lstStyle>
          <a:p>
            <a:pPr>
              <a:buNone/>
              <a:defRPr sz="1725" b="0">
                <a:solidFill>
                  <a:srgbClr val="253C4D"/>
                </a:solidFill>
                <a:latin typeface="Yu Gothic"/>
                <a:ea typeface="Yu Gothic"/>
                <a:cs typeface="Yu Gothic"/>
              </a:defRPr>
            </a:pPr>
            <a:r>
              <a:rPr sz="1725" b="0">
                <a:solidFill>
                  <a:srgbClr val="253C4D"/>
                </a:solidFill>
                <a:latin typeface="Yu Gothic"/>
                <a:ea typeface="Yu Gothic"/>
                <a:cs typeface="Yu Gothic"/>
              </a:rPr>
              <a:t>20</a:t>
            </a:r>
          </a:p>
        </p:txBody>
      </p:sp>
      <p:sp>
        <p:nvSpPr>
          <p:cNvPr id="15" name="正方形/長方形 14">
            <a:extLst>
              <a:ext uri="{FF2B5EF4-FFF2-40B4-BE49-F238E27FC236}">
                <a16:creationId xmlns:a16="http://schemas.microsoft.com/office/drawing/2014/main" id="{F28738B4-8C8A-4F9A-8789-83CE242B77B4}"/>
              </a:ext>
            </a:extLst>
          </p:cNvPr>
          <p:cNvSpPr>
            <a:spLocks noGrp="1"/>
          </p:cNvSpPr>
          <p:nvPr/>
        </p:nvSpPr>
        <p:spPr>
          <a:xfrm>
            <a:off x="9567863" y="5257800"/>
            <a:ext cx="762000" cy="333375"/>
          </a:xfrm>
          <a:prstGeom prst="rect">
            <a:avLst/>
          </a:prstGeom>
          <a:noFill/>
          <a:ln w="0">
            <a:noFill/>
          </a:ln>
        </p:spPr>
        <p:txBody>
          <a:bodyPr lIns="0" tIns="0" rIns="0" bIns="0" anchor="ctr">
            <a:noAutofit/>
          </a:bodyPr>
          <a:lstStyle>
            <a:defPPr>
              <a:defRPr sz="1725" b="0">
                <a:solidFill>
                  <a:srgbClr val="253C4D"/>
                </a:solidFill>
                <a:latin typeface="Yu Gothic"/>
                <a:ea typeface="Yu Gothic"/>
                <a:cs typeface="Yu Gothic"/>
              </a:defRPr>
            </a:defPPr>
            <a:lvl1pPr>
              <a:buNone/>
              <a:defRPr sz="1725" b="0">
                <a:solidFill>
                  <a:srgbClr val="253C4D"/>
                </a:solidFill>
                <a:latin typeface="Yu Gothic"/>
                <a:ea typeface="Yu Gothic"/>
                <a:cs typeface="Yu Gothic"/>
              </a:defRPr>
            </a:lvl1pPr>
            <a:lvl2pPr>
              <a:buNone/>
              <a:defRPr sz="1725" b="0">
                <a:solidFill>
                  <a:srgbClr val="253C4D"/>
                </a:solidFill>
                <a:latin typeface="Yu Gothic"/>
                <a:ea typeface="Yu Gothic"/>
                <a:cs typeface="Yu Gothic"/>
              </a:defRPr>
            </a:lvl2pPr>
            <a:lvl3pPr>
              <a:buNone/>
              <a:defRPr sz="1725" b="0">
                <a:solidFill>
                  <a:srgbClr val="253C4D"/>
                </a:solidFill>
                <a:latin typeface="Yu Gothic"/>
                <a:ea typeface="Yu Gothic"/>
                <a:cs typeface="Yu Gothic"/>
              </a:defRPr>
            </a:lvl3pPr>
            <a:lvl4pPr>
              <a:buNone/>
              <a:defRPr sz="1725" b="0">
                <a:solidFill>
                  <a:srgbClr val="253C4D"/>
                </a:solidFill>
                <a:latin typeface="Yu Gothic"/>
                <a:ea typeface="Yu Gothic"/>
                <a:cs typeface="Yu Gothic"/>
              </a:defRPr>
            </a:lvl4pPr>
            <a:lvl5pPr>
              <a:buNone/>
              <a:defRPr sz="1725" b="0">
                <a:solidFill>
                  <a:srgbClr val="253C4D"/>
                </a:solidFill>
                <a:latin typeface="Yu Gothic"/>
                <a:ea typeface="Yu Gothic"/>
                <a:cs typeface="Yu Gothic"/>
              </a:defRPr>
            </a:lvl5pPr>
            <a:lvl6pPr>
              <a:buNone/>
              <a:defRPr sz="1725" b="0">
                <a:solidFill>
                  <a:srgbClr val="253C4D"/>
                </a:solidFill>
                <a:latin typeface="Yu Gothic"/>
                <a:ea typeface="Yu Gothic"/>
                <a:cs typeface="Yu Gothic"/>
              </a:defRPr>
            </a:lvl6pPr>
            <a:lvl7pPr>
              <a:buNone/>
              <a:defRPr sz="1725" b="0">
                <a:solidFill>
                  <a:srgbClr val="253C4D"/>
                </a:solidFill>
                <a:latin typeface="Yu Gothic"/>
                <a:ea typeface="Yu Gothic"/>
                <a:cs typeface="Yu Gothic"/>
              </a:defRPr>
            </a:lvl7pPr>
            <a:lvl8pPr>
              <a:buNone/>
              <a:defRPr sz="1725" b="0">
                <a:solidFill>
                  <a:srgbClr val="253C4D"/>
                </a:solidFill>
                <a:latin typeface="Yu Gothic"/>
                <a:ea typeface="Yu Gothic"/>
                <a:cs typeface="Yu Gothic"/>
              </a:defRPr>
            </a:lvl8pPr>
            <a:lvl9pPr>
              <a:buNone/>
              <a:defRPr sz="1725" b="0">
                <a:solidFill>
                  <a:srgbClr val="253C4D"/>
                </a:solidFill>
                <a:latin typeface="Yu Gothic"/>
                <a:ea typeface="Yu Gothic"/>
                <a:cs typeface="Yu Gothic"/>
              </a:defRPr>
            </a:lvl9pPr>
          </a:lstStyle>
          <a:p>
            <a:pPr>
              <a:buNone/>
              <a:defRPr sz="1725" b="0">
                <a:solidFill>
                  <a:srgbClr val="253C4D"/>
                </a:solidFill>
                <a:latin typeface="Yu Gothic"/>
                <a:ea typeface="Yu Gothic"/>
                <a:cs typeface="Yu Gothic"/>
              </a:defRPr>
            </a:pPr>
            <a:r>
              <a:rPr sz="1725" b="0">
                <a:solidFill>
                  <a:srgbClr val="253C4D"/>
                </a:solidFill>
                <a:latin typeface="Yu Gothic"/>
                <a:ea typeface="Yu Gothic"/>
                <a:cs typeface="Yu Gothic"/>
              </a:rPr>
              <a:t>30</a:t>
            </a:r>
          </a:p>
        </p:txBody>
      </p:sp>
      <p:sp>
        <p:nvSpPr>
          <p:cNvPr id="16" name="正方形/長方形 15">
            <a:extLst>
              <a:ext uri="{FF2B5EF4-FFF2-40B4-BE49-F238E27FC236}">
                <a16:creationId xmlns:a16="http://schemas.microsoft.com/office/drawing/2014/main" id="{E7E15138-1474-4AF0-AEA1-FA34177BF110}"/>
              </a:ext>
            </a:extLst>
          </p:cNvPr>
          <p:cNvSpPr>
            <a:spLocks noGrp="1"/>
          </p:cNvSpPr>
          <p:nvPr/>
        </p:nvSpPr>
        <p:spPr>
          <a:xfrm>
            <a:off x="10668000" y="5276850"/>
            <a:ext cx="666750" cy="381000"/>
          </a:xfrm>
          <a:prstGeom prst="rect">
            <a:avLst/>
          </a:prstGeom>
          <a:noFill/>
          <a:ln w="0">
            <a:noFill/>
          </a:ln>
        </p:spPr>
        <p:txBody>
          <a:bodyPr lIns="0" tIns="0" rIns="0" bIns="0" anchor="ctr">
            <a:noAutofit/>
          </a:bodyPr>
          <a:lstStyle>
            <a:defPPr>
              <a:defRPr sz="1800" b="0">
                <a:solidFill>
                  <a:srgbClr val="253C4D"/>
                </a:solidFill>
                <a:latin typeface="Yu Gothic"/>
                <a:ea typeface="Yu Gothic"/>
                <a:cs typeface="Yu Gothic"/>
              </a:defRPr>
            </a:defPPr>
            <a:lvl1pPr>
              <a:buNone/>
              <a:defRPr sz="1800" b="0">
                <a:solidFill>
                  <a:srgbClr val="253C4D"/>
                </a:solidFill>
                <a:latin typeface="Yu Gothic"/>
                <a:ea typeface="Yu Gothic"/>
                <a:cs typeface="Yu Gothic"/>
              </a:defRPr>
            </a:lvl1pPr>
            <a:lvl2pPr>
              <a:buNone/>
              <a:defRPr sz="1800" b="0">
                <a:solidFill>
                  <a:srgbClr val="253C4D"/>
                </a:solidFill>
                <a:latin typeface="Yu Gothic"/>
                <a:ea typeface="Yu Gothic"/>
                <a:cs typeface="Yu Gothic"/>
              </a:defRPr>
            </a:lvl2pPr>
            <a:lvl3pPr>
              <a:buNone/>
              <a:defRPr sz="1800" b="0">
                <a:solidFill>
                  <a:srgbClr val="253C4D"/>
                </a:solidFill>
                <a:latin typeface="Yu Gothic"/>
                <a:ea typeface="Yu Gothic"/>
                <a:cs typeface="Yu Gothic"/>
              </a:defRPr>
            </a:lvl3pPr>
            <a:lvl4pPr>
              <a:buNone/>
              <a:defRPr sz="1800" b="0">
                <a:solidFill>
                  <a:srgbClr val="253C4D"/>
                </a:solidFill>
                <a:latin typeface="Yu Gothic"/>
                <a:ea typeface="Yu Gothic"/>
                <a:cs typeface="Yu Gothic"/>
              </a:defRPr>
            </a:lvl4pPr>
            <a:lvl5pPr>
              <a:buNone/>
              <a:defRPr sz="1800" b="0">
                <a:solidFill>
                  <a:srgbClr val="253C4D"/>
                </a:solidFill>
                <a:latin typeface="Yu Gothic"/>
                <a:ea typeface="Yu Gothic"/>
                <a:cs typeface="Yu Gothic"/>
              </a:defRPr>
            </a:lvl5pPr>
            <a:lvl6pPr>
              <a:buNone/>
              <a:defRPr sz="1800" b="0">
                <a:solidFill>
                  <a:srgbClr val="253C4D"/>
                </a:solidFill>
                <a:latin typeface="Yu Gothic"/>
                <a:ea typeface="Yu Gothic"/>
                <a:cs typeface="Yu Gothic"/>
              </a:defRPr>
            </a:lvl6pPr>
            <a:lvl7pPr>
              <a:buNone/>
              <a:defRPr sz="1800" b="0">
                <a:solidFill>
                  <a:srgbClr val="253C4D"/>
                </a:solidFill>
                <a:latin typeface="Yu Gothic"/>
                <a:ea typeface="Yu Gothic"/>
                <a:cs typeface="Yu Gothic"/>
              </a:defRPr>
            </a:lvl7pPr>
            <a:lvl8pPr>
              <a:buNone/>
              <a:defRPr sz="1800" b="0">
                <a:solidFill>
                  <a:srgbClr val="253C4D"/>
                </a:solidFill>
                <a:latin typeface="Yu Gothic"/>
                <a:ea typeface="Yu Gothic"/>
                <a:cs typeface="Yu Gothic"/>
              </a:defRPr>
            </a:lvl8pPr>
            <a:lvl9pPr>
              <a:buNone/>
              <a:defRPr sz="1800" b="0">
                <a:solidFill>
                  <a:srgbClr val="253C4D"/>
                </a:solidFill>
                <a:latin typeface="Yu Gothic"/>
                <a:ea typeface="Yu Gothic"/>
                <a:cs typeface="Yu Gothic"/>
              </a:defRPr>
            </a:lvl9pPr>
          </a:lstStyle>
          <a:p>
            <a:pPr>
              <a:buNone/>
              <a:defRPr sz="1800" b="0">
                <a:solidFill>
                  <a:srgbClr val="253C4D"/>
                </a:solidFill>
                <a:latin typeface="Yu Gothic"/>
                <a:ea typeface="Yu Gothic"/>
                <a:cs typeface="Yu Gothic"/>
              </a:defRPr>
            </a:pPr>
            <a:r>
              <a:rPr sz="1800" b="0">
                <a:solidFill>
                  <a:srgbClr val="253C4D"/>
                </a:solidFill>
                <a:latin typeface="Yu Gothic"/>
                <a:ea typeface="Yu Gothic"/>
                <a:cs typeface="Yu Gothic"/>
              </a:rPr>
              <a:t>年</a:t>
            </a:r>
          </a:p>
        </p:txBody>
      </p:sp>
      <p:sp>
        <p:nvSpPr>
          <p:cNvPr id="17" name="フリーフォーム: 図形 16">
            <a:extLst>
              <a:ext uri="{FF2B5EF4-FFF2-40B4-BE49-F238E27FC236}">
                <a16:creationId xmlns:a16="http://schemas.microsoft.com/office/drawing/2014/main" id="{721995E2-DB29-4501-84DA-D7160CBFE0A9}"/>
              </a:ext>
            </a:extLst>
          </p:cNvPr>
          <p:cNvSpPr>
            <a:spLocks noGrp="1"/>
          </p:cNvSpPr>
          <p:nvPr/>
        </p:nvSpPr>
        <p:spPr>
          <a:xfrm>
            <a:off x="1524000" y="2571750"/>
            <a:ext cx="8215313" cy="2571750"/>
          </a:xfrm>
          <a:custGeom>
            <a:avLst/>
            <a:gdLst/>
            <a:ahLst/>
            <a:cxnLst/>
            <a:rect l="0" t="0" r="0" b="0"/>
            <a:pathLst>
              <a:path w="8215313" h="2571750">
                <a:moveTo>
                  <a:pt x="0" y="0"/>
                </a:moveTo>
                <a:lnTo>
                  <a:pt x="8215313" y="0"/>
                </a:lnTo>
                <a:lnTo>
                  <a:pt x="8215313" y="2571750"/>
                </a:lnTo>
              </a:path>
            </a:pathLst>
          </a:custGeom>
          <a:noFill/>
          <a:ln w="47625">
            <a:solidFill>
              <a:srgbClr val="087E8B"/>
            </a:solidFill>
          </a:ln>
        </p:spPr>
      </p:sp>
      <p:sp>
        <p:nvSpPr>
          <p:cNvPr id="18" name="フリーフォーム: 図形 17">
            <a:extLst>
              <a:ext uri="{FF2B5EF4-FFF2-40B4-BE49-F238E27FC236}">
                <a16:creationId xmlns:a16="http://schemas.microsoft.com/office/drawing/2014/main" id="{96DC0D56-BF6E-46BD-946D-F615F3692DDD}"/>
              </a:ext>
            </a:extLst>
          </p:cNvPr>
          <p:cNvSpPr>
            <a:spLocks noGrp="1"/>
          </p:cNvSpPr>
          <p:nvPr/>
        </p:nvSpPr>
        <p:spPr>
          <a:xfrm>
            <a:off x="1524000" y="2571750"/>
            <a:ext cx="2738438" cy="2571750"/>
          </a:xfrm>
          <a:custGeom>
            <a:avLst/>
            <a:gdLst/>
            <a:ahLst/>
            <a:cxnLst/>
            <a:rect l="0" t="0" r="0" b="0"/>
            <a:pathLst>
              <a:path w="2738438" h="2571750">
                <a:moveTo>
                  <a:pt x="0" y="0"/>
                </a:moveTo>
                <a:lnTo>
                  <a:pt x="2738438" y="0"/>
                </a:lnTo>
                <a:lnTo>
                  <a:pt x="2738438" y="2571750"/>
                </a:lnTo>
              </a:path>
            </a:pathLst>
          </a:custGeom>
          <a:noFill/>
          <a:ln w="47625">
            <a:solidFill>
              <a:srgbClr val="C4483C"/>
            </a:solidFill>
          </a:ln>
        </p:spPr>
      </p:sp>
      <p:sp>
        <p:nvSpPr>
          <p:cNvPr id="19" name="正方形/長方形 18">
            <a:extLst>
              <a:ext uri="{FF2B5EF4-FFF2-40B4-BE49-F238E27FC236}">
                <a16:creationId xmlns:a16="http://schemas.microsoft.com/office/drawing/2014/main" id="{7D9F0D66-0F6A-4104-8586-015F2D3852E7}"/>
              </a:ext>
            </a:extLst>
          </p:cNvPr>
          <p:cNvSpPr>
            <a:spLocks noGrp="1"/>
          </p:cNvSpPr>
          <p:nvPr/>
        </p:nvSpPr>
        <p:spPr>
          <a:xfrm>
            <a:off x="1857375" y="3476625"/>
            <a:ext cx="2571750" cy="571500"/>
          </a:xfrm>
          <a:prstGeom prst="rect">
            <a:avLst/>
          </a:prstGeom>
          <a:noFill/>
          <a:ln w="0">
            <a:noFill/>
          </a:ln>
        </p:spPr>
        <p:txBody>
          <a:bodyPr lIns="0" tIns="0" rIns="0" bIns="0" anchor="ctr">
            <a:noAutofit/>
          </a:bodyPr>
          <a:lstStyle>
            <a:defPPr>
              <a:defRPr sz="2025" b="1">
                <a:solidFill>
                  <a:srgbClr val="C4483C"/>
                </a:solidFill>
                <a:latin typeface="Yu Gothic"/>
                <a:ea typeface="Yu Gothic"/>
                <a:cs typeface="Yu Gothic"/>
              </a:defRPr>
            </a:defPPr>
            <a:lvl1pPr>
              <a:buNone/>
              <a:defRPr sz="2025" b="1">
                <a:solidFill>
                  <a:srgbClr val="C4483C"/>
                </a:solidFill>
                <a:latin typeface="Yu Gothic"/>
                <a:ea typeface="Yu Gothic"/>
                <a:cs typeface="Yu Gothic"/>
              </a:defRPr>
            </a:lvl1pPr>
            <a:lvl2pPr>
              <a:buNone/>
              <a:defRPr sz="2025" b="1">
                <a:solidFill>
                  <a:srgbClr val="C4483C"/>
                </a:solidFill>
                <a:latin typeface="Yu Gothic"/>
                <a:ea typeface="Yu Gothic"/>
                <a:cs typeface="Yu Gothic"/>
              </a:defRPr>
            </a:lvl2pPr>
            <a:lvl3pPr>
              <a:buNone/>
              <a:defRPr sz="2025" b="1">
                <a:solidFill>
                  <a:srgbClr val="C4483C"/>
                </a:solidFill>
                <a:latin typeface="Yu Gothic"/>
                <a:ea typeface="Yu Gothic"/>
                <a:cs typeface="Yu Gothic"/>
              </a:defRPr>
            </a:lvl3pPr>
            <a:lvl4pPr>
              <a:buNone/>
              <a:defRPr sz="2025" b="1">
                <a:solidFill>
                  <a:srgbClr val="C4483C"/>
                </a:solidFill>
                <a:latin typeface="Yu Gothic"/>
                <a:ea typeface="Yu Gothic"/>
                <a:cs typeface="Yu Gothic"/>
              </a:defRPr>
            </a:lvl4pPr>
            <a:lvl5pPr>
              <a:buNone/>
              <a:defRPr sz="2025" b="1">
                <a:solidFill>
                  <a:srgbClr val="C4483C"/>
                </a:solidFill>
                <a:latin typeface="Yu Gothic"/>
                <a:ea typeface="Yu Gothic"/>
                <a:cs typeface="Yu Gothic"/>
              </a:defRPr>
            </a:lvl5pPr>
            <a:lvl6pPr>
              <a:buNone/>
              <a:defRPr sz="2025" b="1">
                <a:solidFill>
                  <a:srgbClr val="C4483C"/>
                </a:solidFill>
                <a:latin typeface="Yu Gothic"/>
                <a:ea typeface="Yu Gothic"/>
                <a:cs typeface="Yu Gothic"/>
              </a:defRPr>
            </a:lvl6pPr>
            <a:lvl7pPr>
              <a:buNone/>
              <a:defRPr sz="2025" b="1">
                <a:solidFill>
                  <a:srgbClr val="C4483C"/>
                </a:solidFill>
                <a:latin typeface="Yu Gothic"/>
                <a:ea typeface="Yu Gothic"/>
                <a:cs typeface="Yu Gothic"/>
              </a:defRPr>
            </a:lvl7pPr>
            <a:lvl8pPr>
              <a:buNone/>
              <a:defRPr sz="2025" b="1">
                <a:solidFill>
                  <a:srgbClr val="C4483C"/>
                </a:solidFill>
                <a:latin typeface="Yu Gothic"/>
                <a:ea typeface="Yu Gothic"/>
                <a:cs typeface="Yu Gothic"/>
              </a:defRPr>
            </a:lvl8pPr>
            <a:lvl9pPr>
              <a:buNone/>
              <a:defRPr sz="2025" b="1">
                <a:solidFill>
                  <a:srgbClr val="C4483C"/>
                </a:solidFill>
                <a:latin typeface="Yu Gothic"/>
                <a:ea typeface="Yu Gothic"/>
                <a:cs typeface="Yu Gothic"/>
              </a:defRPr>
            </a:lvl9pPr>
          </a:lstStyle>
          <a:p>
            <a:pPr>
              <a:buNone/>
              <a:defRPr sz="2025" b="1">
                <a:solidFill>
                  <a:srgbClr val="C4483C"/>
                </a:solidFill>
                <a:latin typeface="Yu Gothic"/>
                <a:ea typeface="Yu Gothic"/>
                <a:cs typeface="Yu Gothic"/>
              </a:defRPr>
            </a:pPr>
            <a:r>
              <a:rPr sz="2025" b="1">
                <a:solidFill>
                  <a:srgbClr val="C4483C"/>
                </a:solidFill>
                <a:latin typeface="Yu Gothic"/>
                <a:ea typeface="Yu Gothic"/>
                <a:cs typeface="Yu Gothic"/>
              </a:rPr>
              <a:t>10年で燃焼</a:t>
            </a:r>
          </a:p>
        </p:txBody>
      </p:sp>
      <p:sp>
        <p:nvSpPr>
          <p:cNvPr id="20" name="正方形/長方形 19">
            <a:extLst>
              <a:ext uri="{FF2B5EF4-FFF2-40B4-BE49-F238E27FC236}">
                <a16:creationId xmlns:a16="http://schemas.microsoft.com/office/drawing/2014/main" id="{BA6059B8-1662-41BE-9138-6DEF1EC0C093}"/>
              </a:ext>
            </a:extLst>
          </p:cNvPr>
          <p:cNvSpPr>
            <a:spLocks noGrp="1"/>
          </p:cNvSpPr>
          <p:nvPr/>
        </p:nvSpPr>
        <p:spPr>
          <a:xfrm>
            <a:off x="6334125" y="3000375"/>
            <a:ext cx="3143250" cy="571500"/>
          </a:xfrm>
          <a:prstGeom prst="rect">
            <a:avLst/>
          </a:prstGeom>
          <a:noFill/>
          <a:ln w="0">
            <a:noFill/>
          </a:ln>
        </p:spPr>
        <p:txBody>
          <a:bodyPr lIns="0" tIns="0" rIns="0" bIns="0" anchor="ctr">
            <a:noAutofit/>
          </a:bodyPr>
          <a:lstStyle>
            <a:defPPr>
              <a:defRPr sz="2025" b="1">
                <a:solidFill>
                  <a:srgbClr val="087E8B"/>
                </a:solidFill>
                <a:latin typeface="Yu Gothic"/>
                <a:ea typeface="Yu Gothic"/>
                <a:cs typeface="Yu Gothic"/>
              </a:defRPr>
            </a:defPPr>
            <a:lvl1pPr>
              <a:buNone/>
              <a:defRPr sz="2025" b="1">
                <a:solidFill>
                  <a:srgbClr val="087E8B"/>
                </a:solidFill>
                <a:latin typeface="Yu Gothic"/>
                <a:ea typeface="Yu Gothic"/>
                <a:cs typeface="Yu Gothic"/>
              </a:defRPr>
            </a:lvl1pPr>
            <a:lvl2pPr>
              <a:buNone/>
              <a:defRPr sz="2025" b="1">
                <a:solidFill>
                  <a:srgbClr val="087E8B"/>
                </a:solidFill>
                <a:latin typeface="Yu Gothic"/>
                <a:ea typeface="Yu Gothic"/>
                <a:cs typeface="Yu Gothic"/>
              </a:defRPr>
            </a:lvl2pPr>
            <a:lvl3pPr>
              <a:buNone/>
              <a:defRPr sz="2025" b="1">
                <a:solidFill>
                  <a:srgbClr val="087E8B"/>
                </a:solidFill>
                <a:latin typeface="Yu Gothic"/>
                <a:ea typeface="Yu Gothic"/>
                <a:cs typeface="Yu Gothic"/>
              </a:defRPr>
            </a:lvl3pPr>
            <a:lvl4pPr>
              <a:buNone/>
              <a:defRPr sz="2025" b="1">
                <a:solidFill>
                  <a:srgbClr val="087E8B"/>
                </a:solidFill>
                <a:latin typeface="Yu Gothic"/>
                <a:ea typeface="Yu Gothic"/>
                <a:cs typeface="Yu Gothic"/>
              </a:defRPr>
            </a:lvl4pPr>
            <a:lvl5pPr>
              <a:buNone/>
              <a:defRPr sz="2025" b="1">
                <a:solidFill>
                  <a:srgbClr val="087E8B"/>
                </a:solidFill>
                <a:latin typeface="Yu Gothic"/>
                <a:ea typeface="Yu Gothic"/>
                <a:cs typeface="Yu Gothic"/>
              </a:defRPr>
            </a:lvl5pPr>
            <a:lvl6pPr>
              <a:buNone/>
              <a:defRPr sz="2025" b="1">
                <a:solidFill>
                  <a:srgbClr val="087E8B"/>
                </a:solidFill>
                <a:latin typeface="Yu Gothic"/>
                <a:ea typeface="Yu Gothic"/>
                <a:cs typeface="Yu Gothic"/>
              </a:defRPr>
            </a:lvl6pPr>
            <a:lvl7pPr>
              <a:buNone/>
              <a:defRPr sz="2025" b="1">
                <a:solidFill>
                  <a:srgbClr val="087E8B"/>
                </a:solidFill>
                <a:latin typeface="Yu Gothic"/>
                <a:ea typeface="Yu Gothic"/>
                <a:cs typeface="Yu Gothic"/>
              </a:defRPr>
            </a:lvl7pPr>
            <a:lvl8pPr>
              <a:buNone/>
              <a:defRPr sz="2025" b="1">
                <a:solidFill>
                  <a:srgbClr val="087E8B"/>
                </a:solidFill>
                <a:latin typeface="Yu Gothic"/>
                <a:ea typeface="Yu Gothic"/>
                <a:cs typeface="Yu Gothic"/>
              </a:defRPr>
            </a:lvl8pPr>
            <a:lvl9pPr>
              <a:buNone/>
              <a:defRPr sz="2025" b="1">
                <a:solidFill>
                  <a:srgbClr val="087E8B"/>
                </a:solidFill>
                <a:latin typeface="Yu Gothic"/>
                <a:ea typeface="Yu Gothic"/>
                <a:cs typeface="Yu Gothic"/>
              </a:defRPr>
            </a:lvl9pPr>
          </a:lstStyle>
          <a:p>
            <a:pPr>
              <a:buNone/>
              <a:defRPr sz="2025" b="1">
                <a:solidFill>
                  <a:srgbClr val="087E8B"/>
                </a:solidFill>
                <a:latin typeface="Yu Gothic"/>
                <a:ea typeface="Yu Gothic"/>
                <a:cs typeface="Yu Gothic"/>
              </a:defRPr>
            </a:pPr>
            <a:r>
              <a:rPr sz="2025" b="1">
                <a:solidFill>
                  <a:srgbClr val="087E8B"/>
                </a:solidFill>
                <a:latin typeface="Yu Gothic"/>
                <a:ea typeface="Yu Gothic"/>
                <a:cs typeface="Yu Gothic"/>
              </a:rPr>
              <a:t>30年で燃焼</a:t>
            </a:r>
          </a:p>
        </p:txBody>
      </p:sp>
      <p:sp>
        <p:nvSpPr>
          <p:cNvPr id="21" name="正方形/長方形 20">
            <a:extLst>
              <a:ext uri="{FF2B5EF4-FFF2-40B4-BE49-F238E27FC236}">
                <a16:creationId xmlns:a16="http://schemas.microsoft.com/office/drawing/2014/main" id="{3517584D-6461-4546-92C4-7C9667BD9A27}"/>
              </a:ext>
            </a:extLst>
          </p:cNvPr>
          <p:cNvSpPr>
            <a:spLocks noGrp="1"/>
          </p:cNvSpPr>
          <p:nvPr/>
        </p:nvSpPr>
        <p:spPr>
          <a:xfrm>
            <a:off x="838200" y="5857875"/>
            <a:ext cx="10477500" cy="333375"/>
          </a:xfrm>
          <a:prstGeom prst="rect">
            <a:avLst/>
          </a:prstGeom>
          <a:noFill/>
          <a:ln w="0">
            <a:noFill/>
          </a:ln>
        </p:spPr>
        <p:txBody>
          <a:bodyPr lIns="0" tIns="0" rIns="0" bIns="0" anchor="ctr">
            <a:noAutofit/>
          </a:bodyPr>
          <a:lstStyle>
            <a:defPPr>
              <a:defRPr sz="1575" b="0">
                <a:solidFill>
                  <a:srgbClr val="596875"/>
                </a:solidFill>
                <a:latin typeface="Yu Gothic"/>
                <a:ea typeface="Yu Gothic"/>
                <a:cs typeface="Yu Gothic"/>
              </a:defRPr>
            </a:defPPr>
            <a:lvl1pPr>
              <a:buNone/>
              <a:defRPr sz="1575" b="0">
                <a:solidFill>
                  <a:srgbClr val="596875"/>
                </a:solidFill>
                <a:latin typeface="Yu Gothic"/>
                <a:ea typeface="Yu Gothic"/>
                <a:cs typeface="Yu Gothic"/>
              </a:defRPr>
            </a:lvl1pPr>
            <a:lvl2pPr>
              <a:buNone/>
              <a:defRPr sz="1575" b="0">
                <a:solidFill>
                  <a:srgbClr val="596875"/>
                </a:solidFill>
                <a:latin typeface="Yu Gothic"/>
                <a:ea typeface="Yu Gothic"/>
                <a:cs typeface="Yu Gothic"/>
              </a:defRPr>
            </a:lvl2pPr>
            <a:lvl3pPr>
              <a:buNone/>
              <a:defRPr sz="1575" b="0">
                <a:solidFill>
                  <a:srgbClr val="596875"/>
                </a:solidFill>
                <a:latin typeface="Yu Gothic"/>
                <a:ea typeface="Yu Gothic"/>
                <a:cs typeface="Yu Gothic"/>
              </a:defRPr>
            </a:lvl3pPr>
            <a:lvl4pPr>
              <a:buNone/>
              <a:defRPr sz="1575" b="0">
                <a:solidFill>
                  <a:srgbClr val="596875"/>
                </a:solidFill>
                <a:latin typeface="Yu Gothic"/>
                <a:ea typeface="Yu Gothic"/>
                <a:cs typeface="Yu Gothic"/>
              </a:defRPr>
            </a:lvl4pPr>
            <a:lvl5pPr>
              <a:buNone/>
              <a:defRPr sz="1575" b="0">
                <a:solidFill>
                  <a:srgbClr val="596875"/>
                </a:solidFill>
                <a:latin typeface="Yu Gothic"/>
                <a:ea typeface="Yu Gothic"/>
                <a:cs typeface="Yu Gothic"/>
              </a:defRPr>
            </a:lvl5pPr>
            <a:lvl6pPr>
              <a:buNone/>
              <a:defRPr sz="1575" b="0">
                <a:solidFill>
                  <a:srgbClr val="596875"/>
                </a:solidFill>
                <a:latin typeface="Yu Gothic"/>
                <a:ea typeface="Yu Gothic"/>
                <a:cs typeface="Yu Gothic"/>
              </a:defRPr>
            </a:lvl6pPr>
            <a:lvl7pPr>
              <a:buNone/>
              <a:defRPr sz="1575" b="0">
                <a:solidFill>
                  <a:srgbClr val="596875"/>
                </a:solidFill>
                <a:latin typeface="Yu Gothic"/>
                <a:ea typeface="Yu Gothic"/>
                <a:cs typeface="Yu Gothic"/>
              </a:defRPr>
            </a:lvl7pPr>
            <a:lvl8pPr>
              <a:buNone/>
              <a:defRPr sz="1575" b="0">
                <a:solidFill>
                  <a:srgbClr val="596875"/>
                </a:solidFill>
                <a:latin typeface="Yu Gothic"/>
                <a:ea typeface="Yu Gothic"/>
                <a:cs typeface="Yu Gothic"/>
              </a:defRPr>
            </a:lvl8pPr>
            <a:lvl9pPr>
              <a:buNone/>
              <a:defRPr sz="1575" b="0">
                <a:solidFill>
                  <a:srgbClr val="596875"/>
                </a:solidFill>
                <a:latin typeface="Yu Gothic"/>
                <a:ea typeface="Yu Gothic"/>
                <a:cs typeface="Yu Gothic"/>
              </a:defRPr>
            </a:lvl9pPr>
          </a:lstStyle>
          <a:p>
            <a:pPr>
              <a:buNone/>
              <a:defRPr sz="1575" b="0">
                <a:solidFill>
                  <a:srgbClr val="596875"/>
                </a:solidFill>
                <a:latin typeface="Yu Gothic"/>
                <a:ea typeface="Yu Gothic"/>
                <a:cs typeface="Yu Gothic"/>
              </a:defRPr>
            </a:pPr>
            <a:r>
              <a:rPr sz="1575" b="0">
                <a:solidFill>
                  <a:srgbClr val="596875"/>
                </a:solidFill>
                <a:latin typeface="Yu Gothic"/>
                <a:ea typeface="Yu Gothic"/>
                <a:cs typeface="Yu Gothic"/>
              </a:rPr>
              <a:t>初期量は同じ。再成長・買替え・工程排出は図の外。</a:t>
            </a:r>
          </a:p>
        </p:txBody>
      </p:sp>
    </p:spTree>
    <p:extLst>
      <p:ext uri="{BB962C8B-B14F-4D97-AF65-F5344CB8AC3E}">
        <p14:creationId xmlns:p14="http://schemas.microsoft.com/office/powerpoint/2010/main" val="160895291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正方形/長方形 24">
            <a:extLst>
              <a:ext uri="{FF2B5EF4-FFF2-40B4-BE49-F238E27FC236}">
                <a16:creationId xmlns:a16="http://schemas.microsoft.com/office/drawing/2014/main" id="{A476CFD3-98F2-4246-A501-23C5F16EC9A1}"/>
              </a:ext>
            </a:extLst>
          </p:cNvPr>
          <p:cNvSpPr>
            <a:spLocks noGrp="1"/>
          </p:cNvSpPr>
          <p:nvPr/>
        </p:nvSpPr>
        <p:spPr>
          <a:xfrm>
            <a:off x="685800" y="342900"/>
            <a:ext cx="10820400" cy="666750"/>
          </a:xfrm>
          <a:prstGeom prst="rect">
            <a:avLst/>
          </a:prstGeom>
          <a:noFill/>
          <a:ln w="0">
            <a:noFill/>
          </a:ln>
        </p:spPr>
        <p:txBody>
          <a:bodyPr lIns="0" tIns="0" rIns="0" bIns="0" anchor="ctr">
            <a:noAutofit/>
          </a:bodyPr>
          <a:lstStyle>
            <a:defPPr>
              <a:defRPr sz="3000" b="1">
                <a:solidFill>
                  <a:srgbClr val="18364F"/>
                </a:solidFill>
                <a:latin typeface="Yu Gothic"/>
                <a:ea typeface="Yu Gothic"/>
                <a:cs typeface="Yu Gothic"/>
              </a:defRPr>
            </a:defPPr>
            <a:lvl1pPr>
              <a:buNone/>
              <a:defRPr sz="3000" b="1">
                <a:solidFill>
                  <a:srgbClr val="18364F"/>
                </a:solidFill>
                <a:latin typeface="Yu Gothic"/>
                <a:ea typeface="Yu Gothic"/>
                <a:cs typeface="Yu Gothic"/>
              </a:defRPr>
            </a:lvl1pPr>
            <a:lvl2pPr>
              <a:buNone/>
              <a:defRPr sz="3000" b="1">
                <a:solidFill>
                  <a:srgbClr val="18364F"/>
                </a:solidFill>
                <a:latin typeface="Yu Gothic"/>
                <a:ea typeface="Yu Gothic"/>
                <a:cs typeface="Yu Gothic"/>
              </a:defRPr>
            </a:lvl2pPr>
            <a:lvl3pPr>
              <a:buNone/>
              <a:defRPr sz="3000" b="1">
                <a:solidFill>
                  <a:srgbClr val="18364F"/>
                </a:solidFill>
                <a:latin typeface="Yu Gothic"/>
                <a:ea typeface="Yu Gothic"/>
                <a:cs typeface="Yu Gothic"/>
              </a:defRPr>
            </a:lvl3pPr>
            <a:lvl4pPr>
              <a:buNone/>
              <a:defRPr sz="3000" b="1">
                <a:solidFill>
                  <a:srgbClr val="18364F"/>
                </a:solidFill>
                <a:latin typeface="Yu Gothic"/>
                <a:ea typeface="Yu Gothic"/>
                <a:cs typeface="Yu Gothic"/>
              </a:defRPr>
            </a:lvl4pPr>
            <a:lvl5pPr>
              <a:buNone/>
              <a:defRPr sz="3000" b="1">
                <a:solidFill>
                  <a:srgbClr val="18364F"/>
                </a:solidFill>
                <a:latin typeface="Yu Gothic"/>
                <a:ea typeface="Yu Gothic"/>
                <a:cs typeface="Yu Gothic"/>
              </a:defRPr>
            </a:lvl5pPr>
            <a:lvl6pPr>
              <a:buNone/>
              <a:defRPr sz="3000" b="1">
                <a:solidFill>
                  <a:srgbClr val="18364F"/>
                </a:solidFill>
                <a:latin typeface="Yu Gothic"/>
                <a:ea typeface="Yu Gothic"/>
                <a:cs typeface="Yu Gothic"/>
              </a:defRPr>
            </a:lvl6pPr>
            <a:lvl7pPr>
              <a:buNone/>
              <a:defRPr sz="3000" b="1">
                <a:solidFill>
                  <a:srgbClr val="18364F"/>
                </a:solidFill>
                <a:latin typeface="Yu Gothic"/>
                <a:ea typeface="Yu Gothic"/>
                <a:cs typeface="Yu Gothic"/>
              </a:defRPr>
            </a:lvl7pPr>
            <a:lvl8pPr>
              <a:buNone/>
              <a:defRPr sz="3000" b="1">
                <a:solidFill>
                  <a:srgbClr val="18364F"/>
                </a:solidFill>
                <a:latin typeface="Yu Gothic"/>
                <a:ea typeface="Yu Gothic"/>
                <a:cs typeface="Yu Gothic"/>
              </a:defRPr>
            </a:lvl8pPr>
            <a:lvl9pPr>
              <a:buNone/>
              <a:defRPr sz="3000" b="1">
                <a:solidFill>
                  <a:srgbClr val="18364F"/>
                </a:solidFill>
                <a:latin typeface="Yu Gothic"/>
                <a:ea typeface="Yu Gothic"/>
                <a:cs typeface="Yu Gothic"/>
              </a:defRPr>
            </a:lvl9pPr>
          </a:lstStyle>
          <a:p>
            <a:pPr>
              <a:buNone/>
              <a:defRPr sz="3000" b="1">
                <a:solidFill>
                  <a:srgbClr val="18364F"/>
                </a:solidFill>
                <a:latin typeface="Yu Gothic"/>
                <a:ea typeface="Yu Gothic"/>
                <a:cs typeface="Yu Gothic"/>
              </a:defRPr>
            </a:pPr>
            <a:r>
              <a:rPr sz="3000" b="1">
                <a:solidFill>
                  <a:srgbClr val="18364F"/>
                </a:solidFill>
                <a:latin typeface="Yu Gothic"/>
                <a:ea typeface="Yu Gothic"/>
                <a:cs typeface="Yu Gothic"/>
              </a:rPr>
              <a:t>環境影響は、製品の一生で比べる</a:t>
            </a:r>
          </a:p>
        </p:txBody>
      </p:sp>
      <p:sp>
        <p:nvSpPr>
          <p:cNvPr id="2" name="正方形/長方形 1">
            <a:extLst>
              <a:ext uri="{FF2B5EF4-FFF2-40B4-BE49-F238E27FC236}">
                <a16:creationId xmlns:a16="http://schemas.microsoft.com/office/drawing/2014/main" id="{B76EC894-8087-459F-8E96-0CBC4118836D}"/>
              </a:ext>
            </a:extLst>
          </p:cNvPr>
          <p:cNvSpPr>
            <a:spLocks noGrp="1"/>
          </p:cNvSpPr>
          <p:nvPr/>
        </p:nvSpPr>
        <p:spPr>
          <a:xfrm>
            <a:off x="685800" y="1181100"/>
            <a:ext cx="10820400" cy="19050"/>
          </a:xfrm>
          <a:prstGeom prst="rect">
            <a:avLst/>
          </a:prstGeom>
          <a:solidFill>
            <a:srgbClr val="18364F"/>
          </a:solidFill>
          <a:ln w="0">
            <a:noFill/>
          </a:ln>
        </p:spPr>
      </p:sp>
      <p:sp>
        <p:nvSpPr>
          <p:cNvPr id="3" name="正方形/長方形 2">
            <a:extLst>
              <a:ext uri="{FF2B5EF4-FFF2-40B4-BE49-F238E27FC236}">
                <a16:creationId xmlns:a16="http://schemas.microsoft.com/office/drawing/2014/main" id="{515EB647-BEEA-4F0A-9915-43F4C3453B45}"/>
              </a:ext>
            </a:extLst>
          </p:cNvPr>
          <p:cNvSpPr>
            <a:spLocks noGrp="1"/>
          </p:cNvSpPr>
          <p:nvPr/>
        </p:nvSpPr>
        <p:spPr>
          <a:xfrm>
            <a:off x="685800" y="6419850"/>
            <a:ext cx="9334500" cy="257175"/>
          </a:xfrm>
          <a:prstGeom prst="rect">
            <a:avLst/>
          </a:prstGeom>
          <a:noFill/>
          <a:ln w="0">
            <a:noFill/>
          </a:ln>
        </p:spPr>
        <p:txBody>
          <a:bodyPr lIns="0" tIns="0" rIns="0" bIns="0" anchor="ctr">
            <a:noAutofit/>
          </a:bodyPr>
          <a:lstStyle>
            <a:defPPr>
              <a:defRPr sz="1425" b="0">
                <a:solidFill>
                  <a:srgbClr val="596875"/>
                </a:solidFill>
                <a:latin typeface="Yu Gothic"/>
                <a:ea typeface="Yu Gothic"/>
                <a:cs typeface="Yu Gothic"/>
              </a:defRPr>
            </a:defPPr>
            <a:lvl1pPr>
              <a:buNone/>
              <a:defRPr sz="1425" b="0">
                <a:solidFill>
                  <a:srgbClr val="596875"/>
                </a:solidFill>
                <a:latin typeface="Yu Gothic"/>
                <a:ea typeface="Yu Gothic"/>
                <a:cs typeface="Yu Gothic"/>
              </a:defRPr>
            </a:lvl1pPr>
            <a:lvl2pPr>
              <a:buNone/>
              <a:defRPr sz="1425" b="0">
                <a:solidFill>
                  <a:srgbClr val="596875"/>
                </a:solidFill>
                <a:latin typeface="Yu Gothic"/>
                <a:ea typeface="Yu Gothic"/>
                <a:cs typeface="Yu Gothic"/>
              </a:defRPr>
            </a:lvl2pPr>
            <a:lvl3pPr>
              <a:buNone/>
              <a:defRPr sz="1425" b="0">
                <a:solidFill>
                  <a:srgbClr val="596875"/>
                </a:solidFill>
                <a:latin typeface="Yu Gothic"/>
                <a:ea typeface="Yu Gothic"/>
                <a:cs typeface="Yu Gothic"/>
              </a:defRPr>
            </a:lvl3pPr>
            <a:lvl4pPr>
              <a:buNone/>
              <a:defRPr sz="1425" b="0">
                <a:solidFill>
                  <a:srgbClr val="596875"/>
                </a:solidFill>
                <a:latin typeface="Yu Gothic"/>
                <a:ea typeface="Yu Gothic"/>
                <a:cs typeface="Yu Gothic"/>
              </a:defRPr>
            </a:lvl4pPr>
            <a:lvl5pPr>
              <a:buNone/>
              <a:defRPr sz="1425" b="0">
                <a:solidFill>
                  <a:srgbClr val="596875"/>
                </a:solidFill>
                <a:latin typeface="Yu Gothic"/>
                <a:ea typeface="Yu Gothic"/>
                <a:cs typeface="Yu Gothic"/>
              </a:defRPr>
            </a:lvl5pPr>
            <a:lvl6pPr>
              <a:buNone/>
              <a:defRPr sz="1425" b="0">
                <a:solidFill>
                  <a:srgbClr val="596875"/>
                </a:solidFill>
                <a:latin typeface="Yu Gothic"/>
                <a:ea typeface="Yu Gothic"/>
                <a:cs typeface="Yu Gothic"/>
              </a:defRPr>
            </a:lvl6pPr>
            <a:lvl7pPr>
              <a:buNone/>
              <a:defRPr sz="1425" b="0">
                <a:solidFill>
                  <a:srgbClr val="596875"/>
                </a:solidFill>
                <a:latin typeface="Yu Gothic"/>
                <a:ea typeface="Yu Gothic"/>
                <a:cs typeface="Yu Gothic"/>
              </a:defRPr>
            </a:lvl7pPr>
            <a:lvl8pPr>
              <a:buNone/>
              <a:defRPr sz="1425" b="0">
                <a:solidFill>
                  <a:srgbClr val="596875"/>
                </a:solidFill>
                <a:latin typeface="Yu Gothic"/>
                <a:ea typeface="Yu Gothic"/>
                <a:cs typeface="Yu Gothic"/>
              </a:defRPr>
            </a:lvl8pPr>
            <a:lvl9pPr>
              <a:buNone/>
              <a:defRPr sz="1425" b="0">
                <a:solidFill>
                  <a:srgbClr val="596875"/>
                </a:solidFill>
                <a:latin typeface="Yu Gothic"/>
                <a:ea typeface="Yu Gothic"/>
                <a:cs typeface="Yu Gothic"/>
              </a:defRPr>
            </a:lvl9pPr>
          </a:lstStyle>
          <a:p>
            <a:pPr>
              <a:buNone/>
              <a:defRPr sz="1425" b="0">
                <a:solidFill>
                  <a:srgbClr val="596875"/>
                </a:solidFill>
                <a:latin typeface="Yu Gothic"/>
                <a:ea typeface="Yu Gothic"/>
                <a:cs typeface="Yu Gothic"/>
              </a:defRPr>
            </a:pPr>
            <a:r>
              <a:rPr lang="ja-JP" altLang="en-US" sz="1425" b="0">
                <a:solidFill>
                  <a:srgbClr val="596875"/>
                </a:solidFill>
                <a:latin typeface="Yu Gothic"/>
                <a:ea typeface="Yu Gothic"/>
                <a:cs typeface="Yu Gothic"/>
              </a:rPr>
              <a:t>木材及び木質材料学　新第</a:t>
            </a:r>
            <a:r>
              <a:rPr lang="en-US" altLang="ja-JP" sz="1425" b="0">
                <a:solidFill>
                  <a:srgbClr val="596875"/>
                </a:solidFill>
                <a:latin typeface="Yu Gothic"/>
                <a:ea typeface="Yu Gothic"/>
                <a:cs typeface="Yu Gothic"/>
              </a:rPr>
              <a:t>14</a:t>
            </a:r>
            <a:r>
              <a:rPr lang="ja-JP" altLang="en-US" sz="1425" b="0">
                <a:solidFill>
                  <a:srgbClr val="596875"/>
                </a:solidFill>
                <a:latin typeface="Yu Gothic"/>
                <a:ea typeface="Yu Gothic"/>
                <a:cs typeface="Yu Gothic"/>
              </a:rPr>
              <a:t>回　資源・環境</a:t>
            </a:r>
            <a:endParaRPr sz="1425" b="0">
              <a:solidFill>
                <a:srgbClr val="596875"/>
              </a:solidFill>
              <a:latin typeface="Yu Gothic"/>
              <a:ea typeface="Yu Gothic"/>
              <a:cs typeface="Yu Gothic"/>
            </a:endParaRPr>
          </a:p>
        </p:txBody>
      </p:sp>
      <p:sp>
        <p:nvSpPr>
          <p:cNvPr id="4" name="正方形/長方形 3">
            <a:extLst>
              <a:ext uri="{FF2B5EF4-FFF2-40B4-BE49-F238E27FC236}">
                <a16:creationId xmlns:a16="http://schemas.microsoft.com/office/drawing/2014/main" id="{DF07323D-8ED9-4204-9209-E3F0504F330C}"/>
              </a:ext>
            </a:extLst>
          </p:cNvPr>
          <p:cNvSpPr>
            <a:spLocks noGrp="1"/>
          </p:cNvSpPr>
          <p:nvPr/>
        </p:nvSpPr>
        <p:spPr>
          <a:xfrm>
            <a:off x="10763250" y="6419850"/>
            <a:ext cx="742950" cy="257175"/>
          </a:xfrm>
          <a:prstGeom prst="rect">
            <a:avLst/>
          </a:prstGeom>
          <a:noFill/>
          <a:ln w="0">
            <a:noFill/>
          </a:ln>
        </p:spPr>
        <p:txBody>
          <a:bodyPr lIns="0" tIns="0" rIns="0" bIns="0" anchor="ctr">
            <a:noAutofit/>
          </a:bodyPr>
          <a:lstStyle>
            <a:defPPr>
              <a:defRPr sz="1425" b="0">
                <a:solidFill>
                  <a:srgbClr val="596875"/>
                </a:solidFill>
                <a:latin typeface="Yu Gothic"/>
                <a:ea typeface="Yu Gothic"/>
                <a:cs typeface="Yu Gothic"/>
              </a:defRPr>
            </a:defPPr>
            <a:lvl1pPr>
              <a:buNone/>
              <a:defRPr sz="1425" b="0">
                <a:solidFill>
                  <a:srgbClr val="596875"/>
                </a:solidFill>
                <a:latin typeface="Yu Gothic"/>
                <a:ea typeface="Yu Gothic"/>
                <a:cs typeface="Yu Gothic"/>
              </a:defRPr>
            </a:lvl1pPr>
            <a:lvl2pPr>
              <a:buNone/>
              <a:defRPr sz="1425" b="0">
                <a:solidFill>
                  <a:srgbClr val="596875"/>
                </a:solidFill>
                <a:latin typeface="Yu Gothic"/>
                <a:ea typeface="Yu Gothic"/>
                <a:cs typeface="Yu Gothic"/>
              </a:defRPr>
            </a:lvl2pPr>
            <a:lvl3pPr>
              <a:buNone/>
              <a:defRPr sz="1425" b="0">
                <a:solidFill>
                  <a:srgbClr val="596875"/>
                </a:solidFill>
                <a:latin typeface="Yu Gothic"/>
                <a:ea typeface="Yu Gothic"/>
                <a:cs typeface="Yu Gothic"/>
              </a:defRPr>
            </a:lvl3pPr>
            <a:lvl4pPr>
              <a:buNone/>
              <a:defRPr sz="1425" b="0">
                <a:solidFill>
                  <a:srgbClr val="596875"/>
                </a:solidFill>
                <a:latin typeface="Yu Gothic"/>
                <a:ea typeface="Yu Gothic"/>
                <a:cs typeface="Yu Gothic"/>
              </a:defRPr>
            </a:lvl4pPr>
            <a:lvl5pPr>
              <a:buNone/>
              <a:defRPr sz="1425" b="0">
                <a:solidFill>
                  <a:srgbClr val="596875"/>
                </a:solidFill>
                <a:latin typeface="Yu Gothic"/>
                <a:ea typeface="Yu Gothic"/>
                <a:cs typeface="Yu Gothic"/>
              </a:defRPr>
            </a:lvl5pPr>
            <a:lvl6pPr>
              <a:buNone/>
              <a:defRPr sz="1425" b="0">
                <a:solidFill>
                  <a:srgbClr val="596875"/>
                </a:solidFill>
                <a:latin typeface="Yu Gothic"/>
                <a:ea typeface="Yu Gothic"/>
                <a:cs typeface="Yu Gothic"/>
              </a:defRPr>
            </a:lvl6pPr>
            <a:lvl7pPr>
              <a:buNone/>
              <a:defRPr sz="1425" b="0">
                <a:solidFill>
                  <a:srgbClr val="596875"/>
                </a:solidFill>
                <a:latin typeface="Yu Gothic"/>
                <a:ea typeface="Yu Gothic"/>
                <a:cs typeface="Yu Gothic"/>
              </a:defRPr>
            </a:lvl7pPr>
            <a:lvl8pPr>
              <a:buNone/>
              <a:defRPr sz="1425" b="0">
                <a:solidFill>
                  <a:srgbClr val="596875"/>
                </a:solidFill>
                <a:latin typeface="Yu Gothic"/>
                <a:ea typeface="Yu Gothic"/>
                <a:cs typeface="Yu Gothic"/>
              </a:defRPr>
            </a:lvl8pPr>
            <a:lvl9pPr>
              <a:buNone/>
              <a:defRPr sz="1425" b="0">
                <a:solidFill>
                  <a:srgbClr val="596875"/>
                </a:solidFill>
                <a:latin typeface="Yu Gothic"/>
                <a:ea typeface="Yu Gothic"/>
                <a:cs typeface="Yu Gothic"/>
              </a:defRPr>
            </a:lvl9pPr>
          </a:lstStyle>
          <a:p>
            <a:pPr>
              <a:buNone/>
              <a:defRPr sz="1425" b="0">
                <a:solidFill>
                  <a:srgbClr val="596875"/>
                </a:solidFill>
                <a:latin typeface="Yu Gothic"/>
                <a:ea typeface="Yu Gothic"/>
                <a:cs typeface="Yu Gothic"/>
              </a:defRPr>
            </a:pPr>
            <a:r>
              <a:rPr lang="en-US" altLang="ja-JP" sz="1425" b="0">
                <a:solidFill>
                  <a:srgbClr val="596875"/>
                </a:solidFill>
                <a:latin typeface="Yu Gothic"/>
                <a:ea typeface="Yu Gothic"/>
                <a:cs typeface="Yu Gothic"/>
              </a:rPr>
              <a:t>44</a:t>
            </a:r>
            <a:endParaRPr sz="1425" b="0">
              <a:solidFill>
                <a:srgbClr val="596875"/>
              </a:solidFill>
              <a:latin typeface="Yu Gothic"/>
              <a:ea typeface="Yu Gothic"/>
              <a:cs typeface="Yu Gothic"/>
            </a:endParaRPr>
          </a:p>
        </p:txBody>
      </p:sp>
      <p:sp>
        <p:nvSpPr>
          <p:cNvPr id="5" name="正方形/長方形 4">
            <a:extLst>
              <a:ext uri="{FF2B5EF4-FFF2-40B4-BE49-F238E27FC236}">
                <a16:creationId xmlns:a16="http://schemas.microsoft.com/office/drawing/2014/main" id="{AE6B5114-106B-459C-8E1B-B63175ED1A69}"/>
              </a:ext>
            </a:extLst>
          </p:cNvPr>
          <p:cNvSpPr>
            <a:spLocks noGrp="1"/>
          </p:cNvSpPr>
          <p:nvPr/>
        </p:nvSpPr>
        <p:spPr>
          <a:xfrm>
            <a:off x="838200" y="2476500"/>
            <a:ext cx="2333625" cy="1000125"/>
          </a:xfrm>
          <a:prstGeom prst="rect">
            <a:avLst/>
          </a:prstGeom>
          <a:solidFill>
            <a:srgbClr val="EAF1F5"/>
          </a:solidFill>
          <a:ln w="9525">
            <a:solidFill>
              <a:srgbClr val="596875"/>
            </a:solidFill>
          </a:ln>
        </p:spPr>
      </p:sp>
      <p:sp>
        <p:nvSpPr>
          <p:cNvPr id="6" name="正方形/長方形 5">
            <a:extLst>
              <a:ext uri="{FF2B5EF4-FFF2-40B4-BE49-F238E27FC236}">
                <a16:creationId xmlns:a16="http://schemas.microsoft.com/office/drawing/2014/main" id="{C07E1B39-8C3C-472D-B3F4-FC12144ACBA8}"/>
              </a:ext>
            </a:extLst>
          </p:cNvPr>
          <p:cNvSpPr>
            <a:spLocks noGrp="1"/>
          </p:cNvSpPr>
          <p:nvPr/>
        </p:nvSpPr>
        <p:spPr>
          <a:xfrm>
            <a:off x="981075" y="2552700"/>
            <a:ext cx="2047875" cy="847725"/>
          </a:xfrm>
          <a:prstGeom prst="rect">
            <a:avLst/>
          </a:prstGeom>
          <a:noFill/>
          <a:ln w="0">
            <a:noFill/>
          </a:ln>
        </p:spPr>
        <p:txBody>
          <a:bodyPr lIns="0" tIns="0" rIns="0" bIns="0" anchor="ctr">
            <a:noAutofit/>
          </a:bodyPr>
          <a:lstStyle>
            <a:defPPr>
              <a:defRPr sz="2100" b="1">
                <a:solidFill>
                  <a:srgbClr val="253C4D"/>
                </a:solidFill>
                <a:latin typeface="Yu Gothic"/>
                <a:ea typeface="Yu Gothic"/>
                <a:cs typeface="Yu Gothic"/>
              </a:defRPr>
            </a:defPPr>
            <a:lvl1pPr>
              <a:buNone/>
              <a:defRPr sz="2100" b="1">
                <a:solidFill>
                  <a:srgbClr val="253C4D"/>
                </a:solidFill>
                <a:latin typeface="Yu Gothic"/>
                <a:ea typeface="Yu Gothic"/>
                <a:cs typeface="Yu Gothic"/>
              </a:defRPr>
            </a:lvl1pPr>
            <a:lvl2pPr>
              <a:buNone/>
              <a:defRPr sz="2100" b="1">
                <a:solidFill>
                  <a:srgbClr val="253C4D"/>
                </a:solidFill>
                <a:latin typeface="Yu Gothic"/>
                <a:ea typeface="Yu Gothic"/>
                <a:cs typeface="Yu Gothic"/>
              </a:defRPr>
            </a:lvl2pPr>
            <a:lvl3pPr>
              <a:buNone/>
              <a:defRPr sz="2100" b="1">
                <a:solidFill>
                  <a:srgbClr val="253C4D"/>
                </a:solidFill>
                <a:latin typeface="Yu Gothic"/>
                <a:ea typeface="Yu Gothic"/>
                <a:cs typeface="Yu Gothic"/>
              </a:defRPr>
            </a:lvl3pPr>
            <a:lvl4pPr>
              <a:buNone/>
              <a:defRPr sz="2100" b="1">
                <a:solidFill>
                  <a:srgbClr val="253C4D"/>
                </a:solidFill>
                <a:latin typeface="Yu Gothic"/>
                <a:ea typeface="Yu Gothic"/>
                <a:cs typeface="Yu Gothic"/>
              </a:defRPr>
            </a:lvl4pPr>
            <a:lvl5pPr>
              <a:buNone/>
              <a:defRPr sz="2100" b="1">
                <a:solidFill>
                  <a:srgbClr val="253C4D"/>
                </a:solidFill>
                <a:latin typeface="Yu Gothic"/>
                <a:ea typeface="Yu Gothic"/>
                <a:cs typeface="Yu Gothic"/>
              </a:defRPr>
            </a:lvl5pPr>
            <a:lvl6pPr>
              <a:buNone/>
              <a:defRPr sz="2100" b="1">
                <a:solidFill>
                  <a:srgbClr val="253C4D"/>
                </a:solidFill>
                <a:latin typeface="Yu Gothic"/>
                <a:ea typeface="Yu Gothic"/>
                <a:cs typeface="Yu Gothic"/>
              </a:defRPr>
            </a:lvl6pPr>
            <a:lvl7pPr>
              <a:buNone/>
              <a:defRPr sz="2100" b="1">
                <a:solidFill>
                  <a:srgbClr val="253C4D"/>
                </a:solidFill>
                <a:latin typeface="Yu Gothic"/>
                <a:ea typeface="Yu Gothic"/>
                <a:cs typeface="Yu Gothic"/>
              </a:defRPr>
            </a:lvl7pPr>
            <a:lvl8pPr>
              <a:buNone/>
              <a:defRPr sz="2100" b="1">
                <a:solidFill>
                  <a:srgbClr val="253C4D"/>
                </a:solidFill>
                <a:latin typeface="Yu Gothic"/>
                <a:ea typeface="Yu Gothic"/>
                <a:cs typeface="Yu Gothic"/>
              </a:defRPr>
            </a:lvl8pPr>
            <a:lvl9pPr>
              <a:buNone/>
              <a:defRPr sz="2100" b="1">
                <a:solidFill>
                  <a:srgbClr val="253C4D"/>
                </a:solidFill>
                <a:latin typeface="Yu Gothic"/>
                <a:ea typeface="Yu Gothic"/>
                <a:cs typeface="Yu Gothic"/>
              </a:defRPr>
            </a:lvl9pPr>
          </a:lstStyle>
          <a:p>
            <a:pPr>
              <a:buNone/>
              <a:defRPr sz="2100" b="1">
                <a:solidFill>
                  <a:srgbClr val="253C4D"/>
                </a:solidFill>
                <a:latin typeface="Yu Gothic"/>
                <a:ea typeface="Yu Gothic"/>
                <a:cs typeface="Yu Gothic"/>
              </a:defRPr>
            </a:pPr>
            <a:r>
              <a:rPr sz="2100" b="1">
                <a:solidFill>
                  <a:srgbClr val="253C4D"/>
                </a:solidFill>
                <a:latin typeface="Yu Gothic"/>
                <a:ea typeface="Yu Gothic"/>
                <a:cs typeface="Yu Gothic"/>
              </a:rPr>
              <a:t>原料調達</a:t>
            </a:r>
          </a:p>
        </p:txBody>
      </p:sp>
      <p:sp>
        <p:nvSpPr>
          <p:cNvPr id="7" name="フリーフォーム: 図形 6">
            <a:extLst>
              <a:ext uri="{FF2B5EF4-FFF2-40B4-BE49-F238E27FC236}">
                <a16:creationId xmlns:a16="http://schemas.microsoft.com/office/drawing/2014/main" id="{E8EEADFD-B76A-4CEF-986A-27E7D06AFCE0}"/>
              </a:ext>
            </a:extLst>
          </p:cNvPr>
          <p:cNvSpPr>
            <a:spLocks noGrp="1"/>
          </p:cNvSpPr>
          <p:nvPr/>
        </p:nvSpPr>
        <p:spPr>
          <a:xfrm>
            <a:off x="3257550" y="2971800"/>
            <a:ext cx="209550" cy="9525"/>
          </a:xfrm>
          <a:custGeom>
            <a:avLst/>
            <a:gdLst/>
            <a:ahLst/>
            <a:cxnLst/>
            <a:rect l="0" t="0" r="0" b="0"/>
            <a:pathLst>
              <a:path w="209550" h="9525">
                <a:moveTo>
                  <a:pt x="0" y="0"/>
                </a:moveTo>
                <a:lnTo>
                  <a:pt x="209550" y="0"/>
                </a:lnTo>
              </a:path>
            </a:pathLst>
          </a:custGeom>
          <a:noFill/>
          <a:ln w="38100">
            <a:solidFill>
              <a:srgbClr val="2876A8"/>
            </a:solidFill>
          </a:ln>
        </p:spPr>
      </p:sp>
      <p:sp>
        <p:nvSpPr>
          <p:cNvPr id="8" name="フリーフォーム: 図形 7">
            <a:extLst>
              <a:ext uri="{FF2B5EF4-FFF2-40B4-BE49-F238E27FC236}">
                <a16:creationId xmlns:a16="http://schemas.microsoft.com/office/drawing/2014/main" id="{6534DBA6-52AD-4D6A-9615-1096268CAE5E}"/>
              </a:ext>
            </a:extLst>
          </p:cNvPr>
          <p:cNvSpPr>
            <a:spLocks noGrp="1"/>
          </p:cNvSpPr>
          <p:nvPr/>
        </p:nvSpPr>
        <p:spPr>
          <a:xfrm>
            <a:off x="3353416" y="2971800"/>
            <a:ext cx="113684" cy="69700"/>
          </a:xfrm>
          <a:custGeom>
            <a:avLst/>
            <a:gdLst/>
            <a:ahLst/>
            <a:cxnLst/>
            <a:rect l="0" t="0" r="0" b="0"/>
            <a:pathLst>
              <a:path w="113684" h="69700">
                <a:moveTo>
                  <a:pt x="113684" y="0"/>
                </a:moveTo>
                <a:lnTo>
                  <a:pt x="0" y="69700"/>
                </a:lnTo>
              </a:path>
            </a:pathLst>
          </a:custGeom>
          <a:noFill/>
          <a:ln w="38100">
            <a:solidFill>
              <a:srgbClr val="2876A8"/>
            </a:solidFill>
          </a:ln>
        </p:spPr>
      </p:sp>
      <p:sp>
        <p:nvSpPr>
          <p:cNvPr id="9" name="フリーフォーム: 図形 8">
            <a:extLst>
              <a:ext uri="{FF2B5EF4-FFF2-40B4-BE49-F238E27FC236}">
                <a16:creationId xmlns:a16="http://schemas.microsoft.com/office/drawing/2014/main" id="{57F1F02B-0AE2-4AB7-B8CB-95D3255E5D39}"/>
              </a:ext>
            </a:extLst>
          </p:cNvPr>
          <p:cNvSpPr>
            <a:spLocks noGrp="1"/>
          </p:cNvSpPr>
          <p:nvPr/>
        </p:nvSpPr>
        <p:spPr>
          <a:xfrm>
            <a:off x="3353416" y="2902100"/>
            <a:ext cx="113684" cy="69700"/>
          </a:xfrm>
          <a:custGeom>
            <a:avLst/>
            <a:gdLst/>
            <a:ahLst/>
            <a:cxnLst/>
            <a:rect l="0" t="0" r="0" b="0"/>
            <a:pathLst>
              <a:path w="113684" h="69700">
                <a:moveTo>
                  <a:pt x="113684" y="69700"/>
                </a:moveTo>
                <a:lnTo>
                  <a:pt x="0" y="0"/>
                </a:lnTo>
              </a:path>
            </a:pathLst>
          </a:custGeom>
          <a:noFill/>
          <a:ln w="38100">
            <a:solidFill>
              <a:srgbClr val="2876A8"/>
            </a:solidFill>
          </a:ln>
        </p:spPr>
      </p:sp>
      <p:sp>
        <p:nvSpPr>
          <p:cNvPr id="10" name="正方形/長方形 9">
            <a:extLst>
              <a:ext uri="{FF2B5EF4-FFF2-40B4-BE49-F238E27FC236}">
                <a16:creationId xmlns:a16="http://schemas.microsoft.com/office/drawing/2014/main" id="{D3476206-A006-4C97-BD20-6BB51FBC696A}"/>
              </a:ext>
            </a:extLst>
          </p:cNvPr>
          <p:cNvSpPr>
            <a:spLocks noGrp="1"/>
          </p:cNvSpPr>
          <p:nvPr/>
        </p:nvSpPr>
        <p:spPr>
          <a:xfrm>
            <a:off x="3552825" y="2476500"/>
            <a:ext cx="2333625" cy="1000125"/>
          </a:xfrm>
          <a:prstGeom prst="rect">
            <a:avLst/>
          </a:prstGeom>
          <a:solidFill>
            <a:srgbClr val="EAF1F5"/>
          </a:solidFill>
          <a:ln w="9525">
            <a:solidFill>
              <a:srgbClr val="596875"/>
            </a:solidFill>
          </a:ln>
        </p:spPr>
      </p:sp>
      <p:sp>
        <p:nvSpPr>
          <p:cNvPr id="11" name="正方形/長方形 10">
            <a:extLst>
              <a:ext uri="{FF2B5EF4-FFF2-40B4-BE49-F238E27FC236}">
                <a16:creationId xmlns:a16="http://schemas.microsoft.com/office/drawing/2014/main" id="{B005B250-FA50-4F3A-BE53-CD043E5B43EB}"/>
              </a:ext>
            </a:extLst>
          </p:cNvPr>
          <p:cNvSpPr>
            <a:spLocks noGrp="1"/>
          </p:cNvSpPr>
          <p:nvPr/>
        </p:nvSpPr>
        <p:spPr>
          <a:xfrm>
            <a:off x="3695700" y="2552700"/>
            <a:ext cx="2047875" cy="847725"/>
          </a:xfrm>
          <a:prstGeom prst="rect">
            <a:avLst/>
          </a:prstGeom>
          <a:noFill/>
          <a:ln w="0">
            <a:noFill/>
          </a:ln>
        </p:spPr>
        <p:txBody>
          <a:bodyPr lIns="0" tIns="0" rIns="0" bIns="0" anchor="ctr">
            <a:noAutofit/>
          </a:bodyPr>
          <a:lstStyle>
            <a:defPPr>
              <a:defRPr sz="2100" b="1">
                <a:solidFill>
                  <a:srgbClr val="253C4D"/>
                </a:solidFill>
                <a:latin typeface="Yu Gothic"/>
                <a:ea typeface="Yu Gothic"/>
                <a:cs typeface="Yu Gothic"/>
              </a:defRPr>
            </a:defPPr>
            <a:lvl1pPr>
              <a:buNone/>
              <a:defRPr sz="2100" b="1">
                <a:solidFill>
                  <a:srgbClr val="253C4D"/>
                </a:solidFill>
                <a:latin typeface="Yu Gothic"/>
                <a:ea typeface="Yu Gothic"/>
                <a:cs typeface="Yu Gothic"/>
              </a:defRPr>
            </a:lvl1pPr>
            <a:lvl2pPr>
              <a:buNone/>
              <a:defRPr sz="2100" b="1">
                <a:solidFill>
                  <a:srgbClr val="253C4D"/>
                </a:solidFill>
                <a:latin typeface="Yu Gothic"/>
                <a:ea typeface="Yu Gothic"/>
                <a:cs typeface="Yu Gothic"/>
              </a:defRPr>
            </a:lvl2pPr>
            <a:lvl3pPr>
              <a:buNone/>
              <a:defRPr sz="2100" b="1">
                <a:solidFill>
                  <a:srgbClr val="253C4D"/>
                </a:solidFill>
                <a:latin typeface="Yu Gothic"/>
                <a:ea typeface="Yu Gothic"/>
                <a:cs typeface="Yu Gothic"/>
              </a:defRPr>
            </a:lvl3pPr>
            <a:lvl4pPr>
              <a:buNone/>
              <a:defRPr sz="2100" b="1">
                <a:solidFill>
                  <a:srgbClr val="253C4D"/>
                </a:solidFill>
                <a:latin typeface="Yu Gothic"/>
                <a:ea typeface="Yu Gothic"/>
                <a:cs typeface="Yu Gothic"/>
              </a:defRPr>
            </a:lvl4pPr>
            <a:lvl5pPr>
              <a:buNone/>
              <a:defRPr sz="2100" b="1">
                <a:solidFill>
                  <a:srgbClr val="253C4D"/>
                </a:solidFill>
                <a:latin typeface="Yu Gothic"/>
                <a:ea typeface="Yu Gothic"/>
                <a:cs typeface="Yu Gothic"/>
              </a:defRPr>
            </a:lvl5pPr>
            <a:lvl6pPr>
              <a:buNone/>
              <a:defRPr sz="2100" b="1">
                <a:solidFill>
                  <a:srgbClr val="253C4D"/>
                </a:solidFill>
                <a:latin typeface="Yu Gothic"/>
                <a:ea typeface="Yu Gothic"/>
                <a:cs typeface="Yu Gothic"/>
              </a:defRPr>
            </a:lvl6pPr>
            <a:lvl7pPr>
              <a:buNone/>
              <a:defRPr sz="2100" b="1">
                <a:solidFill>
                  <a:srgbClr val="253C4D"/>
                </a:solidFill>
                <a:latin typeface="Yu Gothic"/>
                <a:ea typeface="Yu Gothic"/>
                <a:cs typeface="Yu Gothic"/>
              </a:defRPr>
            </a:lvl7pPr>
            <a:lvl8pPr>
              <a:buNone/>
              <a:defRPr sz="2100" b="1">
                <a:solidFill>
                  <a:srgbClr val="253C4D"/>
                </a:solidFill>
                <a:latin typeface="Yu Gothic"/>
                <a:ea typeface="Yu Gothic"/>
                <a:cs typeface="Yu Gothic"/>
              </a:defRPr>
            </a:lvl8pPr>
            <a:lvl9pPr>
              <a:buNone/>
              <a:defRPr sz="2100" b="1">
                <a:solidFill>
                  <a:srgbClr val="253C4D"/>
                </a:solidFill>
                <a:latin typeface="Yu Gothic"/>
                <a:ea typeface="Yu Gothic"/>
                <a:cs typeface="Yu Gothic"/>
              </a:defRPr>
            </a:lvl9pPr>
          </a:lstStyle>
          <a:p>
            <a:pPr>
              <a:buNone/>
              <a:defRPr sz="2100" b="1">
                <a:solidFill>
                  <a:srgbClr val="253C4D"/>
                </a:solidFill>
                <a:latin typeface="Yu Gothic"/>
                <a:ea typeface="Yu Gothic"/>
                <a:cs typeface="Yu Gothic"/>
              </a:defRPr>
            </a:pPr>
            <a:r>
              <a:rPr sz="2100" b="1">
                <a:solidFill>
                  <a:srgbClr val="253C4D"/>
                </a:solidFill>
                <a:latin typeface="Yu Gothic"/>
                <a:ea typeface="Yu Gothic"/>
                <a:cs typeface="Yu Gothic"/>
              </a:rPr>
              <a:t>製造・輸送</a:t>
            </a:r>
          </a:p>
        </p:txBody>
      </p:sp>
      <p:sp>
        <p:nvSpPr>
          <p:cNvPr id="12" name="フリーフォーム: 図形 11">
            <a:extLst>
              <a:ext uri="{FF2B5EF4-FFF2-40B4-BE49-F238E27FC236}">
                <a16:creationId xmlns:a16="http://schemas.microsoft.com/office/drawing/2014/main" id="{94F7AA39-F586-45F7-B196-34C937BE7ED2}"/>
              </a:ext>
            </a:extLst>
          </p:cNvPr>
          <p:cNvSpPr>
            <a:spLocks noGrp="1"/>
          </p:cNvSpPr>
          <p:nvPr/>
        </p:nvSpPr>
        <p:spPr>
          <a:xfrm>
            <a:off x="5972175" y="2971800"/>
            <a:ext cx="209550" cy="9525"/>
          </a:xfrm>
          <a:custGeom>
            <a:avLst/>
            <a:gdLst/>
            <a:ahLst/>
            <a:cxnLst/>
            <a:rect l="0" t="0" r="0" b="0"/>
            <a:pathLst>
              <a:path w="209550" h="9525">
                <a:moveTo>
                  <a:pt x="0" y="0"/>
                </a:moveTo>
                <a:lnTo>
                  <a:pt x="209550" y="0"/>
                </a:lnTo>
              </a:path>
            </a:pathLst>
          </a:custGeom>
          <a:noFill/>
          <a:ln w="38100">
            <a:solidFill>
              <a:srgbClr val="2876A8"/>
            </a:solidFill>
          </a:ln>
        </p:spPr>
      </p:sp>
      <p:sp>
        <p:nvSpPr>
          <p:cNvPr id="13" name="フリーフォーム: 図形 12">
            <a:extLst>
              <a:ext uri="{FF2B5EF4-FFF2-40B4-BE49-F238E27FC236}">
                <a16:creationId xmlns:a16="http://schemas.microsoft.com/office/drawing/2014/main" id="{14FFF6A3-ED34-442F-87AC-5483229471C6}"/>
              </a:ext>
            </a:extLst>
          </p:cNvPr>
          <p:cNvSpPr>
            <a:spLocks noGrp="1"/>
          </p:cNvSpPr>
          <p:nvPr/>
        </p:nvSpPr>
        <p:spPr>
          <a:xfrm>
            <a:off x="6068041" y="2971800"/>
            <a:ext cx="113684" cy="69700"/>
          </a:xfrm>
          <a:custGeom>
            <a:avLst/>
            <a:gdLst/>
            <a:ahLst/>
            <a:cxnLst/>
            <a:rect l="0" t="0" r="0" b="0"/>
            <a:pathLst>
              <a:path w="113684" h="69700">
                <a:moveTo>
                  <a:pt x="113684" y="0"/>
                </a:moveTo>
                <a:lnTo>
                  <a:pt x="0" y="69700"/>
                </a:lnTo>
              </a:path>
            </a:pathLst>
          </a:custGeom>
          <a:noFill/>
          <a:ln w="38100">
            <a:solidFill>
              <a:srgbClr val="2876A8"/>
            </a:solidFill>
          </a:ln>
        </p:spPr>
      </p:sp>
      <p:sp>
        <p:nvSpPr>
          <p:cNvPr id="14" name="フリーフォーム: 図形 13">
            <a:extLst>
              <a:ext uri="{FF2B5EF4-FFF2-40B4-BE49-F238E27FC236}">
                <a16:creationId xmlns:a16="http://schemas.microsoft.com/office/drawing/2014/main" id="{D65FAE96-D705-4507-A02C-5F9396413A85}"/>
              </a:ext>
            </a:extLst>
          </p:cNvPr>
          <p:cNvSpPr>
            <a:spLocks noGrp="1"/>
          </p:cNvSpPr>
          <p:nvPr/>
        </p:nvSpPr>
        <p:spPr>
          <a:xfrm>
            <a:off x="6068041" y="2902100"/>
            <a:ext cx="113684" cy="69700"/>
          </a:xfrm>
          <a:custGeom>
            <a:avLst/>
            <a:gdLst/>
            <a:ahLst/>
            <a:cxnLst/>
            <a:rect l="0" t="0" r="0" b="0"/>
            <a:pathLst>
              <a:path w="113684" h="69700">
                <a:moveTo>
                  <a:pt x="113684" y="69700"/>
                </a:moveTo>
                <a:lnTo>
                  <a:pt x="0" y="0"/>
                </a:lnTo>
              </a:path>
            </a:pathLst>
          </a:custGeom>
          <a:noFill/>
          <a:ln w="38100">
            <a:solidFill>
              <a:srgbClr val="2876A8"/>
            </a:solidFill>
          </a:ln>
        </p:spPr>
      </p:sp>
      <p:sp>
        <p:nvSpPr>
          <p:cNvPr id="15" name="正方形/長方形 14">
            <a:extLst>
              <a:ext uri="{FF2B5EF4-FFF2-40B4-BE49-F238E27FC236}">
                <a16:creationId xmlns:a16="http://schemas.microsoft.com/office/drawing/2014/main" id="{959E7DB5-EBAC-487D-893B-54269A76CA84}"/>
              </a:ext>
            </a:extLst>
          </p:cNvPr>
          <p:cNvSpPr>
            <a:spLocks noGrp="1"/>
          </p:cNvSpPr>
          <p:nvPr/>
        </p:nvSpPr>
        <p:spPr>
          <a:xfrm>
            <a:off x="6267450" y="2476500"/>
            <a:ext cx="2333625" cy="1000125"/>
          </a:xfrm>
          <a:prstGeom prst="rect">
            <a:avLst/>
          </a:prstGeom>
          <a:solidFill>
            <a:srgbClr val="EAF1F5"/>
          </a:solidFill>
          <a:ln w="9525">
            <a:solidFill>
              <a:srgbClr val="596875"/>
            </a:solidFill>
          </a:ln>
        </p:spPr>
      </p:sp>
      <p:sp>
        <p:nvSpPr>
          <p:cNvPr id="16" name="正方形/長方形 15">
            <a:extLst>
              <a:ext uri="{FF2B5EF4-FFF2-40B4-BE49-F238E27FC236}">
                <a16:creationId xmlns:a16="http://schemas.microsoft.com/office/drawing/2014/main" id="{A78D56CF-B562-42C2-89F5-A7E1AFB5603F}"/>
              </a:ext>
            </a:extLst>
          </p:cNvPr>
          <p:cNvSpPr>
            <a:spLocks noGrp="1"/>
          </p:cNvSpPr>
          <p:nvPr/>
        </p:nvSpPr>
        <p:spPr>
          <a:xfrm>
            <a:off x="6410325" y="2552700"/>
            <a:ext cx="2047875" cy="847725"/>
          </a:xfrm>
          <a:prstGeom prst="rect">
            <a:avLst/>
          </a:prstGeom>
          <a:noFill/>
          <a:ln w="0">
            <a:noFill/>
          </a:ln>
        </p:spPr>
        <p:txBody>
          <a:bodyPr lIns="0" tIns="0" rIns="0" bIns="0" anchor="ctr">
            <a:noAutofit/>
          </a:bodyPr>
          <a:lstStyle>
            <a:defPPr>
              <a:defRPr sz="2100" b="1">
                <a:solidFill>
                  <a:srgbClr val="253C4D"/>
                </a:solidFill>
                <a:latin typeface="Yu Gothic"/>
                <a:ea typeface="Yu Gothic"/>
                <a:cs typeface="Yu Gothic"/>
              </a:defRPr>
            </a:defPPr>
            <a:lvl1pPr>
              <a:buNone/>
              <a:defRPr sz="2100" b="1">
                <a:solidFill>
                  <a:srgbClr val="253C4D"/>
                </a:solidFill>
                <a:latin typeface="Yu Gothic"/>
                <a:ea typeface="Yu Gothic"/>
                <a:cs typeface="Yu Gothic"/>
              </a:defRPr>
            </a:lvl1pPr>
            <a:lvl2pPr>
              <a:buNone/>
              <a:defRPr sz="2100" b="1">
                <a:solidFill>
                  <a:srgbClr val="253C4D"/>
                </a:solidFill>
                <a:latin typeface="Yu Gothic"/>
                <a:ea typeface="Yu Gothic"/>
                <a:cs typeface="Yu Gothic"/>
              </a:defRPr>
            </a:lvl2pPr>
            <a:lvl3pPr>
              <a:buNone/>
              <a:defRPr sz="2100" b="1">
                <a:solidFill>
                  <a:srgbClr val="253C4D"/>
                </a:solidFill>
                <a:latin typeface="Yu Gothic"/>
                <a:ea typeface="Yu Gothic"/>
                <a:cs typeface="Yu Gothic"/>
              </a:defRPr>
            </a:lvl3pPr>
            <a:lvl4pPr>
              <a:buNone/>
              <a:defRPr sz="2100" b="1">
                <a:solidFill>
                  <a:srgbClr val="253C4D"/>
                </a:solidFill>
                <a:latin typeface="Yu Gothic"/>
                <a:ea typeface="Yu Gothic"/>
                <a:cs typeface="Yu Gothic"/>
              </a:defRPr>
            </a:lvl4pPr>
            <a:lvl5pPr>
              <a:buNone/>
              <a:defRPr sz="2100" b="1">
                <a:solidFill>
                  <a:srgbClr val="253C4D"/>
                </a:solidFill>
                <a:latin typeface="Yu Gothic"/>
                <a:ea typeface="Yu Gothic"/>
                <a:cs typeface="Yu Gothic"/>
              </a:defRPr>
            </a:lvl5pPr>
            <a:lvl6pPr>
              <a:buNone/>
              <a:defRPr sz="2100" b="1">
                <a:solidFill>
                  <a:srgbClr val="253C4D"/>
                </a:solidFill>
                <a:latin typeface="Yu Gothic"/>
                <a:ea typeface="Yu Gothic"/>
                <a:cs typeface="Yu Gothic"/>
              </a:defRPr>
            </a:lvl6pPr>
            <a:lvl7pPr>
              <a:buNone/>
              <a:defRPr sz="2100" b="1">
                <a:solidFill>
                  <a:srgbClr val="253C4D"/>
                </a:solidFill>
                <a:latin typeface="Yu Gothic"/>
                <a:ea typeface="Yu Gothic"/>
                <a:cs typeface="Yu Gothic"/>
              </a:defRPr>
            </a:lvl7pPr>
            <a:lvl8pPr>
              <a:buNone/>
              <a:defRPr sz="2100" b="1">
                <a:solidFill>
                  <a:srgbClr val="253C4D"/>
                </a:solidFill>
                <a:latin typeface="Yu Gothic"/>
                <a:ea typeface="Yu Gothic"/>
                <a:cs typeface="Yu Gothic"/>
              </a:defRPr>
            </a:lvl8pPr>
            <a:lvl9pPr>
              <a:buNone/>
              <a:defRPr sz="2100" b="1">
                <a:solidFill>
                  <a:srgbClr val="253C4D"/>
                </a:solidFill>
                <a:latin typeface="Yu Gothic"/>
                <a:ea typeface="Yu Gothic"/>
                <a:cs typeface="Yu Gothic"/>
              </a:defRPr>
            </a:lvl9pPr>
          </a:lstStyle>
          <a:p>
            <a:pPr>
              <a:buNone/>
              <a:defRPr sz="2100" b="1">
                <a:solidFill>
                  <a:srgbClr val="253C4D"/>
                </a:solidFill>
                <a:latin typeface="Yu Gothic"/>
                <a:ea typeface="Yu Gothic"/>
                <a:cs typeface="Yu Gothic"/>
              </a:defRPr>
            </a:pPr>
            <a:r>
              <a:rPr sz="2100" b="1">
                <a:solidFill>
                  <a:srgbClr val="253C4D"/>
                </a:solidFill>
                <a:latin typeface="Yu Gothic"/>
                <a:ea typeface="Yu Gothic"/>
                <a:cs typeface="Yu Gothic"/>
              </a:rPr>
              <a:t>使用・保守</a:t>
            </a:r>
          </a:p>
        </p:txBody>
      </p:sp>
      <p:sp>
        <p:nvSpPr>
          <p:cNvPr id="17" name="フリーフォーム: 図形 16">
            <a:extLst>
              <a:ext uri="{FF2B5EF4-FFF2-40B4-BE49-F238E27FC236}">
                <a16:creationId xmlns:a16="http://schemas.microsoft.com/office/drawing/2014/main" id="{12904E04-BCB0-44B8-99F9-0D01B0130246}"/>
              </a:ext>
            </a:extLst>
          </p:cNvPr>
          <p:cNvSpPr>
            <a:spLocks noGrp="1"/>
          </p:cNvSpPr>
          <p:nvPr/>
        </p:nvSpPr>
        <p:spPr>
          <a:xfrm>
            <a:off x="8686800" y="2971800"/>
            <a:ext cx="209550" cy="9525"/>
          </a:xfrm>
          <a:custGeom>
            <a:avLst/>
            <a:gdLst/>
            <a:ahLst/>
            <a:cxnLst/>
            <a:rect l="0" t="0" r="0" b="0"/>
            <a:pathLst>
              <a:path w="209550" h="9525">
                <a:moveTo>
                  <a:pt x="0" y="0"/>
                </a:moveTo>
                <a:lnTo>
                  <a:pt x="209550" y="0"/>
                </a:lnTo>
              </a:path>
            </a:pathLst>
          </a:custGeom>
          <a:noFill/>
          <a:ln w="38100">
            <a:solidFill>
              <a:srgbClr val="2876A8"/>
            </a:solidFill>
          </a:ln>
        </p:spPr>
      </p:sp>
      <p:sp>
        <p:nvSpPr>
          <p:cNvPr id="18" name="フリーフォーム: 図形 17">
            <a:extLst>
              <a:ext uri="{FF2B5EF4-FFF2-40B4-BE49-F238E27FC236}">
                <a16:creationId xmlns:a16="http://schemas.microsoft.com/office/drawing/2014/main" id="{82C7C789-D6F8-4093-AB25-A959A356F19B}"/>
              </a:ext>
            </a:extLst>
          </p:cNvPr>
          <p:cNvSpPr>
            <a:spLocks noGrp="1"/>
          </p:cNvSpPr>
          <p:nvPr/>
        </p:nvSpPr>
        <p:spPr>
          <a:xfrm>
            <a:off x="8782666" y="2971800"/>
            <a:ext cx="113684" cy="69700"/>
          </a:xfrm>
          <a:custGeom>
            <a:avLst/>
            <a:gdLst/>
            <a:ahLst/>
            <a:cxnLst/>
            <a:rect l="0" t="0" r="0" b="0"/>
            <a:pathLst>
              <a:path w="113684" h="69700">
                <a:moveTo>
                  <a:pt x="113684" y="0"/>
                </a:moveTo>
                <a:lnTo>
                  <a:pt x="0" y="69700"/>
                </a:lnTo>
              </a:path>
            </a:pathLst>
          </a:custGeom>
          <a:noFill/>
          <a:ln w="38100">
            <a:solidFill>
              <a:srgbClr val="2876A8"/>
            </a:solidFill>
          </a:ln>
        </p:spPr>
      </p:sp>
      <p:sp>
        <p:nvSpPr>
          <p:cNvPr id="19" name="フリーフォーム: 図形 18">
            <a:extLst>
              <a:ext uri="{FF2B5EF4-FFF2-40B4-BE49-F238E27FC236}">
                <a16:creationId xmlns:a16="http://schemas.microsoft.com/office/drawing/2014/main" id="{60CEDD6B-F86E-45F8-894C-AACEC3F87103}"/>
              </a:ext>
            </a:extLst>
          </p:cNvPr>
          <p:cNvSpPr>
            <a:spLocks noGrp="1"/>
          </p:cNvSpPr>
          <p:nvPr/>
        </p:nvSpPr>
        <p:spPr>
          <a:xfrm>
            <a:off x="8782666" y="2902100"/>
            <a:ext cx="113684" cy="69700"/>
          </a:xfrm>
          <a:custGeom>
            <a:avLst/>
            <a:gdLst/>
            <a:ahLst/>
            <a:cxnLst/>
            <a:rect l="0" t="0" r="0" b="0"/>
            <a:pathLst>
              <a:path w="113684" h="69700">
                <a:moveTo>
                  <a:pt x="113684" y="69700"/>
                </a:moveTo>
                <a:lnTo>
                  <a:pt x="0" y="0"/>
                </a:lnTo>
              </a:path>
            </a:pathLst>
          </a:custGeom>
          <a:noFill/>
          <a:ln w="38100">
            <a:solidFill>
              <a:srgbClr val="2876A8"/>
            </a:solidFill>
          </a:ln>
        </p:spPr>
      </p:sp>
      <p:sp>
        <p:nvSpPr>
          <p:cNvPr id="20" name="正方形/長方形 19">
            <a:extLst>
              <a:ext uri="{FF2B5EF4-FFF2-40B4-BE49-F238E27FC236}">
                <a16:creationId xmlns:a16="http://schemas.microsoft.com/office/drawing/2014/main" id="{1B8C4AFC-7174-4CC0-8366-F066EF3A757B}"/>
              </a:ext>
            </a:extLst>
          </p:cNvPr>
          <p:cNvSpPr>
            <a:spLocks noGrp="1"/>
          </p:cNvSpPr>
          <p:nvPr/>
        </p:nvSpPr>
        <p:spPr>
          <a:xfrm>
            <a:off x="8982075" y="2476500"/>
            <a:ext cx="2333625" cy="1000125"/>
          </a:xfrm>
          <a:prstGeom prst="rect">
            <a:avLst/>
          </a:prstGeom>
          <a:solidFill>
            <a:srgbClr val="EAF1F5"/>
          </a:solidFill>
          <a:ln w="9525">
            <a:solidFill>
              <a:srgbClr val="596875"/>
            </a:solidFill>
          </a:ln>
        </p:spPr>
      </p:sp>
      <p:sp>
        <p:nvSpPr>
          <p:cNvPr id="21" name="正方形/長方形 20">
            <a:extLst>
              <a:ext uri="{FF2B5EF4-FFF2-40B4-BE49-F238E27FC236}">
                <a16:creationId xmlns:a16="http://schemas.microsoft.com/office/drawing/2014/main" id="{93ACF6B7-CD2F-408D-8B5E-E880B949C862}"/>
              </a:ext>
            </a:extLst>
          </p:cNvPr>
          <p:cNvSpPr>
            <a:spLocks noGrp="1"/>
          </p:cNvSpPr>
          <p:nvPr/>
        </p:nvSpPr>
        <p:spPr>
          <a:xfrm>
            <a:off x="9124950" y="2552700"/>
            <a:ext cx="2047875" cy="847725"/>
          </a:xfrm>
          <a:prstGeom prst="rect">
            <a:avLst/>
          </a:prstGeom>
          <a:noFill/>
          <a:ln w="0">
            <a:noFill/>
          </a:ln>
        </p:spPr>
        <p:txBody>
          <a:bodyPr lIns="0" tIns="0" rIns="0" bIns="0" anchor="ctr">
            <a:noAutofit/>
          </a:bodyPr>
          <a:lstStyle>
            <a:defPPr>
              <a:defRPr sz="2100" b="1">
                <a:solidFill>
                  <a:srgbClr val="253C4D"/>
                </a:solidFill>
                <a:latin typeface="Yu Gothic"/>
                <a:ea typeface="Yu Gothic"/>
                <a:cs typeface="Yu Gothic"/>
              </a:defRPr>
            </a:defPPr>
            <a:lvl1pPr>
              <a:buNone/>
              <a:defRPr sz="2100" b="1">
                <a:solidFill>
                  <a:srgbClr val="253C4D"/>
                </a:solidFill>
                <a:latin typeface="Yu Gothic"/>
                <a:ea typeface="Yu Gothic"/>
                <a:cs typeface="Yu Gothic"/>
              </a:defRPr>
            </a:lvl1pPr>
            <a:lvl2pPr>
              <a:buNone/>
              <a:defRPr sz="2100" b="1">
                <a:solidFill>
                  <a:srgbClr val="253C4D"/>
                </a:solidFill>
                <a:latin typeface="Yu Gothic"/>
                <a:ea typeface="Yu Gothic"/>
                <a:cs typeface="Yu Gothic"/>
              </a:defRPr>
            </a:lvl2pPr>
            <a:lvl3pPr>
              <a:buNone/>
              <a:defRPr sz="2100" b="1">
                <a:solidFill>
                  <a:srgbClr val="253C4D"/>
                </a:solidFill>
                <a:latin typeface="Yu Gothic"/>
                <a:ea typeface="Yu Gothic"/>
                <a:cs typeface="Yu Gothic"/>
              </a:defRPr>
            </a:lvl3pPr>
            <a:lvl4pPr>
              <a:buNone/>
              <a:defRPr sz="2100" b="1">
                <a:solidFill>
                  <a:srgbClr val="253C4D"/>
                </a:solidFill>
                <a:latin typeface="Yu Gothic"/>
                <a:ea typeface="Yu Gothic"/>
                <a:cs typeface="Yu Gothic"/>
              </a:defRPr>
            </a:lvl4pPr>
            <a:lvl5pPr>
              <a:buNone/>
              <a:defRPr sz="2100" b="1">
                <a:solidFill>
                  <a:srgbClr val="253C4D"/>
                </a:solidFill>
                <a:latin typeface="Yu Gothic"/>
                <a:ea typeface="Yu Gothic"/>
                <a:cs typeface="Yu Gothic"/>
              </a:defRPr>
            </a:lvl5pPr>
            <a:lvl6pPr>
              <a:buNone/>
              <a:defRPr sz="2100" b="1">
                <a:solidFill>
                  <a:srgbClr val="253C4D"/>
                </a:solidFill>
                <a:latin typeface="Yu Gothic"/>
                <a:ea typeface="Yu Gothic"/>
                <a:cs typeface="Yu Gothic"/>
              </a:defRPr>
            </a:lvl6pPr>
            <a:lvl7pPr>
              <a:buNone/>
              <a:defRPr sz="2100" b="1">
                <a:solidFill>
                  <a:srgbClr val="253C4D"/>
                </a:solidFill>
                <a:latin typeface="Yu Gothic"/>
                <a:ea typeface="Yu Gothic"/>
                <a:cs typeface="Yu Gothic"/>
              </a:defRPr>
            </a:lvl7pPr>
            <a:lvl8pPr>
              <a:buNone/>
              <a:defRPr sz="2100" b="1">
                <a:solidFill>
                  <a:srgbClr val="253C4D"/>
                </a:solidFill>
                <a:latin typeface="Yu Gothic"/>
                <a:ea typeface="Yu Gothic"/>
                <a:cs typeface="Yu Gothic"/>
              </a:defRPr>
            </a:lvl8pPr>
            <a:lvl9pPr>
              <a:buNone/>
              <a:defRPr sz="2100" b="1">
                <a:solidFill>
                  <a:srgbClr val="253C4D"/>
                </a:solidFill>
                <a:latin typeface="Yu Gothic"/>
                <a:ea typeface="Yu Gothic"/>
                <a:cs typeface="Yu Gothic"/>
              </a:defRPr>
            </a:lvl9pPr>
          </a:lstStyle>
          <a:p>
            <a:pPr>
              <a:buNone/>
              <a:defRPr sz="2100" b="1">
                <a:solidFill>
                  <a:srgbClr val="253C4D"/>
                </a:solidFill>
                <a:latin typeface="Yu Gothic"/>
                <a:ea typeface="Yu Gothic"/>
                <a:cs typeface="Yu Gothic"/>
              </a:defRPr>
            </a:pPr>
            <a:r>
              <a:rPr sz="2100" b="1">
                <a:solidFill>
                  <a:srgbClr val="253C4D"/>
                </a:solidFill>
                <a:latin typeface="Yu Gothic"/>
                <a:ea typeface="Yu Gothic"/>
                <a:cs typeface="Yu Gothic"/>
              </a:rPr>
              <a:t>使用後</a:t>
            </a:r>
          </a:p>
        </p:txBody>
      </p:sp>
      <p:sp>
        <p:nvSpPr>
          <p:cNvPr id="22" name="正方形/長方形 21">
            <a:extLst>
              <a:ext uri="{FF2B5EF4-FFF2-40B4-BE49-F238E27FC236}">
                <a16:creationId xmlns:a16="http://schemas.microsoft.com/office/drawing/2014/main" id="{D7EC0704-99D8-4277-BF12-DE0D62527454}"/>
              </a:ext>
            </a:extLst>
          </p:cNvPr>
          <p:cNvSpPr>
            <a:spLocks noGrp="1"/>
          </p:cNvSpPr>
          <p:nvPr/>
        </p:nvSpPr>
        <p:spPr>
          <a:xfrm>
            <a:off x="838200" y="1581150"/>
            <a:ext cx="10477500" cy="590550"/>
          </a:xfrm>
          <a:prstGeom prst="rect">
            <a:avLst/>
          </a:prstGeom>
          <a:noFill/>
          <a:ln w="0">
            <a:noFill/>
          </a:ln>
        </p:spPr>
        <p:txBody>
          <a:bodyPr lIns="0" tIns="0" rIns="0" bIns="0" anchor="ctr">
            <a:noAutofit/>
          </a:bodyPr>
          <a:lstStyle>
            <a:defPPr>
              <a:defRPr sz="2400" b="1">
                <a:solidFill>
                  <a:srgbClr val="253C4D"/>
                </a:solidFill>
                <a:latin typeface="Yu Gothic"/>
                <a:ea typeface="Yu Gothic"/>
                <a:cs typeface="Yu Gothic"/>
              </a:defRPr>
            </a:defPPr>
            <a:lvl1pPr>
              <a:buNone/>
              <a:defRPr sz="2400" b="1">
                <a:solidFill>
                  <a:srgbClr val="253C4D"/>
                </a:solidFill>
                <a:latin typeface="Yu Gothic"/>
                <a:ea typeface="Yu Gothic"/>
                <a:cs typeface="Yu Gothic"/>
              </a:defRPr>
            </a:lvl1pPr>
            <a:lvl2pPr>
              <a:buNone/>
              <a:defRPr sz="2400" b="1">
                <a:solidFill>
                  <a:srgbClr val="253C4D"/>
                </a:solidFill>
                <a:latin typeface="Yu Gothic"/>
                <a:ea typeface="Yu Gothic"/>
                <a:cs typeface="Yu Gothic"/>
              </a:defRPr>
            </a:lvl2pPr>
            <a:lvl3pPr>
              <a:buNone/>
              <a:defRPr sz="2400" b="1">
                <a:solidFill>
                  <a:srgbClr val="253C4D"/>
                </a:solidFill>
                <a:latin typeface="Yu Gothic"/>
                <a:ea typeface="Yu Gothic"/>
                <a:cs typeface="Yu Gothic"/>
              </a:defRPr>
            </a:lvl3pPr>
            <a:lvl4pPr>
              <a:buNone/>
              <a:defRPr sz="2400" b="1">
                <a:solidFill>
                  <a:srgbClr val="253C4D"/>
                </a:solidFill>
                <a:latin typeface="Yu Gothic"/>
                <a:ea typeface="Yu Gothic"/>
                <a:cs typeface="Yu Gothic"/>
              </a:defRPr>
            </a:lvl4pPr>
            <a:lvl5pPr>
              <a:buNone/>
              <a:defRPr sz="2400" b="1">
                <a:solidFill>
                  <a:srgbClr val="253C4D"/>
                </a:solidFill>
                <a:latin typeface="Yu Gothic"/>
                <a:ea typeface="Yu Gothic"/>
                <a:cs typeface="Yu Gothic"/>
              </a:defRPr>
            </a:lvl5pPr>
            <a:lvl6pPr>
              <a:buNone/>
              <a:defRPr sz="2400" b="1">
                <a:solidFill>
                  <a:srgbClr val="253C4D"/>
                </a:solidFill>
                <a:latin typeface="Yu Gothic"/>
                <a:ea typeface="Yu Gothic"/>
                <a:cs typeface="Yu Gothic"/>
              </a:defRPr>
            </a:lvl6pPr>
            <a:lvl7pPr>
              <a:buNone/>
              <a:defRPr sz="2400" b="1">
                <a:solidFill>
                  <a:srgbClr val="253C4D"/>
                </a:solidFill>
                <a:latin typeface="Yu Gothic"/>
                <a:ea typeface="Yu Gothic"/>
                <a:cs typeface="Yu Gothic"/>
              </a:defRPr>
            </a:lvl7pPr>
            <a:lvl8pPr>
              <a:buNone/>
              <a:defRPr sz="2400" b="1">
                <a:solidFill>
                  <a:srgbClr val="253C4D"/>
                </a:solidFill>
                <a:latin typeface="Yu Gothic"/>
                <a:ea typeface="Yu Gothic"/>
                <a:cs typeface="Yu Gothic"/>
              </a:defRPr>
            </a:lvl8pPr>
            <a:lvl9pPr>
              <a:buNone/>
              <a:defRPr sz="2400" b="1">
                <a:solidFill>
                  <a:srgbClr val="253C4D"/>
                </a:solidFill>
                <a:latin typeface="Yu Gothic"/>
                <a:ea typeface="Yu Gothic"/>
                <a:cs typeface="Yu Gothic"/>
              </a:defRPr>
            </a:lvl9pPr>
          </a:lstStyle>
          <a:p>
            <a:pPr>
              <a:buNone/>
              <a:defRPr sz="2400" b="1">
                <a:solidFill>
                  <a:srgbClr val="253C4D"/>
                </a:solidFill>
                <a:latin typeface="Yu Gothic"/>
                <a:ea typeface="Yu Gothic"/>
                <a:cs typeface="Yu Gothic"/>
              </a:defRPr>
            </a:pPr>
            <a:r>
              <a:rPr sz="2400" b="1">
                <a:solidFill>
                  <a:srgbClr val="253C4D"/>
                </a:solidFill>
                <a:latin typeface="Yu Gothic"/>
                <a:ea typeface="Yu Gothic"/>
                <a:cs typeface="Yu Gothic"/>
              </a:rPr>
              <a:t>そろえる：同じ機能、同じ期間、含める工程</a:t>
            </a:r>
          </a:p>
        </p:txBody>
      </p:sp>
      <p:sp>
        <p:nvSpPr>
          <p:cNvPr id="23" name="正方形/長方形 22">
            <a:extLst>
              <a:ext uri="{FF2B5EF4-FFF2-40B4-BE49-F238E27FC236}">
                <a16:creationId xmlns:a16="http://schemas.microsoft.com/office/drawing/2014/main" id="{348E8959-9FF7-4B31-9A98-2B6E24F6A41F}"/>
              </a:ext>
            </a:extLst>
          </p:cNvPr>
          <p:cNvSpPr>
            <a:spLocks noGrp="1"/>
          </p:cNvSpPr>
          <p:nvPr/>
        </p:nvSpPr>
        <p:spPr>
          <a:xfrm>
            <a:off x="838200" y="4133850"/>
            <a:ext cx="10477500" cy="609600"/>
          </a:xfrm>
          <a:prstGeom prst="rect">
            <a:avLst/>
          </a:prstGeom>
          <a:noFill/>
          <a:ln w="0">
            <a:noFill/>
          </a:ln>
        </p:spPr>
        <p:txBody>
          <a:bodyPr lIns="0" tIns="0" rIns="0" bIns="0" anchor="ctr">
            <a:noAutofit/>
          </a:bodyPr>
          <a:lstStyle>
            <a:defPPr>
              <a:defRPr sz="2400" b="1">
                <a:solidFill>
                  <a:srgbClr val="087E8B"/>
                </a:solidFill>
                <a:latin typeface="Yu Gothic"/>
                <a:ea typeface="Yu Gothic"/>
                <a:cs typeface="Yu Gothic"/>
              </a:defRPr>
            </a:defPPr>
            <a:lvl1pPr>
              <a:buNone/>
              <a:defRPr sz="2400" b="1">
                <a:solidFill>
                  <a:srgbClr val="087E8B"/>
                </a:solidFill>
                <a:latin typeface="Yu Gothic"/>
                <a:ea typeface="Yu Gothic"/>
                <a:cs typeface="Yu Gothic"/>
              </a:defRPr>
            </a:lvl1pPr>
            <a:lvl2pPr>
              <a:buNone/>
              <a:defRPr sz="2400" b="1">
                <a:solidFill>
                  <a:srgbClr val="087E8B"/>
                </a:solidFill>
                <a:latin typeface="Yu Gothic"/>
                <a:ea typeface="Yu Gothic"/>
                <a:cs typeface="Yu Gothic"/>
              </a:defRPr>
            </a:lvl2pPr>
            <a:lvl3pPr>
              <a:buNone/>
              <a:defRPr sz="2400" b="1">
                <a:solidFill>
                  <a:srgbClr val="087E8B"/>
                </a:solidFill>
                <a:latin typeface="Yu Gothic"/>
                <a:ea typeface="Yu Gothic"/>
                <a:cs typeface="Yu Gothic"/>
              </a:defRPr>
            </a:lvl3pPr>
            <a:lvl4pPr>
              <a:buNone/>
              <a:defRPr sz="2400" b="1">
                <a:solidFill>
                  <a:srgbClr val="087E8B"/>
                </a:solidFill>
                <a:latin typeface="Yu Gothic"/>
                <a:ea typeface="Yu Gothic"/>
                <a:cs typeface="Yu Gothic"/>
              </a:defRPr>
            </a:lvl4pPr>
            <a:lvl5pPr>
              <a:buNone/>
              <a:defRPr sz="2400" b="1">
                <a:solidFill>
                  <a:srgbClr val="087E8B"/>
                </a:solidFill>
                <a:latin typeface="Yu Gothic"/>
                <a:ea typeface="Yu Gothic"/>
                <a:cs typeface="Yu Gothic"/>
              </a:defRPr>
            </a:lvl5pPr>
            <a:lvl6pPr>
              <a:buNone/>
              <a:defRPr sz="2400" b="1">
                <a:solidFill>
                  <a:srgbClr val="087E8B"/>
                </a:solidFill>
                <a:latin typeface="Yu Gothic"/>
                <a:ea typeface="Yu Gothic"/>
                <a:cs typeface="Yu Gothic"/>
              </a:defRPr>
            </a:lvl6pPr>
            <a:lvl7pPr>
              <a:buNone/>
              <a:defRPr sz="2400" b="1">
                <a:solidFill>
                  <a:srgbClr val="087E8B"/>
                </a:solidFill>
                <a:latin typeface="Yu Gothic"/>
                <a:ea typeface="Yu Gothic"/>
                <a:cs typeface="Yu Gothic"/>
              </a:defRPr>
            </a:lvl7pPr>
            <a:lvl8pPr>
              <a:buNone/>
              <a:defRPr sz="2400" b="1">
                <a:solidFill>
                  <a:srgbClr val="087E8B"/>
                </a:solidFill>
                <a:latin typeface="Yu Gothic"/>
                <a:ea typeface="Yu Gothic"/>
                <a:cs typeface="Yu Gothic"/>
              </a:defRPr>
            </a:lvl8pPr>
            <a:lvl9pPr>
              <a:buNone/>
              <a:defRPr sz="2400" b="1">
                <a:solidFill>
                  <a:srgbClr val="087E8B"/>
                </a:solidFill>
                <a:latin typeface="Yu Gothic"/>
                <a:ea typeface="Yu Gothic"/>
                <a:cs typeface="Yu Gothic"/>
              </a:defRPr>
            </a:lvl9pPr>
          </a:lstStyle>
          <a:p>
            <a:pPr>
              <a:buNone/>
              <a:defRPr sz="2400" b="1">
                <a:solidFill>
                  <a:srgbClr val="087E8B"/>
                </a:solidFill>
                <a:latin typeface="Yu Gothic"/>
                <a:ea typeface="Yu Gothic"/>
                <a:cs typeface="Yu Gothic"/>
              </a:defRPr>
            </a:pPr>
            <a:r>
              <a:rPr sz="2400" b="1">
                <a:solidFill>
                  <a:srgbClr val="087E8B"/>
                </a:solidFill>
                <a:latin typeface="Yu Gothic"/>
                <a:ea typeface="Yu Gothic"/>
                <a:cs typeface="Yu Gothic"/>
              </a:rPr>
              <a:t>例：同じ物を支える棚1台分を、30年間使う</a:t>
            </a:r>
          </a:p>
        </p:txBody>
      </p:sp>
      <p:sp>
        <p:nvSpPr>
          <p:cNvPr id="24" name="正方形/長方形 23">
            <a:extLst>
              <a:ext uri="{FF2B5EF4-FFF2-40B4-BE49-F238E27FC236}">
                <a16:creationId xmlns:a16="http://schemas.microsoft.com/office/drawing/2014/main" id="{AB889369-B90A-454A-9EFB-F3E35B23C4CC}"/>
              </a:ext>
            </a:extLst>
          </p:cNvPr>
          <p:cNvSpPr>
            <a:spLocks noGrp="1"/>
          </p:cNvSpPr>
          <p:nvPr/>
        </p:nvSpPr>
        <p:spPr>
          <a:xfrm>
            <a:off x="838200" y="5095875"/>
            <a:ext cx="10477500" cy="561975"/>
          </a:xfrm>
          <a:prstGeom prst="rect">
            <a:avLst/>
          </a:prstGeom>
          <a:noFill/>
          <a:ln w="0">
            <a:noFill/>
          </a:ln>
        </p:spPr>
        <p:txBody>
          <a:bodyPr lIns="0" tIns="0" rIns="0" bIns="0" anchor="ctr">
            <a:noAutofit/>
          </a:bodyPr>
          <a:lstStyle>
            <a:defPPr>
              <a:defRPr sz="2175" b="0">
                <a:solidFill>
                  <a:srgbClr val="253C4D"/>
                </a:solidFill>
                <a:latin typeface="Yu Gothic"/>
                <a:ea typeface="Yu Gothic"/>
                <a:cs typeface="Yu Gothic"/>
              </a:defRPr>
            </a:defPPr>
            <a:lvl1pPr>
              <a:buNone/>
              <a:defRPr sz="2175" b="0">
                <a:solidFill>
                  <a:srgbClr val="253C4D"/>
                </a:solidFill>
                <a:latin typeface="Yu Gothic"/>
                <a:ea typeface="Yu Gothic"/>
                <a:cs typeface="Yu Gothic"/>
              </a:defRPr>
            </a:lvl1pPr>
            <a:lvl2pPr>
              <a:buNone/>
              <a:defRPr sz="2175" b="0">
                <a:solidFill>
                  <a:srgbClr val="253C4D"/>
                </a:solidFill>
                <a:latin typeface="Yu Gothic"/>
                <a:ea typeface="Yu Gothic"/>
                <a:cs typeface="Yu Gothic"/>
              </a:defRPr>
            </a:lvl2pPr>
            <a:lvl3pPr>
              <a:buNone/>
              <a:defRPr sz="2175" b="0">
                <a:solidFill>
                  <a:srgbClr val="253C4D"/>
                </a:solidFill>
                <a:latin typeface="Yu Gothic"/>
                <a:ea typeface="Yu Gothic"/>
                <a:cs typeface="Yu Gothic"/>
              </a:defRPr>
            </a:lvl3pPr>
            <a:lvl4pPr>
              <a:buNone/>
              <a:defRPr sz="2175" b="0">
                <a:solidFill>
                  <a:srgbClr val="253C4D"/>
                </a:solidFill>
                <a:latin typeface="Yu Gothic"/>
                <a:ea typeface="Yu Gothic"/>
                <a:cs typeface="Yu Gothic"/>
              </a:defRPr>
            </a:lvl4pPr>
            <a:lvl5pPr>
              <a:buNone/>
              <a:defRPr sz="2175" b="0">
                <a:solidFill>
                  <a:srgbClr val="253C4D"/>
                </a:solidFill>
                <a:latin typeface="Yu Gothic"/>
                <a:ea typeface="Yu Gothic"/>
                <a:cs typeface="Yu Gothic"/>
              </a:defRPr>
            </a:lvl5pPr>
            <a:lvl6pPr>
              <a:buNone/>
              <a:defRPr sz="2175" b="0">
                <a:solidFill>
                  <a:srgbClr val="253C4D"/>
                </a:solidFill>
                <a:latin typeface="Yu Gothic"/>
                <a:ea typeface="Yu Gothic"/>
                <a:cs typeface="Yu Gothic"/>
              </a:defRPr>
            </a:lvl6pPr>
            <a:lvl7pPr>
              <a:buNone/>
              <a:defRPr sz="2175" b="0">
                <a:solidFill>
                  <a:srgbClr val="253C4D"/>
                </a:solidFill>
                <a:latin typeface="Yu Gothic"/>
                <a:ea typeface="Yu Gothic"/>
                <a:cs typeface="Yu Gothic"/>
              </a:defRPr>
            </a:lvl7pPr>
            <a:lvl8pPr>
              <a:buNone/>
              <a:defRPr sz="2175" b="0">
                <a:solidFill>
                  <a:srgbClr val="253C4D"/>
                </a:solidFill>
                <a:latin typeface="Yu Gothic"/>
                <a:ea typeface="Yu Gothic"/>
                <a:cs typeface="Yu Gothic"/>
              </a:defRPr>
            </a:lvl8pPr>
            <a:lvl9pPr>
              <a:buNone/>
              <a:defRPr sz="2175" b="0">
                <a:solidFill>
                  <a:srgbClr val="253C4D"/>
                </a:solidFill>
                <a:latin typeface="Yu Gothic"/>
                <a:ea typeface="Yu Gothic"/>
                <a:cs typeface="Yu Gothic"/>
              </a:defRPr>
            </a:lvl9pPr>
          </a:lstStyle>
          <a:p>
            <a:pPr>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LCA：ライフサイクルアセスメント</a:t>
            </a:r>
          </a:p>
        </p:txBody>
      </p:sp>
    </p:spTree>
    <p:extLst>
      <p:ext uri="{BB962C8B-B14F-4D97-AF65-F5344CB8AC3E}">
        <p14:creationId xmlns:p14="http://schemas.microsoft.com/office/powerpoint/2010/main" val="332236570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正方形/長方形 6">
            <a:extLst>
              <a:ext uri="{FF2B5EF4-FFF2-40B4-BE49-F238E27FC236}">
                <a16:creationId xmlns:a16="http://schemas.microsoft.com/office/drawing/2014/main" id="{A0B47073-4207-41AA-908B-75A598E6386E}"/>
              </a:ext>
            </a:extLst>
          </p:cNvPr>
          <p:cNvSpPr>
            <a:spLocks noGrp="1"/>
          </p:cNvSpPr>
          <p:nvPr/>
        </p:nvSpPr>
        <p:spPr>
          <a:xfrm>
            <a:off x="685800" y="342900"/>
            <a:ext cx="10820400" cy="666750"/>
          </a:xfrm>
          <a:prstGeom prst="rect">
            <a:avLst/>
          </a:prstGeom>
          <a:noFill/>
          <a:ln w="0">
            <a:noFill/>
          </a:ln>
        </p:spPr>
        <p:txBody>
          <a:bodyPr lIns="0" tIns="0" rIns="0" bIns="0" anchor="ctr">
            <a:noAutofit/>
          </a:bodyPr>
          <a:lstStyle>
            <a:defPPr>
              <a:defRPr sz="3000" b="1">
                <a:solidFill>
                  <a:srgbClr val="18364F"/>
                </a:solidFill>
                <a:latin typeface="Yu Gothic"/>
                <a:ea typeface="Yu Gothic"/>
                <a:cs typeface="Yu Gothic"/>
              </a:defRPr>
            </a:defPPr>
            <a:lvl1pPr>
              <a:buNone/>
              <a:defRPr sz="3000" b="1">
                <a:solidFill>
                  <a:srgbClr val="18364F"/>
                </a:solidFill>
                <a:latin typeface="Yu Gothic"/>
                <a:ea typeface="Yu Gothic"/>
                <a:cs typeface="Yu Gothic"/>
              </a:defRPr>
            </a:lvl1pPr>
            <a:lvl2pPr>
              <a:buNone/>
              <a:defRPr sz="3000" b="1">
                <a:solidFill>
                  <a:srgbClr val="18364F"/>
                </a:solidFill>
                <a:latin typeface="Yu Gothic"/>
                <a:ea typeface="Yu Gothic"/>
                <a:cs typeface="Yu Gothic"/>
              </a:defRPr>
            </a:lvl2pPr>
            <a:lvl3pPr>
              <a:buNone/>
              <a:defRPr sz="3000" b="1">
                <a:solidFill>
                  <a:srgbClr val="18364F"/>
                </a:solidFill>
                <a:latin typeface="Yu Gothic"/>
                <a:ea typeface="Yu Gothic"/>
                <a:cs typeface="Yu Gothic"/>
              </a:defRPr>
            </a:lvl3pPr>
            <a:lvl4pPr>
              <a:buNone/>
              <a:defRPr sz="3000" b="1">
                <a:solidFill>
                  <a:srgbClr val="18364F"/>
                </a:solidFill>
                <a:latin typeface="Yu Gothic"/>
                <a:ea typeface="Yu Gothic"/>
                <a:cs typeface="Yu Gothic"/>
              </a:defRPr>
            </a:lvl4pPr>
            <a:lvl5pPr>
              <a:buNone/>
              <a:defRPr sz="3000" b="1">
                <a:solidFill>
                  <a:srgbClr val="18364F"/>
                </a:solidFill>
                <a:latin typeface="Yu Gothic"/>
                <a:ea typeface="Yu Gothic"/>
                <a:cs typeface="Yu Gothic"/>
              </a:defRPr>
            </a:lvl5pPr>
            <a:lvl6pPr>
              <a:buNone/>
              <a:defRPr sz="3000" b="1">
                <a:solidFill>
                  <a:srgbClr val="18364F"/>
                </a:solidFill>
                <a:latin typeface="Yu Gothic"/>
                <a:ea typeface="Yu Gothic"/>
                <a:cs typeface="Yu Gothic"/>
              </a:defRPr>
            </a:lvl6pPr>
            <a:lvl7pPr>
              <a:buNone/>
              <a:defRPr sz="3000" b="1">
                <a:solidFill>
                  <a:srgbClr val="18364F"/>
                </a:solidFill>
                <a:latin typeface="Yu Gothic"/>
                <a:ea typeface="Yu Gothic"/>
                <a:cs typeface="Yu Gothic"/>
              </a:defRPr>
            </a:lvl7pPr>
            <a:lvl8pPr>
              <a:buNone/>
              <a:defRPr sz="3000" b="1">
                <a:solidFill>
                  <a:srgbClr val="18364F"/>
                </a:solidFill>
                <a:latin typeface="Yu Gothic"/>
                <a:ea typeface="Yu Gothic"/>
                <a:cs typeface="Yu Gothic"/>
              </a:defRPr>
            </a:lvl8pPr>
            <a:lvl9pPr>
              <a:buNone/>
              <a:defRPr sz="3000" b="1">
                <a:solidFill>
                  <a:srgbClr val="18364F"/>
                </a:solidFill>
                <a:latin typeface="Yu Gothic"/>
                <a:ea typeface="Yu Gothic"/>
                <a:cs typeface="Yu Gothic"/>
              </a:defRPr>
            </a:lvl9pPr>
          </a:lstStyle>
          <a:p>
            <a:pPr>
              <a:buNone/>
              <a:defRPr sz="3000" b="1">
                <a:solidFill>
                  <a:srgbClr val="18364F"/>
                </a:solidFill>
                <a:latin typeface="Yu Gothic"/>
                <a:ea typeface="Yu Gothic"/>
                <a:cs typeface="Yu Gothic"/>
              </a:defRPr>
            </a:pPr>
            <a:r>
              <a:rPr lang="ja-JP" altLang="en-US" sz="3000" b="1">
                <a:solidFill>
                  <a:srgbClr val="18364F"/>
                </a:solidFill>
                <a:latin typeface="Yu Gothic"/>
                <a:ea typeface="Yu Gothic"/>
                <a:cs typeface="Yu Gothic"/>
              </a:rPr>
              <a:t>環境演習</a:t>
            </a:r>
            <a:r>
              <a:rPr lang="en-US" altLang="ja-JP" sz="3000" b="1">
                <a:solidFill>
                  <a:srgbClr val="18364F"/>
                </a:solidFill>
                <a:latin typeface="Yu Gothic"/>
                <a:ea typeface="Yu Gothic"/>
                <a:cs typeface="Yu Gothic"/>
              </a:rPr>
              <a:t>3</a:t>
            </a:r>
            <a:r>
              <a:rPr lang="ja-JP" altLang="en-US" sz="3000" b="1">
                <a:solidFill>
                  <a:srgbClr val="18364F"/>
                </a:solidFill>
                <a:latin typeface="Yu Gothic"/>
                <a:ea typeface="Yu Gothic"/>
                <a:cs typeface="Yu Gothic"/>
              </a:rPr>
              <a:t>　同じ棚を</a:t>
            </a:r>
            <a:r>
              <a:rPr lang="en-US" altLang="ja-JP" sz="3000" b="1">
                <a:solidFill>
                  <a:srgbClr val="18364F"/>
                </a:solidFill>
                <a:latin typeface="Yu Gothic"/>
                <a:ea typeface="Yu Gothic"/>
                <a:cs typeface="Yu Gothic"/>
              </a:rPr>
              <a:t>30</a:t>
            </a:r>
            <a:r>
              <a:rPr lang="ja-JP" altLang="en-US" sz="3000" b="1">
                <a:solidFill>
                  <a:srgbClr val="18364F"/>
                </a:solidFill>
                <a:latin typeface="Yu Gothic"/>
                <a:ea typeface="Yu Gothic"/>
                <a:cs typeface="Yu Gothic"/>
              </a:rPr>
              <a:t>年間使う</a:t>
            </a:r>
            <a:endParaRPr sz="3000" b="1">
              <a:solidFill>
                <a:srgbClr val="18364F"/>
              </a:solidFill>
              <a:latin typeface="Yu Gothic"/>
              <a:ea typeface="Yu Gothic"/>
              <a:cs typeface="Yu Gothic"/>
            </a:endParaRPr>
          </a:p>
        </p:txBody>
      </p:sp>
      <p:sp>
        <p:nvSpPr>
          <p:cNvPr id="2" name="正方形/長方形 1">
            <a:extLst>
              <a:ext uri="{FF2B5EF4-FFF2-40B4-BE49-F238E27FC236}">
                <a16:creationId xmlns:a16="http://schemas.microsoft.com/office/drawing/2014/main" id="{817A418D-1FCA-4DF6-80C8-79980F8447C8}"/>
              </a:ext>
            </a:extLst>
          </p:cNvPr>
          <p:cNvSpPr>
            <a:spLocks noGrp="1"/>
          </p:cNvSpPr>
          <p:nvPr/>
        </p:nvSpPr>
        <p:spPr>
          <a:xfrm>
            <a:off x="685800" y="1181100"/>
            <a:ext cx="10820400" cy="19050"/>
          </a:xfrm>
          <a:prstGeom prst="rect">
            <a:avLst/>
          </a:prstGeom>
          <a:solidFill>
            <a:srgbClr val="18364F"/>
          </a:solidFill>
          <a:ln w="0">
            <a:noFill/>
          </a:ln>
        </p:spPr>
      </p:sp>
      <p:sp>
        <p:nvSpPr>
          <p:cNvPr id="3" name="正方形/長方形 2">
            <a:extLst>
              <a:ext uri="{FF2B5EF4-FFF2-40B4-BE49-F238E27FC236}">
                <a16:creationId xmlns:a16="http://schemas.microsoft.com/office/drawing/2014/main" id="{F4650447-D8E9-450C-AA77-82B9B04BB5BC}"/>
              </a:ext>
            </a:extLst>
          </p:cNvPr>
          <p:cNvSpPr>
            <a:spLocks noGrp="1"/>
          </p:cNvSpPr>
          <p:nvPr/>
        </p:nvSpPr>
        <p:spPr>
          <a:xfrm>
            <a:off x="685800" y="6419850"/>
            <a:ext cx="9334500" cy="257175"/>
          </a:xfrm>
          <a:prstGeom prst="rect">
            <a:avLst/>
          </a:prstGeom>
          <a:noFill/>
          <a:ln w="0">
            <a:noFill/>
          </a:ln>
        </p:spPr>
        <p:txBody>
          <a:bodyPr lIns="0" tIns="0" rIns="0" bIns="0" anchor="ctr">
            <a:noAutofit/>
          </a:bodyPr>
          <a:lstStyle>
            <a:defPPr>
              <a:defRPr sz="1425" b="0">
                <a:solidFill>
                  <a:srgbClr val="596875"/>
                </a:solidFill>
                <a:latin typeface="Yu Gothic"/>
                <a:ea typeface="Yu Gothic"/>
                <a:cs typeface="Yu Gothic"/>
              </a:defRPr>
            </a:defPPr>
            <a:lvl1pPr>
              <a:buNone/>
              <a:defRPr sz="1425" b="0">
                <a:solidFill>
                  <a:srgbClr val="596875"/>
                </a:solidFill>
                <a:latin typeface="Yu Gothic"/>
                <a:ea typeface="Yu Gothic"/>
                <a:cs typeface="Yu Gothic"/>
              </a:defRPr>
            </a:lvl1pPr>
            <a:lvl2pPr>
              <a:buNone/>
              <a:defRPr sz="1425" b="0">
                <a:solidFill>
                  <a:srgbClr val="596875"/>
                </a:solidFill>
                <a:latin typeface="Yu Gothic"/>
                <a:ea typeface="Yu Gothic"/>
                <a:cs typeface="Yu Gothic"/>
              </a:defRPr>
            </a:lvl2pPr>
            <a:lvl3pPr>
              <a:buNone/>
              <a:defRPr sz="1425" b="0">
                <a:solidFill>
                  <a:srgbClr val="596875"/>
                </a:solidFill>
                <a:latin typeface="Yu Gothic"/>
                <a:ea typeface="Yu Gothic"/>
                <a:cs typeface="Yu Gothic"/>
              </a:defRPr>
            </a:lvl3pPr>
            <a:lvl4pPr>
              <a:buNone/>
              <a:defRPr sz="1425" b="0">
                <a:solidFill>
                  <a:srgbClr val="596875"/>
                </a:solidFill>
                <a:latin typeface="Yu Gothic"/>
                <a:ea typeface="Yu Gothic"/>
                <a:cs typeface="Yu Gothic"/>
              </a:defRPr>
            </a:lvl4pPr>
            <a:lvl5pPr>
              <a:buNone/>
              <a:defRPr sz="1425" b="0">
                <a:solidFill>
                  <a:srgbClr val="596875"/>
                </a:solidFill>
                <a:latin typeface="Yu Gothic"/>
                <a:ea typeface="Yu Gothic"/>
                <a:cs typeface="Yu Gothic"/>
              </a:defRPr>
            </a:lvl5pPr>
            <a:lvl6pPr>
              <a:buNone/>
              <a:defRPr sz="1425" b="0">
                <a:solidFill>
                  <a:srgbClr val="596875"/>
                </a:solidFill>
                <a:latin typeface="Yu Gothic"/>
                <a:ea typeface="Yu Gothic"/>
                <a:cs typeface="Yu Gothic"/>
              </a:defRPr>
            </a:lvl6pPr>
            <a:lvl7pPr>
              <a:buNone/>
              <a:defRPr sz="1425" b="0">
                <a:solidFill>
                  <a:srgbClr val="596875"/>
                </a:solidFill>
                <a:latin typeface="Yu Gothic"/>
                <a:ea typeface="Yu Gothic"/>
                <a:cs typeface="Yu Gothic"/>
              </a:defRPr>
            </a:lvl7pPr>
            <a:lvl8pPr>
              <a:buNone/>
              <a:defRPr sz="1425" b="0">
                <a:solidFill>
                  <a:srgbClr val="596875"/>
                </a:solidFill>
                <a:latin typeface="Yu Gothic"/>
                <a:ea typeface="Yu Gothic"/>
                <a:cs typeface="Yu Gothic"/>
              </a:defRPr>
            </a:lvl8pPr>
            <a:lvl9pPr>
              <a:buNone/>
              <a:defRPr sz="1425" b="0">
                <a:solidFill>
                  <a:srgbClr val="596875"/>
                </a:solidFill>
                <a:latin typeface="Yu Gothic"/>
                <a:ea typeface="Yu Gothic"/>
                <a:cs typeface="Yu Gothic"/>
              </a:defRPr>
            </a:lvl9pPr>
          </a:lstStyle>
          <a:p>
            <a:pPr>
              <a:buNone/>
              <a:defRPr sz="1425" b="0">
                <a:solidFill>
                  <a:srgbClr val="596875"/>
                </a:solidFill>
                <a:latin typeface="Yu Gothic"/>
                <a:ea typeface="Yu Gothic"/>
                <a:cs typeface="Yu Gothic"/>
              </a:defRPr>
            </a:pPr>
            <a:r>
              <a:rPr lang="ja-JP" altLang="en-US" sz="1425" b="0">
                <a:solidFill>
                  <a:srgbClr val="596875"/>
                </a:solidFill>
                <a:latin typeface="Yu Gothic"/>
                <a:ea typeface="Yu Gothic"/>
                <a:cs typeface="Yu Gothic"/>
              </a:rPr>
              <a:t>木材及び木質材料学　新第</a:t>
            </a:r>
            <a:r>
              <a:rPr lang="en-US" altLang="ja-JP" sz="1425" b="0">
                <a:solidFill>
                  <a:srgbClr val="596875"/>
                </a:solidFill>
                <a:latin typeface="Yu Gothic"/>
                <a:ea typeface="Yu Gothic"/>
                <a:cs typeface="Yu Gothic"/>
              </a:rPr>
              <a:t>14</a:t>
            </a:r>
            <a:r>
              <a:rPr lang="ja-JP" altLang="en-US" sz="1425" b="0">
                <a:solidFill>
                  <a:srgbClr val="596875"/>
                </a:solidFill>
                <a:latin typeface="Yu Gothic"/>
                <a:ea typeface="Yu Gothic"/>
                <a:cs typeface="Yu Gothic"/>
              </a:rPr>
              <a:t>回　資源・環境</a:t>
            </a:r>
            <a:endParaRPr sz="1425" b="0">
              <a:solidFill>
                <a:srgbClr val="596875"/>
              </a:solidFill>
              <a:latin typeface="Yu Gothic"/>
              <a:ea typeface="Yu Gothic"/>
              <a:cs typeface="Yu Gothic"/>
            </a:endParaRPr>
          </a:p>
        </p:txBody>
      </p:sp>
      <p:sp>
        <p:nvSpPr>
          <p:cNvPr id="4" name="正方形/長方形 3">
            <a:extLst>
              <a:ext uri="{FF2B5EF4-FFF2-40B4-BE49-F238E27FC236}">
                <a16:creationId xmlns:a16="http://schemas.microsoft.com/office/drawing/2014/main" id="{A6CCA3C0-2477-4FF5-BD91-985FF2C72408}"/>
              </a:ext>
            </a:extLst>
          </p:cNvPr>
          <p:cNvSpPr>
            <a:spLocks noGrp="1"/>
          </p:cNvSpPr>
          <p:nvPr/>
        </p:nvSpPr>
        <p:spPr>
          <a:xfrm>
            <a:off x="10763250" y="6419850"/>
            <a:ext cx="742950" cy="257175"/>
          </a:xfrm>
          <a:prstGeom prst="rect">
            <a:avLst/>
          </a:prstGeom>
          <a:noFill/>
          <a:ln w="0">
            <a:noFill/>
          </a:ln>
        </p:spPr>
        <p:txBody>
          <a:bodyPr lIns="0" tIns="0" rIns="0" bIns="0" anchor="ctr">
            <a:noAutofit/>
          </a:bodyPr>
          <a:lstStyle>
            <a:defPPr>
              <a:defRPr sz="1425" b="0">
                <a:solidFill>
                  <a:srgbClr val="596875"/>
                </a:solidFill>
                <a:latin typeface="Yu Gothic"/>
                <a:ea typeface="Yu Gothic"/>
                <a:cs typeface="Yu Gothic"/>
              </a:defRPr>
            </a:defPPr>
            <a:lvl1pPr>
              <a:buNone/>
              <a:defRPr sz="1425" b="0">
                <a:solidFill>
                  <a:srgbClr val="596875"/>
                </a:solidFill>
                <a:latin typeface="Yu Gothic"/>
                <a:ea typeface="Yu Gothic"/>
                <a:cs typeface="Yu Gothic"/>
              </a:defRPr>
            </a:lvl1pPr>
            <a:lvl2pPr>
              <a:buNone/>
              <a:defRPr sz="1425" b="0">
                <a:solidFill>
                  <a:srgbClr val="596875"/>
                </a:solidFill>
                <a:latin typeface="Yu Gothic"/>
                <a:ea typeface="Yu Gothic"/>
                <a:cs typeface="Yu Gothic"/>
              </a:defRPr>
            </a:lvl2pPr>
            <a:lvl3pPr>
              <a:buNone/>
              <a:defRPr sz="1425" b="0">
                <a:solidFill>
                  <a:srgbClr val="596875"/>
                </a:solidFill>
                <a:latin typeface="Yu Gothic"/>
                <a:ea typeface="Yu Gothic"/>
                <a:cs typeface="Yu Gothic"/>
              </a:defRPr>
            </a:lvl3pPr>
            <a:lvl4pPr>
              <a:buNone/>
              <a:defRPr sz="1425" b="0">
                <a:solidFill>
                  <a:srgbClr val="596875"/>
                </a:solidFill>
                <a:latin typeface="Yu Gothic"/>
                <a:ea typeface="Yu Gothic"/>
                <a:cs typeface="Yu Gothic"/>
              </a:defRPr>
            </a:lvl4pPr>
            <a:lvl5pPr>
              <a:buNone/>
              <a:defRPr sz="1425" b="0">
                <a:solidFill>
                  <a:srgbClr val="596875"/>
                </a:solidFill>
                <a:latin typeface="Yu Gothic"/>
                <a:ea typeface="Yu Gothic"/>
                <a:cs typeface="Yu Gothic"/>
              </a:defRPr>
            </a:lvl5pPr>
            <a:lvl6pPr>
              <a:buNone/>
              <a:defRPr sz="1425" b="0">
                <a:solidFill>
                  <a:srgbClr val="596875"/>
                </a:solidFill>
                <a:latin typeface="Yu Gothic"/>
                <a:ea typeface="Yu Gothic"/>
                <a:cs typeface="Yu Gothic"/>
              </a:defRPr>
            </a:lvl6pPr>
            <a:lvl7pPr>
              <a:buNone/>
              <a:defRPr sz="1425" b="0">
                <a:solidFill>
                  <a:srgbClr val="596875"/>
                </a:solidFill>
                <a:latin typeface="Yu Gothic"/>
                <a:ea typeface="Yu Gothic"/>
                <a:cs typeface="Yu Gothic"/>
              </a:defRPr>
            </a:lvl7pPr>
            <a:lvl8pPr>
              <a:buNone/>
              <a:defRPr sz="1425" b="0">
                <a:solidFill>
                  <a:srgbClr val="596875"/>
                </a:solidFill>
                <a:latin typeface="Yu Gothic"/>
                <a:ea typeface="Yu Gothic"/>
                <a:cs typeface="Yu Gothic"/>
              </a:defRPr>
            </a:lvl8pPr>
            <a:lvl9pPr>
              <a:buNone/>
              <a:defRPr sz="1425" b="0">
                <a:solidFill>
                  <a:srgbClr val="596875"/>
                </a:solidFill>
                <a:latin typeface="Yu Gothic"/>
                <a:ea typeface="Yu Gothic"/>
                <a:cs typeface="Yu Gothic"/>
              </a:defRPr>
            </a:lvl9pPr>
          </a:lstStyle>
          <a:p>
            <a:pPr>
              <a:buNone/>
              <a:defRPr sz="1425" b="0">
                <a:solidFill>
                  <a:srgbClr val="596875"/>
                </a:solidFill>
                <a:latin typeface="Yu Gothic"/>
                <a:ea typeface="Yu Gothic"/>
                <a:cs typeface="Yu Gothic"/>
              </a:defRPr>
            </a:pPr>
            <a:r>
              <a:rPr lang="en-US" altLang="ja-JP" sz="1425" b="0">
                <a:solidFill>
                  <a:srgbClr val="596875"/>
                </a:solidFill>
                <a:latin typeface="Yu Gothic"/>
                <a:ea typeface="Yu Gothic"/>
                <a:cs typeface="Yu Gothic"/>
              </a:rPr>
              <a:t>45</a:t>
            </a:r>
            <a:endParaRPr sz="1425" b="0">
              <a:solidFill>
                <a:srgbClr val="596875"/>
              </a:solidFill>
              <a:latin typeface="Yu Gothic"/>
              <a:ea typeface="Yu Gothic"/>
              <a:cs typeface="Yu Gothic"/>
            </a:endParaRPr>
          </a:p>
        </p:txBody>
      </p:sp>
      <p:graphicFrame>
        <p:nvGraphicFramePr>
          <p:cNvPr id="5" name="表 4">
            <a:extLst>
              <a:ext uri="{FF2B5EF4-FFF2-40B4-BE49-F238E27FC236}">
                <a16:creationId xmlns:a16="http://schemas.microsoft.com/office/drawing/2014/main" id="{9871F4DC-1483-4A4D-B9F3-E4AFFEB4451B}"/>
              </a:ext>
            </a:extLst>
          </p:cNvPr>
          <p:cNvGraphicFramePr/>
          <p:nvPr/>
        </p:nvGraphicFramePr>
        <p:xfrm>
          <a:off x="838200" y="1752600"/>
          <a:ext cx="10477500" cy="3095625"/>
        </p:xfrm>
        <a:graphic>
          <a:graphicData uri="http://schemas.openxmlformats.org/drawingml/2006/table">
            <a:tbl>
              <a:tblPr/>
              <a:tblGrid>
                <a:gridCol w="3714750">
                  <a:extLst>
                    <a:ext uri="{9D8B030D-6E8A-4147-A177-3AD203B41FA5}">
                      <a16:colId xmlns:a16="http://schemas.microsoft.com/office/drawing/2014/main" val="20000"/>
                    </a:ext>
                  </a:extLst>
                </a:gridCol>
                <a:gridCol w="3381375">
                  <a:extLst>
                    <a:ext uri="{9D8B030D-6E8A-4147-A177-3AD203B41FA5}">
                      <a16:colId xmlns:a16="http://schemas.microsoft.com/office/drawing/2014/main" val="20001"/>
                    </a:ext>
                  </a:extLst>
                </a:gridCol>
                <a:gridCol w="3381375">
                  <a:extLst>
                    <a:ext uri="{9D8B030D-6E8A-4147-A177-3AD203B41FA5}">
                      <a16:colId xmlns:a16="http://schemas.microsoft.com/office/drawing/2014/main" val="20002"/>
                    </a:ext>
                  </a:extLst>
                </a:gridCol>
              </a:tblGrid>
              <a:tr h="773906">
                <a:tc>
                  <a:txBody>
                    <a:bodyPr/>
                    <a:lstStyle/>
                    <a:p>
                      <a:r>
                        <a:rPr sz="1950" b="1">
                          <a:solidFill>
                            <a:srgbClr val="FFFFFF"/>
                          </a:solidFill>
                          <a:latin typeface="Yu Gothic"/>
                          <a:ea typeface="Yu Gothic"/>
                          <a:cs typeface="Yu Gothic"/>
                        </a:rPr>
                        <a:t>工程値：kg-CO₂e</a:t>
                      </a:r>
                    </a:p>
                  </a:txBody>
                  <a:tcPr>
                    <a:solidFill>
                      <a:srgbClr val="18364F"/>
                    </a:solidFill>
                  </a:tcPr>
                </a:tc>
                <a:tc>
                  <a:txBody>
                    <a:bodyPr/>
                    <a:lstStyle/>
                    <a:p>
                      <a:r>
                        <a:rPr sz="1950" b="1">
                          <a:solidFill>
                            <a:srgbClr val="FFFFFF"/>
                          </a:solidFill>
                          <a:latin typeface="Yu Gothic"/>
                          <a:ea typeface="Yu Gothic"/>
                          <a:cs typeface="Yu Gothic"/>
                        </a:rPr>
                        <a:t>A：10年で交換</a:t>
                      </a:r>
                    </a:p>
                  </a:txBody>
                  <a:tcPr>
                    <a:solidFill>
                      <a:srgbClr val="18364F"/>
                    </a:solidFill>
                  </a:tcPr>
                </a:tc>
                <a:tc>
                  <a:txBody>
                    <a:bodyPr/>
                    <a:lstStyle/>
                    <a:p>
                      <a:r>
                        <a:rPr sz="1950" b="1">
                          <a:solidFill>
                            <a:srgbClr val="FFFFFF"/>
                          </a:solidFill>
                          <a:latin typeface="Yu Gothic"/>
                          <a:ea typeface="Yu Gothic"/>
                          <a:cs typeface="Yu Gothic"/>
                        </a:rPr>
                        <a:t>B：30年使用</a:t>
                      </a:r>
                    </a:p>
                  </a:txBody>
                  <a:tcPr>
                    <a:solidFill>
                      <a:srgbClr val="18364F"/>
                    </a:solidFill>
                  </a:tcPr>
                </a:tc>
                <a:extLst>
                  <a:ext uri="{0D108BD9-81ED-4DB2-BD59-A6C34878D82A}">
                    <a16:rowId xmlns:a16="http://schemas.microsoft.com/office/drawing/2014/main" val="10000"/>
                  </a:ext>
                </a:extLst>
              </a:tr>
              <a:tr h="773906">
                <a:tc>
                  <a:txBody>
                    <a:bodyPr/>
                    <a:lstStyle/>
                    <a:p>
                      <a:r>
                        <a:rPr sz="1950" b="0">
                          <a:solidFill>
                            <a:srgbClr val="253C4D"/>
                          </a:solidFill>
                          <a:latin typeface="Yu Gothic"/>
                          <a:ea typeface="Yu Gothic"/>
                          <a:cs typeface="Yu Gothic"/>
                        </a:rPr>
                        <a:t>製造・輸送／台</a:t>
                      </a:r>
                    </a:p>
                  </a:txBody>
                  <a:tcPr>
                    <a:solidFill>
                      <a:srgbClr val="F1F5F7"/>
                    </a:solidFill>
                  </a:tcPr>
                </a:tc>
                <a:tc>
                  <a:txBody>
                    <a:bodyPr/>
                    <a:lstStyle/>
                    <a:p>
                      <a:r>
                        <a:rPr sz="1950" b="0">
                          <a:solidFill>
                            <a:srgbClr val="253C4D"/>
                          </a:solidFill>
                          <a:latin typeface="Yu Gothic"/>
                          <a:ea typeface="Yu Gothic"/>
                          <a:cs typeface="Yu Gothic"/>
                        </a:rPr>
                        <a:t>5</a:t>
                      </a:r>
                    </a:p>
                  </a:txBody>
                  <a:tcPr>
                    <a:solidFill>
                      <a:srgbClr val="F1F5F7"/>
                    </a:solidFill>
                  </a:tcPr>
                </a:tc>
                <a:tc>
                  <a:txBody>
                    <a:bodyPr/>
                    <a:lstStyle/>
                    <a:p>
                      <a:r>
                        <a:rPr sz="1950" b="0">
                          <a:solidFill>
                            <a:srgbClr val="253C4D"/>
                          </a:solidFill>
                          <a:latin typeface="Yu Gothic"/>
                          <a:ea typeface="Yu Gothic"/>
                          <a:cs typeface="Yu Gothic"/>
                        </a:rPr>
                        <a:t>9</a:t>
                      </a:r>
                    </a:p>
                  </a:txBody>
                  <a:tcPr>
                    <a:solidFill>
                      <a:srgbClr val="F1F5F7"/>
                    </a:solidFill>
                  </a:tcPr>
                </a:tc>
                <a:extLst>
                  <a:ext uri="{0D108BD9-81ED-4DB2-BD59-A6C34878D82A}">
                    <a16:rowId xmlns:a16="http://schemas.microsoft.com/office/drawing/2014/main" val="10001"/>
                  </a:ext>
                </a:extLst>
              </a:tr>
              <a:tr h="773906">
                <a:tc>
                  <a:txBody>
                    <a:bodyPr/>
                    <a:lstStyle/>
                    <a:p>
                      <a:r>
                        <a:rPr sz="1950" b="0">
                          <a:solidFill>
                            <a:srgbClr val="253C4D"/>
                          </a:solidFill>
                          <a:latin typeface="Yu Gothic"/>
                          <a:ea typeface="Yu Gothic"/>
                          <a:cs typeface="Yu Gothic"/>
                        </a:rPr>
                        <a:t>手入れ</a:t>
                      </a:r>
                    </a:p>
                  </a:txBody>
                  <a:tcPr>
                    <a:solidFill>
                      <a:srgbClr val="FFFFFF"/>
                    </a:solidFill>
                  </a:tcPr>
                </a:tc>
                <a:tc>
                  <a:txBody>
                    <a:bodyPr/>
                    <a:lstStyle/>
                    <a:p>
                      <a:r>
                        <a:rPr sz="1950" b="0">
                          <a:solidFill>
                            <a:srgbClr val="253C4D"/>
                          </a:solidFill>
                          <a:latin typeface="Yu Gothic"/>
                          <a:ea typeface="Yu Gothic"/>
                          <a:cs typeface="Yu Gothic"/>
                        </a:rPr>
                        <a:t>計上なし</a:t>
                      </a:r>
                    </a:p>
                  </a:txBody>
                  <a:tcPr>
                    <a:solidFill>
                      <a:srgbClr val="FFFFFF"/>
                    </a:solidFill>
                  </a:tcPr>
                </a:tc>
                <a:tc>
                  <a:txBody>
                    <a:bodyPr/>
                    <a:lstStyle/>
                    <a:p>
                      <a:r>
                        <a:rPr sz="1950" b="0">
                          <a:solidFill>
                            <a:srgbClr val="253C4D"/>
                          </a:solidFill>
                          <a:latin typeface="Yu Gothic"/>
                          <a:ea typeface="Yu Gothic"/>
                          <a:cs typeface="Yu Gothic"/>
                        </a:rPr>
                        <a:t>10・20年に各1</a:t>
                      </a:r>
                    </a:p>
                  </a:txBody>
                  <a:tcPr>
                    <a:solidFill>
                      <a:srgbClr val="FFFFFF"/>
                    </a:solidFill>
                  </a:tcPr>
                </a:tc>
                <a:extLst>
                  <a:ext uri="{0D108BD9-81ED-4DB2-BD59-A6C34878D82A}">
                    <a16:rowId xmlns:a16="http://schemas.microsoft.com/office/drawing/2014/main" val="10002"/>
                  </a:ext>
                </a:extLst>
              </a:tr>
              <a:tr h="773906">
                <a:tc>
                  <a:txBody>
                    <a:bodyPr/>
                    <a:lstStyle/>
                    <a:p>
                      <a:r>
                        <a:rPr sz="1950" b="0">
                          <a:solidFill>
                            <a:srgbClr val="253C4D"/>
                          </a:solidFill>
                          <a:latin typeface="Yu Gothic"/>
                          <a:ea typeface="Yu Gothic"/>
                          <a:cs typeface="Yu Gothic"/>
                        </a:rPr>
                        <a:t>処理／台</a:t>
                      </a:r>
                    </a:p>
                  </a:txBody>
                  <a:tcPr>
                    <a:solidFill>
                      <a:srgbClr val="F1F5F7"/>
                    </a:solidFill>
                  </a:tcPr>
                </a:tc>
                <a:tc>
                  <a:txBody>
                    <a:bodyPr/>
                    <a:lstStyle/>
                    <a:p>
                      <a:r>
                        <a:rPr sz="1950" b="0">
                          <a:solidFill>
                            <a:srgbClr val="253C4D"/>
                          </a:solidFill>
                          <a:latin typeface="Yu Gothic"/>
                          <a:ea typeface="Yu Gothic"/>
                          <a:cs typeface="Yu Gothic"/>
                        </a:rPr>
                        <a:t>1</a:t>
                      </a:r>
                    </a:p>
                  </a:txBody>
                  <a:tcPr>
                    <a:solidFill>
                      <a:srgbClr val="F1F5F7"/>
                    </a:solidFill>
                  </a:tcPr>
                </a:tc>
                <a:tc>
                  <a:txBody>
                    <a:bodyPr/>
                    <a:lstStyle/>
                    <a:p>
                      <a:r>
                        <a:rPr sz="1950" b="0">
                          <a:solidFill>
                            <a:srgbClr val="253C4D"/>
                          </a:solidFill>
                          <a:latin typeface="Yu Gothic"/>
                          <a:ea typeface="Yu Gothic"/>
                          <a:cs typeface="Yu Gothic"/>
                        </a:rPr>
                        <a:t>1</a:t>
                      </a:r>
                    </a:p>
                  </a:txBody>
                  <a:tcPr>
                    <a:solidFill>
                      <a:srgbClr val="F1F5F7"/>
                    </a:solidFill>
                  </a:tcPr>
                </a:tc>
                <a:extLst>
                  <a:ext uri="{0D108BD9-81ED-4DB2-BD59-A6C34878D82A}">
                    <a16:rowId xmlns:a16="http://schemas.microsoft.com/office/drawing/2014/main" val="10003"/>
                  </a:ext>
                </a:extLst>
              </a:tr>
            </a:tbl>
          </a:graphicData>
        </a:graphic>
      </p:graphicFrame>
      <p:sp>
        <p:nvSpPr>
          <p:cNvPr id="6" name="正方形/長方形 5">
            <a:extLst>
              <a:ext uri="{FF2B5EF4-FFF2-40B4-BE49-F238E27FC236}">
                <a16:creationId xmlns:a16="http://schemas.microsoft.com/office/drawing/2014/main" id="{DDDDBB85-6181-4539-918A-8698B19520AA}"/>
              </a:ext>
            </a:extLst>
          </p:cNvPr>
          <p:cNvSpPr>
            <a:spLocks noGrp="1"/>
          </p:cNvSpPr>
          <p:nvPr/>
        </p:nvSpPr>
        <p:spPr>
          <a:xfrm>
            <a:off x="838200" y="5172075"/>
            <a:ext cx="10477500" cy="571500"/>
          </a:xfrm>
          <a:prstGeom prst="rect">
            <a:avLst/>
          </a:prstGeom>
          <a:noFill/>
          <a:ln w="0">
            <a:noFill/>
          </a:ln>
        </p:spPr>
        <p:txBody>
          <a:bodyPr lIns="0" tIns="0" rIns="0" bIns="0" anchor="ctr">
            <a:noAutofit/>
          </a:bodyPr>
          <a:lstStyle>
            <a:defPPr>
              <a:defRPr sz="1950" b="1">
                <a:solidFill>
                  <a:srgbClr val="087E8B"/>
                </a:solidFill>
                <a:latin typeface="Yu Gothic"/>
                <a:ea typeface="Yu Gothic"/>
                <a:cs typeface="Yu Gothic"/>
              </a:defRPr>
            </a:defPPr>
            <a:lvl1pPr>
              <a:buNone/>
              <a:defRPr sz="1950" b="1">
                <a:solidFill>
                  <a:srgbClr val="087E8B"/>
                </a:solidFill>
                <a:latin typeface="Yu Gothic"/>
                <a:ea typeface="Yu Gothic"/>
                <a:cs typeface="Yu Gothic"/>
              </a:defRPr>
            </a:lvl1pPr>
            <a:lvl2pPr>
              <a:buNone/>
              <a:defRPr sz="1950" b="1">
                <a:solidFill>
                  <a:srgbClr val="087E8B"/>
                </a:solidFill>
                <a:latin typeface="Yu Gothic"/>
                <a:ea typeface="Yu Gothic"/>
                <a:cs typeface="Yu Gothic"/>
              </a:defRPr>
            </a:lvl2pPr>
            <a:lvl3pPr>
              <a:buNone/>
              <a:defRPr sz="1950" b="1">
                <a:solidFill>
                  <a:srgbClr val="087E8B"/>
                </a:solidFill>
                <a:latin typeface="Yu Gothic"/>
                <a:ea typeface="Yu Gothic"/>
                <a:cs typeface="Yu Gothic"/>
              </a:defRPr>
            </a:lvl3pPr>
            <a:lvl4pPr>
              <a:buNone/>
              <a:defRPr sz="1950" b="1">
                <a:solidFill>
                  <a:srgbClr val="087E8B"/>
                </a:solidFill>
                <a:latin typeface="Yu Gothic"/>
                <a:ea typeface="Yu Gothic"/>
                <a:cs typeface="Yu Gothic"/>
              </a:defRPr>
            </a:lvl4pPr>
            <a:lvl5pPr>
              <a:buNone/>
              <a:defRPr sz="1950" b="1">
                <a:solidFill>
                  <a:srgbClr val="087E8B"/>
                </a:solidFill>
                <a:latin typeface="Yu Gothic"/>
                <a:ea typeface="Yu Gothic"/>
                <a:cs typeface="Yu Gothic"/>
              </a:defRPr>
            </a:lvl5pPr>
            <a:lvl6pPr>
              <a:buNone/>
              <a:defRPr sz="1950" b="1">
                <a:solidFill>
                  <a:srgbClr val="087E8B"/>
                </a:solidFill>
                <a:latin typeface="Yu Gothic"/>
                <a:ea typeface="Yu Gothic"/>
                <a:cs typeface="Yu Gothic"/>
              </a:defRPr>
            </a:lvl6pPr>
            <a:lvl7pPr>
              <a:buNone/>
              <a:defRPr sz="1950" b="1">
                <a:solidFill>
                  <a:srgbClr val="087E8B"/>
                </a:solidFill>
                <a:latin typeface="Yu Gothic"/>
                <a:ea typeface="Yu Gothic"/>
                <a:cs typeface="Yu Gothic"/>
              </a:defRPr>
            </a:lvl7pPr>
            <a:lvl8pPr>
              <a:buNone/>
              <a:defRPr sz="1950" b="1">
                <a:solidFill>
                  <a:srgbClr val="087E8B"/>
                </a:solidFill>
                <a:latin typeface="Yu Gothic"/>
                <a:ea typeface="Yu Gothic"/>
                <a:cs typeface="Yu Gothic"/>
              </a:defRPr>
            </a:lvl8pPr>
            <a:lvl9pPr>
              <a:buNone/>
              <a:defRPr sz="1950" b="1">
                <a:solidFill>
                  <a:srgbClr val="087E8B"/>
                </a:solidFill>
                <a:latin typeface="Yu Gothic"/>
                <a:ea typeface="Yu Gothic"/>
                <a:cs typeface="Yu Gothic"/>
              </a:defRPr>
            </a:lvl9pPr>
          </a:lstStyle>
          <a:p>
            <a:pPr>
              <a:buNone/>
              <a:defRPr sz="1950" b="1">
                <a:solidFill>
                  <a:srgbClr val="087E8B"/>
                </a:solidFill>
                <a:latin typeface="Yu Gothic"/>
                <a:ea typeface="Yu Gothic"/>
                <a:cs typeface="Yu Gothic"/>
              </a:defRPr>
            </a:pPr>
            <a:r>
              <a:rPr sz="1950" b="1">
                <a:solidFill>
                  <a:srgbClr val="087E8B"/>
                </a:solidFill>
                <a:latin typeface="Yu Gothic"/>
                <a:ea typeface="Yu Gothic"/>
                <a:cs typeface="Yu Gothic"/>
              </a:rPr>
              <a:t>仮想値。同じ機能・期間。生物由来炭素は計上外。</a:t>
            </a:r>
          </a:p>
        </p:txBody>
      </p:sp>
    </p:spTree>
    <p:extLst>
      <p:ext uri="{BB962C8B-B14F-4D97-AF65-F5344CB8AC3E}">
        <p14:creationId xmlns:p14="http://schemas.microsoft.com/office/powerpoint/2010/main" val="1217020458"/>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正方形/長方形 33">
            <a:extLst>
              <a:ext uri="{FF2B5EF4-FFF2-40B4-BE49-F238E27FC236}">
                <a16:creationId xmlns:a16="http://schemas.microsoft.com/office/drawing/2014/main" id="{CDFD0457-6DA9-4FA4-A116-2A43FA1F3E63}"/>
              </a:ext>
            </a:extLst>
          </p:cNvPr>
          <p:cNvSpPr>
            <a:spLocks noGrp="1"/>
          </p:cNvSpPr>
          <p:nvPr/>
        </p:nvSpPr>
        <p:spPr>
          <a:xfrm>
            <a:off x="685800" y="342900"/>
            <a:ext cx="10820400" cy="666750"/>
          </a:xfrm>
          <a:prstGeom prst="rect">
            <a:avLst/>
          </a:prstGeom>
          <a:noFill/>
          <a:ln w="0">
            <a:noFill/>
          </a:ln>
        </p:spPr>
        <p:txBody>
          <a:bodyPr lIns="0" tIns="0" rIns="0" bIns="0" anchor="ctr">
            <a:noAutofit/>
          </a:bodyPr>
          <a:lstStyle>
            <a:defPPr>
              <a:defRPr sz="3000" b="1">
                <a:solidFill>
                  <a:srgbClr val="18364F"/>
                </a:solidFill>
                <a:latin typeface="Yu Gothic"/>
                <a:ea typeface="Yu Gothic"/>
                <a:cs typeface="Yu Gothic"/>
              </a:defRPr>
            </a:defPPr>
            <a:lvl1pPr>
              <a:buNone/>
              <a:defRPr sz="3000" b="1">
                <a:solidFill>
                  <a:srgbClr val="18364F"/>
                </a:solidFill>
                <a:latin typeface="Yu Gothic"/>
                <a:ea typeface="Yu Gothic"/>
                <a:cs typeface="Yu Gothic"/>
              </a:defRPr>
            </a:lvl1pPr>
            <a:lvl2pPr>
              <a:buNone/>
              <a:defRPr sz="3000" b="1">
                <a:solidFill>
                  <a:srgbClr val="18364F"/>
                </a:solidFill>
                <a:latin typeface="Yu Gothic"/>
                <a:ea typeface="Yu Gothic"/>
                <a:cs typeface="Yu Gothic"/>
              </a:defRPr>
            </a:lvl2pPr>
            <a:lvl3pPr>
              <a:buNone/>
              <a:defRPr sz="3000" b="1">
                <a:solidFill>
                  <a:srgbClr val="18364F"/>
                </a:solidFill>
                <a:latin typeface="Yu Gothic"/>
                <a:ea typeface="Yu Gothic"/>
                <a:cs typeface="Yu Gothic"/>
              </a:defRPr>
            </a:lvl3pPr>
            <a:lvl4pPr>
              <a:buNone/>
              <a:defRPr sz="3000" b="1">
                <a:solidFill>
                  <a:srgbClr val="18364F"/>
                </a:solidFill>
                <a:latin typeface="Yu Gothic"/>
                <a:ea typeface="Yu Gothic"/>
                <a:cs typeface="Yu Gothic"/>
              </a:defRPr>
            </a:lvl4pPr>
            <a:lvl5pPr>
              <a:buNone/>
              <a:defRPr sz="3000" b="1">
                <a:solidFill>
                  <a:srgbClr val="18364F"/>
                </a:solidFill>
                <a:latin typeface="Yu Gothic"/>
                <a:ea typeface="Yu Gothic"/>
                <a:cs typeface="Yu Gothic"/>
              </a:defRPr>
            </a:lvl5pPr>
            <a:lvl6pPr>
              <a:buNone/>
              <a:defRPr sz="3000" b="1">
                <a:solidFill>
                  <a:srgbClr val="18364F"/>
                </a:solidFill>
                <a:latin typeface="Yu Gothic"/>
                <a:ea typeface="Yu Gothic"/>
                <a:cs typeface="Yu Gothic"/>
              </a:defRPr>
            </a:lvl6pPr>
            <a:lvl7pPr>
              <a:buNone/>
              <a:defRPr sz="3000" b="1">
                <a:solidFill>
                  <a:srgbClr val="18364F"/>
                </a:solidFill>
                <a:latin typeface="Yu Gothic"/>
                <a:ea typeface="Yu Gothic"/>
                <a:cs typeface="Yu Gothic"/>
              </a:defRPr>
            </a:lvl7pPr>
            <a:lvl8pPr>
              <a:buNone/>
              <a:defRPr sz="3000" b="1">
                <a:solidFill>
                  <a:srgbClr val="18364F"/>
                </a:solidFill>
                <a:latin typeface="Yu Gothic"/>
                <a:ea typeface="Yu Gothic"/>
                <a:cs typeface="Yu Gothic"/>
              </a:defRPr>
            </a:lvl8pPr>
            <a:lvl9pPr>
              <a:buNone/>
              <a:defRPr sz="3000" b="1">
                <a:solidFill>
                  <a:srgbClr val="18364F"/>
                </a:solidFill>
                <a:latin typeface="Yu Gothic"/>
                <a:ea typeface="Yu Gothic"/>
                <a:cs typeface="Yu Gothic"/>
              </a:defRPr>
            </a:lvl9pPr>
          </a:lstStyle>
          <a:p>
            <a:pPr>
              <a:buNone/>
              <a:defRPr sz="3000" b="1">
                <a:solidFill>
                  <a:srgbClr val="18364F"/>
                </a:solidFill>
                <a:latin typeface="Yu Gothic"/>
                <a:ea typeface="Yu Gothic"/>
                <a:cs typeface="Yu Gothic"/>
              </a:defRPr>
            </a:pPr>
            <a:r>
              <a:rPr lang="ja-JP" altLang="en-US" sz="3000" b="1">
                <a:solidFill>
                  <a:srgbClr val="18364F"/>
                </a:solidFill>
                <a:latin typeface="Yu Gothic"/>
                <a:ea typeface="Yu Gothic"/>
                <a:cs typeface="Yu Gothic"/>
              </a:rPr>
              <a:t>環境演習</a:t>
            </a:r>
            <a:r>
              <a:rPr lang="en-US" altLang="ja-JP" sz="3000" b="1">
                <a:solidFill>
                  <a:srgbClr val="18364F"/>
                </a:solidFill>
                <a:latin typeface="Yu Gothic"/>
                <a:ea typeface="Yu Gothic"/>
                <a:cs typeface="Yu Gothic"/>
              </a:rPr>
              <a:t>3</a:t>
            </a:r>
            <a:r>
              <a:rPr lang="ja-JP" altLang="en-US" sz="3000" b="1">
                <a:solidFill>
                  <a:srgbClr val="18364F"/>
                </a:solidFill>
                <a:latin typeface="Yu Gothic"/>
                <a:ea typeface="Yu Gothic"/>
                <a:cs typeface="Yu Gothic"/>
              </a:rPr>
              <a:t>　交換と手入れを数える</a:t>
            </a:r>
            <a:endParaRPr sz="3000" b="1">
              <a:solidFill>
                <a:srgbClr val="18364F"/>
              </a:solidFill>
              <a:latin typeface="Yu Gothic"/>
              <a:ea typeface="Yu Gothic"/>
              <a:cs typeface="Yu Gothic"/>
            </a:endParaRPr>
          </a:p>
        </p:txBody>
      </p:sp>
      <p:sp>
        <p:nvSpPr>
          <p:cNvPr id="2" name="正方形/長方形 1">
            <a:extLst>
              <a:ext uri="{FF2B5EF4-FFF2-40B4-BE49-F238E27FC236}">
                <a16:creationId xmlns:a16="http://schemas.microsoft.com/office/drawing/2014/main" id="{1EF54A83-E7EC-44CC-8188-D3C7DF65A6C7}"/>
              </a:ext>
            </a:extLst>
          </p:cNvPr>
          <p:cNvSpPr>
            <a:spLocks noGrp="1"/>
          </p:cNvSpPr>
          <p:nvPr/>
        </p:nvSpPr>
        <p:spPr>
          <a:xfrm>
            <a:off x="685800" y="1181100"/>
            <a:ext cx="10820400" cy="19050"/>
          </a:xfrm>
          <a:prstGeom prst="rect">
            <a:avLst/>
          </a:prstGeom>
          <a:solidFill>
            <a:srgbClr val="18364F"/>
          </a:solidFill>
          <a:ln w="0">
            <a:noFill/>
          </a:ln>
        </p:spPr>
      </p:sp>
      <p:sp>
        <p:nvSpPr>
          <p:cNvPr id="3" name="正方形/長方形 2">
            <a:extLst>
              <a:ext uri="{FF2B5EF4-FFF2-40B4-BE49-F238E27FC236}">
                <a16:creationId xmlns:a16="http://schemas.microsoft.com/office/drawing/2014/main" id="{953B1454-E641-4301-97CF-116A6D83C3E7}"/>
              </a:ext>
            </a:extLst>
          </p:cNvPr>
          <p:cNvSpPr>
            <a:spLocks noGrp="1"/>
          </p:cNvSpPr>
          <p:nvPr/>
        </p:nvSpPr>
        <p:spPr>
          <a:xfrm>
            <a:off x="685800" y="6419850"/>
            <a:ext cx="9334500" cy="257175"/>
          </a:xfrm>
          <a:prstGeom prst="rect">
            <a:avLst/>
          </a:prstGeom>
          <a:noFill/>
          <a:ln w="0">
            <a:noFill/>
          </a:ln>
        </p:spPr>
        <p:txBody>
          <a:bodyPr lIns="0" tIns="0" rIns="0" bIns="0" anchor="ctr">
            <a:noAutofit/>
          </a:bodyPr>
          <a:lstStyle>
            <a:defPPr>
              <a:defRPr sz="1425" b="0">
                <a:solidFill>
                  <a:srgbClr val="596875"/>
                </a:solidFill>
                <a:latin typeface="Yu Gothic"/>
                <a:ea typeface="Yu Gothic"/>
                <a:cs typeface="Yu Gothic"/>
              </a:defRPr>
            </a:defPPr>
            <a:lvl1pPr>
              <a:buNone/>
              <a:defRPr sz="1425" b="0">
                <a:solidFill>
                  <a:srgbClr val="596875"/>
                </a:solidFill>
                <a:latin typeface="Yu Gothic"/>
                <a:ea typeface="Yu Gothic"/>
                <a:cs typeface="Yu Gothic"/>
              </a:defRPr>
            </a:lvl1pPr>
            <a:lvl2pPr>
              <a:buNone/>
              <a:defRPr sz="1425" b="0">
                <a:solidFill>
                  <a:srgbClr val="596875"/>
                </a:solidFill>
                <a:latin typeface="Yu Gothic"/>
                <a:ea typeface="Yu Gothic"/>
                <a:cs typeface="Yu Gothic"/>
              </a:defRPr>
            </a:lvl2pPr>
            <a:lvl3pPr>
              <a:buNone/>
              <a:defRPr sz="1425" b="0">
                <a:solidFill>
                  <a:srgbClr val="596875"/>
                </a:solidFill>
                <a:latin typeface="Yu Gothic"/>
                <a:ea typeface="Yu Gothic"/>
                <a:cs typeface="Yu Gothic"/>
              </a:defRPr>
            </a:lvl3pPr>
            <a:lvl4pPr>
              <a:buNone/>
              <a:defRPr sz="1425" b="0">
                <a:solidFill>
                  <a:srgbClr val="596875"/>
                </a:solidFill>
                <a:latin typeface="Yu Gothic"/>
                <a:ea typeface="Yu Gothic"/>
                <a:cs typeface="Yu Gothic"/>
              </a:defRPr>
            </a:lvl4pPr>
            <a:lvl5pPr>
              <a:buNone/>
              <a:defRPr sz="1425" b="0">
                <a:solidFill>
                  <a:srgbClr val="596875"/>
                </a:solidFill>
                <a:latin typeface="Yu Gothic"/>
                <a:ea typeface="Yu Gothic"/>
                <a:cs typeface="Yu Gothic"/>
              </a:defRPr>
            </a:lvl5pPr>
            <a:lvl6pPr>
              <a:buNone/>
              <a:defRPr sz="1425" b="0">
                <a:solidFill>
                  <a:srgbClr val="596875"/>
                </a:solidFill>
                <a:latin typeface="Yu Gothic"/>
                <a:ea typeface="Yu Gothic"/>
                <a:cs typeface="Yu Gothic"/>
              </a:defRPr>
            </a:lvl6pPr>
            <a:lvl7pPr>
              <a:buNone/>
              <a:defRPr sz="1425" b="0">
                <a:solidFill>
                  <a:srgbClr val="596875"/>
                </a:solidFill>
                <a:latin typeface="Yu Gothic"/>
                <a:ea typeface="Yu Gothic"/>
                <a:cs typeface="Yu Gothic"/>
              </a:defRPr>
            </a:lvl7pPr>
            <a:lvl8pPr>
              <a:buNone/>
              <a:defRPr sz="1425" b="0">
                <a:solidFill>
                  <a:srgbClr val="596875"/>
                </a:solidFill>
                <a:latin typeface="Yu Gothic"/>
                <a:ea typeface="Yu Gothic"/>
                <a:cs typeface="Yu Gothic"/>
              </a:defRPr>
            </a:lvl8pPr>
            <a:lvl9pPr>
              <a:buNone/>
              <a:defRPr sz="1425" b="0">
                <a:solidFill>
                  <a:srgbClr val="596875"/>
                </a:solidFill>
                <a:latin typeface="Yu Gothic"/>
                <a:ea typeface="Yu Gothic"/>
                <a:cs typeface="Yu Gothic"/>
              </a:defRPr>
            </a:lvl9pPr>
          </a:lstStyle>
          <a:p>
            <a:pPr>
              <a:buNone/>
              <a:defRPr sz="1425" b="0">
                <a:solidFill>
                  <a:srgbClr val="596875"/>
                </a:solidFill>
                <a:latin typeface="Yu Gothic"/>
                <a:ea typeface="Yu Gothic"/>
                <a:cs typeface="Yu Gothic"/>
              </a:defRPr>
            </a:pPr>
            <a:r>
              <a:rPr lang="ja-JP" altLang="en-US" sz="1425" b="0">
                <a:solidFill>
                  <a:srgbClr val="596875"/>
                </a:solidFill>
                <a:latin typeface="Yu Gothic"/>
                <a:ea typeface="Yu Gothic"/>
                <a:cs typeface="Yu Gothic"/>
              </a:rPr>
              <a:t>木材及び木質材料学　新第</a:t>
            </a:r>
            <a:r>
              <a:rPr lang="en-US" altLang="ja-JP" sz="1425" b="0">
                <a:solidFill>
                  <a:srgbClr val="596875"/>
                </a:solidFill>
                <a:latin typeface="Yu Gothic"/>
                <a:ea typeface="Yu Gothic"/>
                <a:cs typeface="Yu Gothic"/>
              </a:rPr>
              <a:t>14</a:t>
            </a:r>
            <a:r>
              <a:rPr lang="ja-JP" altLang="en-US" sz="1425" b="0">
                <a:solidFill>
                  <a:srgbClr val="596875"/>
                </a:solidFill>
                <a:latin typeface="Yu Gothic"/>
                <a:ea typeface="Yu Gothic"/>
                <a:cs typeface="Yu Gothic"/>
              </a:rPr>
              <a:t>回　資源・環境</a:t>
            </a:r>
            <a:endParaRPr sz="1425" b="0">
              <a:solidFill>
                <a:srgbClr val="596875"/>
              </a:solidFill>
              <a:latin typeface="Yu Gothic"/>
              <a:ea typeface="Yu Gothic"/>
              <a:cs typeface="Yu Gothic"/>
            </a:endParaRPr>
          </a:p>
        </p:txBody>
      </p:sp>
      <p:sp>
        <p:nvSpPr>
          <p:cNvPr id="4" name="正方形/長方形 3">
            <a:extLst>
              <a:ext uri="{FF2B5EF4-FFF2-40B4-BE49-F238E27FC236}">
                <a16:creationId xmlns:a16="http://schemas.microsoft.com/office/drawing/2014/main" id="{C25BEF8F-619D-4F54-B12B-0BEAC583D8B2}"/>
              </a:ext>
            </a:extLst>
          </p:cNvPr>
          <p:cNvSpPr>
            <a:spLocks noGrp="1"/>
          </p:cNvSpPr>
          <p:nvPr/>
        </p:nvSpPr>
        <p:spPr>
          <a:xfrm>
            <a:off x="10763250" y="6419850"/>
            <a:ext cx="742950" cy="257175"/>
          </a:xfrm>
          <a:prstGeom prst="rect">
            <a:avLst/>
          </a:prstGeom>
          <a:noFill/>
          <a:ln w="0">
            <a:noFill/>
          </a:ln>
        </p:spPr>
        <p:txBody>
          <a:bodyPr lIns="0" tIns="0" rIns="0" bIns="0" anchor="ctr">
            <a:noAutofit/>
          </a:bodyPr>
          <a:lstStyle>
            <a:defPPr>
              <a:defRPr sz="1425" b="0">
                <a:solidFill>
                  <a:srgbClr val="596875"/>
                </a:solidFill>
                <a:latin typeface="Yu Gothic"/>
                <a:ea typeface="Yu Gothic"/>
                <a:cs typeface="Yu Gothic"/>
              </a:defRPr>
            </a:defPPr>
            <a:lvl1pPr>
              <a:buNone/>
              <a:defRPr sz="1425" b="0">
                <a:solidFill>
                  <a:srgbClr val="596875"/>
                </a:solidFill>
                <a:latin typeface="Yu Gothic"/>
                <a:ea typeface="Yu Gothic"/>
                <a:cs typeface="Yu Gothic"/>
              </a:defRPr>
            </a:lvl1pPr>
            <a:lvl2pPr>
              <a:buNone/>
              <a:defRPr sz="1425" b="0">
                <a:solidFill>
                  <a:srgbClr val="596875"/>
                </a:solidFill>
                <a:latin typeface="Yu Gothic"/>
                <a:ea typeface="Yu Gothic"/>
                <a:cs typeface="Yu Gothic"/>
              </a:defRPr>
            </a:lvl2pPr>
            <a:lvl3pPr>
              <a:buNone/>
              <a:defRPr sz="1425" b="0">
                <a:solidFill>
                  <a:srgbClr val="596875"/>
                </a:solidFill>
                <a:latin typeface="Yu Gothic"/>
                <a:ea typeface="Yu Gothic"/>
                <a:cs typeface="Yu Gothic"/>
              </a:defRPr>
            </a:lvl3pPr>
            <a:lvl4pPr>
              <a:buNone/>
              <a:defRPr sz="1425" b="0">
                <a:solidFill>
                  <a:srgbClr val="596875"/>
                </a:solidFill>
                <a:latin typeface="Yu Gothic"/>
                <a:ea typeface="Yu Gothic"/>
                <a:cs typeface="Yu Gothic"/>
              </a:defRPr>
            </a:lvl4pPr>
            <a:lvl5pPr>
              <a:buNone/>
              <a:defRPr sz="1425" b="0">
                <a:solidFill>
                  <a:srgbClr val="596875"/>
                </a:solidFill>
                <a:latin typeface="Yu Gothic"/>
                <a:ea typeface="Yu Gothic"/>
                <a:cs typeface="Yu Gothic"/>
              </a:defRPr>
            </a:lvl5pPr>
            <a:lvl6pPr>
              <a:buNone/>
              <a:defRPr sz="1425" b="0">
                <a:solidFill>
                  <a:srgbClr val="596875"/>
                </a:solidFill>
                <a:latin typeface="Yu Gothic"/>
                <a:ea typeface="Yu Gothic"/>
                <a:cs typeface="Yu Gothic"/>
              </a:defRPr>
            </a:lvl6pPr>
            <a:lvl7pPr>
              <a:buNone/>
              <a:defRPr sz="1425" b="0">
                <a:solidFill>
                  <a:srgbClr val="596875"/>
                </a:solidFill>
                <a:latin typeface="Yu Gothic"/>
                <a:ea typeface="Yu Gothic"/>
                <a:cs typeface="Yu Gothic"/>
              </a:defRPr>
            </a:lvl7pPr>
            <a:lvl8pPr>
              <a:buNone/>
              <a:defRPr sz="1425" b="0">
                <a:solidFill>
                  <a:srgbClr val="596875"/>
                </a:solidFill>
                <a:latin typeface="Yu Gothic"/>
                <a:ea typeface="Yu Gothic"/>
                <a:cs typeface="Yu Gothic"/>
              </a:defRPr>
            </a:lvl8pPr>
            <a:lvl9pPr>
              <a:buNone/>
              <a:defRPr sz="1425" b="0">
                <a:solidFill>
                  <a:srgbClr val="596875"/>
                </a:solidFill>
                <a:latin typeface="Yu Gothic"/>
                <a:ea typeface="Yu Gothic"/>
                <a:cs typeface="Yu Gothic"/>
              </a:defRPr>
            </a:lvl9pPr>
          </a:lstStyle>
          <a:p>
            <a:pPr>
              <a:buNone/>
              <a:defRPr sz="1425" b="0">
                <a:solidFill>
                  <a:srgbClr val="596875"/>
                </a:solidFill>
                <a:latin typeface="Yu Gothic"/>
                <a:ea typeface="Yu Gothic"/>
                <a:cs typeface="Yu Gothic"/>
              </a:defRPr>
            </a:pPr>
            <a:r>
              <a:rPr lang="en-US" altLang="ja-JP" sz="1425" b="0">
                <a:solidFill>
                  <a:srgbClr val="596875"/>
                </a:solidFill>
                <a:latin typeface="Yu Gothic"/>
                <a:ea typeface="Yu Gothic"/>
                <a:cs typeface="Yu Gothic"/>
              </a:rPr>
              <a:t>46</a:t>
            </a:r>
            <a:endParaRPr sz="1425" b="0">
              <a:solidFill>
                <a:srgbClr val="596875"/>
              </a:solidFill>
              <a:latin typeface="Yu Gothic"/>
              <a:ea typeface="Yu Gothic"/>
              <a:cs typeface="Yu Gothic"/>
            </a:endParaRPr>
          </a:p>
        </p:txBody>
      </p:sp>
      <p:sp>
        <p:nvSpPr>
          <p:cNvPr id="5" name="正方形/長方形 4">
            <a:extLst>
              <a:ext uri="{FF2B5EF4-FFF2-40B4-BE49-F238E27FC236}">
                <a16:creationId xmlns:a16="http://schemas.microsoft.com/office/drawing/2014/main" id="{14150EFB-5953-427F-856A-6FA20584A3EA}"/>
              </a:ext>
            </a:extLst>
          </p:cNvPr>
          <p:cNvSpPr>
            <a:spLocks noGrp="1"/>
          </p:cNvSpPr>
          <p:nvPr/>
        </p:nvSpPr>
        <p:spPr>
          <a:xfrm>
            <a:off x="857250" y="2428875"/>
            <a:ext cx="762000" cy="619125"/>
          </a:xfrm>
          <a:prstGeom prst="rect">
            <a:avLst/>
          </a:prstGeom>
          <a:noFill/>
          <a:ln w="0">
            <a:noFill/>
          </a:ln>
        </p:spPr>
        <p:txBody>
          <a:bodyPr lIns="0" tIns="0" rIns="0" bIns="0" anchor="ctr">
            <a:noAutofit/>
          </a:bodyPr>
          <a:lstStyle>
            <a:defPPr>
              <a:defRPr sz="2850" b="1">
                <a:solidFill>
                  <a:srgbClr val="253C4D"/>
                </a:solidFill>
                <a:latin typeface="Yu Gothic"/>
                <a:ea typeface="Yu Gothic"/>
                <a:cs typeface="Yu Gothic"/>
              </a:defRPr>
            </a:defPPr>
            <a:lvl1pPr>
              <a:buNone/>
              <a:defRPr sz="2850" b="1">
                <a:solidFill>
                  <a:srgbClr val="253C4D"/>
                </a:solidFill>
                <a:latin typeface="Yu Gothic"/>
                <a:ea typeface="Yu Gothic"/>
                <a:cs typeface="Yu Gothic"/>
              </a:defRPr>
            </a:lvl1pPr>
            <a:lvl2pPr>
              <a:buNone/>
              <a:defRPr sz="2850" b="1">
                <a:solidFill>
                  <a:srgbClr val="253C4D"/>
                </a:solidFill>
                <a:latin typeface="Yu Gothic"/>
                <a:ea typeface="Yu Gothic"/>
                <a:cs typeface="Yu Gothic"/>
              </a:defRPr>
            </a:lvl2pPr>
            <a:lvl3pPr>
              <a:buNone/>
              <a:defRPr sz="2850" b="1">
                <a:solidFill>
                  <a:srgbClr val="253C4D"/>
                </a:solidFill>
                <a:latin typeface="Yu Gothic"/>
                <a:ea typeface="Yu Gothic"/>
                <a:cs typeface="Yu Gothic"/>
              </a:defRPr>
            </a:lvl3pPr>
            <a:lvl4pPr>
              <a:buNone/>
              <a:defRPr sz="2850" b="1">
                <a:solidFill>
                  <a:srgbClr val="253C4D"/>
                </a:solidFill>
                <a:latin typeface="Yu Gothic"/>
                <a:ea typeface="Yu Gothic"/>
                <a:cs typeface="Yu Gothic"/>
              </a:defRPr>
            </a:lvl4pPr>
            <a:lvl5pPr>
              <a:buNone/>
              <a:defRPr sz="2850" b="1">
                <a:solidFill>
                  <a:srgbClr val="253C4D"/>
                </a:solidFill>
                <a:latin typeface="Yu Gothic"/>
                <a:ea typeface="Yu Gothic"/>
                <a:cs typeface="Yu Gothic"/>
              </a:defRPr>
            </a:lvl5pPr>
            <a:lvl6pPr>
              <a:buNone/>
              <a:defRPr sz="2850" b="1">
                <a:solidFill>
                  <a:srgbClr val="253C4D"/>
                </a:solidFill>
                <a:latin typeface="Yu Gothic"/>
                <a:ea typeface="Yu Gothic"/>
                <a:cs typeface="Yu Gothic"/>
              </a:defRPr>
            </a:lvl6pPr>
            <a:lvl7pPr>
              <a:buNone/>
              <a:defRPr sz="2850" b="1">
                <a:solidFill>
                  <a:srgbClr val="253C4D"/>
                </a:solidFill>
                <a:latin typeface="Yu Gothic"/>
                <a:ea typeface="Yu Gothic"/>
                <a:cs typeface="Yu Gothic"/>
              </a:defRPr>
            </a:lvl7pPr>
            <a:lvl8pPr>
              <a:buNone/>
              <a:defRPr sz="2850" b="1">
                <a:solidFill>
                  <a:srgbClr val="253C4D"/>
                </a:solidFill>
                <a:latin typeface="Yu Gothic"/>
                <a:ea typeface="Yu Gothic"/>
                <a:cs typeface="Yu Gothic"/>
              </a:defRPr>
            </a:lvl8pPr>
            <a:lvl9pPr>
              <a:buNone/>
              <a:defRPr sz="2850" b="1">
                <a:solidFill>
                  <a:srgbClr val="253C4D"/>
                </a:solidFill>
                <a:latin typeface="Yu Gothic"/>
                <a:ea typeface="Yu Gothic"/>
                <a:cs typeface="Yu Gothic"/>
              </a:defRPr>
            </a:lvl9pPr>
          </a:lstStyle>
          <a:p>
            <a:pPr>
              <a:buNone/>
              <a:defRPr sz="2850" b="1">
                <a:solidFill>
                  <a:srgbClr val="253C4D"/>
                </a:solidFill>
                <a:latin typeface="Yu Gothic"/>
                <a:ea typeface="Yu Gothic"/>
                <a:cs typeface="Yu Gothic"/>
              </a:defRPr>
            </a:pPr>
            <a:r>
              <a:rPr sz="2850" b="1">
                <a:solidFill>
                  <a:srgbClr val="253C4D"/>
                </a:solidFill>
                <a:latin typeface="Yu Gothic"/>
                <a:ea typeface="Yu Gothic"/>
                <a:cs typeface="Yu Gothic"/>
              </a:rPr>
              <a:t>A</a:t>
            </a:r>
          </a:p>
        </p:txBody>
      </p:sp>
      <p:sp>
        <p:nvSpPr>
          <p:cNvPr id="6" name="フリーフォーム: 図形 5">
            <a:extLst>
              <a:ext uri="{FF2B5EF4-FFF2-40B4-BE49-F238E27FC236}">
                <a16:creationId xmlns:a16="http://schemas.microsoft.com/office/drawing/2014/main" id="{2468A003-EF95-42DA-9732-1648E76AE5E4}"/>
              </a:ext>
            </a:extLst>
          </p:cNvPr>
          <p:cNvSpPr>
            <a:spLocks noGrp="1"/>
          </p:cNvSpPr>
          <p:nvPr/>
        </p:nvSpPr>
        <p:spPr>
          <a:xfrm>
            <a:off x="2190750" y="2809875"/>
            <a:ext cx="8477250" cy="9525"/>
          </a:xfrm>
          <a:custGeom>
            <a:avLst/>
            <a:gdLst/>
            <a:ahLst/>
            <a:cxnLst/>
            <a:rect l="0" t="0" r="0" b="0"/>
            <a:pathLst>
              <a:path w="8477250" h="9525">
                <a:moveTo>
                  <a:pt x="0" y="0"/>
                </a:moveTo>
                <a:lnTo>
                  <a:pt x="8477250" y="0"/>
                </a:lnTo>
              </a:path>
            </a:pathLst>
          </a:custGeom>
          <a:noFill/>
          <a:ln w="28575">
            <a:solidFill>
              <a:srgbClr val="18364F"/>
            </a:solidFill>
          </a:ln>
        </p:spPr>
      </p:sp>
      <p:sp>
        <p:nvSpPr>
          <p:cNvPr id="7" name="フリーフォーム: 図形 6">
            <a:extLst>
              <a:ext uri="{FF2B5EF4-FFF2-40B4-BE49-F238E27FC236}">
                <a16:creationId xmlns:a16="http://schemas.microsoft.com/office/drawing/2014/main" id="{F61A5D31-152E-4624-BC87-CB7894532C51}"/>
              </a:ext>
            </a:extLst>
          </p:cNvPr>
          <p:cNvSpPr>
            <a:spLocks noGrp="1"/>
          </p:cNvSpPr>
          <p:nvPr/>
        </p:nvSpPr>
        <p:spPr>
          <a:xfrm>
            <a:off x="2190750" y="2724150"/>
            <a:ext cx="9525" cy="171450"/>
          </a:xfrm>
          <a:custGeom>
            <a:avLst/>
            <a:gdLst/>
            <a:ahLst/>
            <a:cxnLst/>
            <a:rect l="0" t="0" r="0" b="0"/>
            <a:pathLst>
              <a:path w="9525" h="171450">
                <a:moveTo>
                  <a:pt x="0" y="0"/>
                </a:moveTo>
                <a:lnTo>
                  <a:pt x="0" y="171450"/>
                </a:lnTo>
              </a:path>
            </a:pathLst>
          </a:custGeom>
          <a:noFill/>
          <a:ln w="19050">
            <a:solidFill>
              <a:srgbClr val="18364F"/>
            </a:solidFill>
          </a:ln>
        </p:spPr>
      </p:sp>
      <p:sp>
        <p:nvSpPr>
          <p:cNvPr id="8" name="正方形/長方形 7">
            <a:extLst>
              <a:ext uri="{FF2B5EF4-FFF2-40B4-BE49-F238E27FC236}">
                <a16:creationId xmlns:a16="http://schemas.microsoft.com/office/drawing/2014/main" id="{A8D50541-ABB7-44D4-839F-7B28900E5CCE}"/>
              </a:ext>
            </a:extLst>
          </p:cNvPr>
          <p:cNvSpPr>
            <a:spLocks noGrp="1"/>
          </p:cNvSpPr>
          <p:nvPr/>
        </p:nvSpPr>
        <p:spPr>
          <a:xfrm>
            <a:off x="1885950" y="2981325"/>
            <a:ext cx="1238250" cy="381000"/>
          </a:xfrm>
          <a:prstGeom prst="rect">
            <a:avLst/>
          </a:prstGeom>
          <a:noFill/>
          <a:ln w="0">
            <a:noFill/>
          </a:ln>
        </p:spPr>
        <p:txBody>
          <a:bodyPr lIns="0" tIns="0" rIns="0" bIns="0" anchor="ctr">
            <a:noAutofit/>
          </a:bodyPr>
          <a:lstStyle>
            <a:defPPr>
              <a:defRPr sz="1725" b="0">
                <a:solidFill>
                  <a:srgbClr val="253C4D"/>
                </a:solidFill>
                <a:latin typeface="Yu Gothic"/>
                <a:ea typeface="Yu Gothic"/>
                <a:cs typeface="Yu Gothic"/>
              </a:defRPr>
            </a:defPPr>
            <a:lvl1pPr>
              <a:buNone/>
              <a:defRPr sz="1725" b="0">
                <a:solidFill>
                  <a:srgbClr val="253C4D"/>
                </a:solidFill>
                <a:latin typeface="Yu Gothic"/>
                <a:ea typeface="Yu Gothic"/>
                <a:cs typeface="Yu Gothic"/>
              </a:defRPr>
            </a:lvl1pPr>
            <a:lvl2pPr>
              <a:buNone/>
              <a:defRPr sz="1725" b="0">
                <a:solidFill>
                  <a:srgbClr val="253C4D"/>
                </a:solidFill>
                <a:latin typeface="Yu Gothic"/>
                <a:ea typeface="Yu Gothic"/>
                <a:cs typeface="Yu Gothic"/>
              </a:defRPr>
            </a:lvl2pPr>
            <a:lvl3pPr>
              <a:buNone/>
              <a:defRPr sz="1725" b="0">
                <a:solidFill>
                  <a:srgbClr val="253C4D"/>
                </a:solidFill>
                <a:latin typeface="Yu Gothic"/>
                <a:ea typeface="Yu Gothic"/>
                <a:cs typeface="Yu Gothic"/>
              </a:defRPr>
            </a:lvl3pPr>
            <a:lvl4pPr>
              <a:buNone/>
              <a:defRPr sz="1725" b="0">
                <a:solidFill>
                  <a:srgbClr val="253C4D"/>
                </a:solidFill>
                <a:latin typeface="Yu Gothic"/>
                <a:ea typeface="Yu Gothic"/>
                <a:cs typeface="Yu Gothic"/>
              </a:defRPr>
            </a:lvl4pPr>
            <a:lvl5pPr>
              <a:buNone/>
              <a:defRPr sz="1725" b="0">
                <a:solidFill>
                  <a:srgbClr val="253C4D"/>
                </a:solidFill>
                <a:latin typeface="Yu Gothic"/>
                <a:ea typeface="Yu Gothic"/>
                <a:cs typeface="Yu Gothic"/>
              </a:defRPr>
            </a:lvl5pPr>
            <a:lvl6pPr>
              <a:buNone/>
              <a:defRPr sz="1725" b="0">
                <a:solidFill>
                  <a:srgbClr val="253C4D"/>
                </a:solidFill>
                <a:latin typeface="Yu Gothic"/>
                <a:ea typeface="Yu Gothic"/>
                <a:cs typeface="Yu Gothic"/>
              </a:defRPr>
            </a:lvl6pPr>
            <a:lvl7pPr>
              <a:buNone/>
              <a:defRPr sz="1725" b="0">
                <a:solidFill>
                  <a:srgbClr val="253C4D"/>
                </a:solidFill>
                <a:latin typeface="Yu Gothic"/>
                <a:ea typeface="Yu Gothic"/>
                <a:cs typeface="Yu Gothic"/>
              </a:defRPr>
            </a:lvl7pPr>
            <a:lvl8pPr>
              <a:buNone/>
              <a:defRPr sz="1725" b="0">
                <a:solidFill>
                  <a:srgbClr val="253C4D"/>
                </a:solidFill>
                <a:latin typeface="Yu Gothic"/>
                <a:ea typeface="Yu Gothic"/>
                <a:cs typeface="Yu Gothic"/>
              </a:defRPr>
            </a:lvl8pPr>
            <a:lvl9pPr>
              <a:buNone/>
              <a:defRPr sz="1725" b="0">
                <a:solidFill>
                  <a:srgbClr val="253C4D"/>
                </a:solidFill>
                <a:latin typeface="Yu Gothic"/>
                <a:ea typeface="Yu Gothic"/>
                <a:cs typeface="Yu Gothic"/>
              </a:defRPr>
            </a:lvl9pPr>
          </a:lstStyle>
          <a:p>
            <a:pPr>
              <a:buNone/>
              <a:defRPr sz="1725" b="0">
                <a:solidFill>
                  <a:srgbClr val="253C4D"/>
                </a:solidFill>
                <a:latin typeface="Yu Gothic"/>
                <a:ea typeface="Yu Gothic"/>
                <a:cs typeface="Yu Gothic"/>
              </a:defRPr>
            </a:pPr>
            <a:r>
              <a:rPr sz="1725" b="0">
                <a:solidFill>
                  <a:srgbClr val="253C4D"/>
                </a:solidFill>
                <a:latin typeface="Yu Gothic"/>
                <a:ea typeface="Yu Gothic"/>
                <a:cs typeface="Yu Gothic"/>
              </a:rPr>
              <a:t>0年</a:t>
            </a:r>
          </a:p>
        </p:txBody>
      </p:sp>
      <p:sp>
        <p:nvSpPr>
          <p:cNvPr id="9" name="正方形/長方形 8">
            <a:extLst>
              <a:ext uri="{FF2B5EF4-FFF2-40B4-BE49-F238E27FC236}">
                <a16:creationId xmlns:a16="http://schemas.microsoft.com/office/drawing/2014/main" id="{F7DFAB95-D1ED-4261-A096-5C2785EC886F}"/>
              </a:ext>
            </a:extLst>
          </p:cNvPr>
          <p:cNvSpPr>
            <a:spLocks noGrp="1"/>
          </p:cNvSpPr>
          <p:nvPr/>
        </p:nvSpPr>
        <p:spPr>
          <a:xfrm>
            <a:off x="1524000" y="2105025"/>
            <a:ext cx="1809750" cy="571500"/>
          </a:xfrm>
          <a:prstGeom prst="rect">
            <a:avLst/>
          </a:prstGeom>
          <a:noFill/>
          <a:ln w="0">
            <a:noFill/>
          </a:ln>
        </p:spPr>
        <p:txBody>
          <a:bodyPr lIns="0" tIns="0" rIns="0" bIns="0" anchor="ctr">
            <a:noAutofit/>
          </a:bodyPr>
          <a:lstStyle>
            <a:defPPr>
              <a:defRPr sz="1875" b="1">
                <a:solidFill>
                  <a:srgbClr val="2876A8"/>
                </a:solidFill>
                <a:latin typeface="Yu Gothic"/>
                <a:ea typeface="Yu Gothic"/>
                <a:cs typeface="Yu Gothic"/>
              </a:defRPr>
            </a:defPPr>
            <a:lvl1pPr>
              <a:buNone/>
              <a:defRPr sz="1875" b="1">
                <a:solidFill>
                  <a:srgbClr val="2876A8"/>
                </a:solidFill>
                <a:latin typeface="Yu Gothic"/>
                <a:ea typeface="Yu Gothic"/>
                <a:cs typeface="Yu Gothic"/>
              </a:defRPr>
            </a:lvl1pPr>
            <a:lvl2pPr>
              <a:buNone/>
              <a:defRPr sz="1875" b="1">
                <a:solidFill>
                  <a:srgbClr val="2876A8"/>
                </a:solidFill>
                <a:latin typeface="Yu Gothic"/>
                <a:ea typeface="Yu Gothic"/>
                <a:cs typeface="Yu Gothic"/>
              </a:defRPr>
            </a:lvl2pPr>
            <a:lvl3pPr>
              <a:buNone/>
              <a:defRPr sz="1875" b="1">
                <a:solidFill>
                  <a:srgbClr val="2876A8"/>
                </a:solidFill>
                <a:latin typeface="Yu Gothic"/>
                <a:ea typeface="Yu Gothic"/>
                <a:cs typeface="Yu Gothic"/>
              </a:defRPr>
            </a:lvl3pPr>
            <a:lvl4pPr>
              <a:buNone/>
              <a:defRPr sz="1875" b="1">
                <a:solidFill>
                  <a:srgbClr val="2876A8"/>
                </a:solidFill>
                <a:latin typeface="Yu Gothic"/>
                <a:ea typeface="Yu Gothic"/>
                <a:cs typeface="Yu Gothic"/>
              </a:defRPr>
            </a:lvl4pPr>
            <a:lvl5pPr>
              <a:buNone/>
              <a:defRPr sz="1875" b="1">
                <a:solidFill>
                  <a:srgbClr val="2876A8"/>
                </a:solidFill>
                <a:latin typeface="Yu Gothic"/>
                <a:ea typeface="Yu Gothic"/>
                <a:cs typeface="Yu Gothic"/>
              </a:defRPr>
            </a:lvl5pPr>
            <a:lvl6pPr>
              <a:buNone/>
              <a:defRPr sz="1875" b="1">
                <a:solidFill>
                  <a:srgbClr val="2876A8"/>
                </a:solidFill>
                <a:latin typeface="Yu Gothic"/>
                <a:ea typeface="Yu Gothic"/>
                <a:cs typeface="Yu Gothic"/>
              </a:defRPr>
            </a:lvl6pPr>
            <a:lvl7pPr>
              <a:buNone/>
              <a:defRPr sz="1875" b="1">
                <a:solidFill>
                  <a:srgbClr val="2876A8"/>
                </a:solidFill>
                <a:latin typeface="Yu Gothic"/>
                <a:ea typeface="Yu Gothic"/>
                <a:cs typeface="Yu Gothic"/>
              </a:defRPr>
            </a:lvl7pPr>
            <a:lvl8pPr>
              <a:buNone/>
              <a:defRPr sz="1875" b="1">
                <a:solidFill>
                  <a:srgbClr val="2876A8"/>
                </a:solidFill>
                <a:latin typeface="Yu Gothic"/>
                <a:ea typeface="Yu Gothic"/>
                <a:cs typeface="Yu Gothic"/>
              </a:defRPr>
            </a:lvl8pPr>
            <a:lvl9pPr>
              <a:buNone/>
              <a:defRPr sz="1875" b="1">
                <a:solidFill>
                  <a:srgbClr val="2876A8"/>
                </a:solidFill>
                <a:latin typeface="Yu Gothic"/>
                <a:ea typeface="Yu Gothic"/>
                <a:cs typeface="Yu Gothic"/>
              </a:defRPr>
            </a:lvl9pPr>
          </a:lstStyle>
          <a:p>
            <a:pPr>
              <a:buNone/>
              <a:defRPr sz="1875" b="1">
                <a:solidFill>
                  <a:srgbClr val="2876A8"/>
                </a:solidFill>
                <a:latin typeface="Yu Gothic"/>
                <a:ea typeface="Yu Gothic"/>
                <a:cs typeface="Yu Gothic"/>
              </a:defRPr>
            </a:pPr>
            <a:r>
              <a:rPr sz="1875" b="1">
                <a:solidFill>
                  <a:srgbClr val="2876A8"/>
                </a:solidFill>
                <a:latin typeface="Yu Gothic"/>
                <a:ea typeface="Yu Gothic"/>
                <a:cs typeface="Yu Gothic"/>
              </a:rPr>
              <a:t>製造</a:t>
            </a:r>
          </a:p>
        </p:txBody>
      </p:sp>
      <p:sp>
        <p:nvSpPr>
          <p:cNvPr id="10" name="フリーフォーム: 図形 9">
            <a:extLst>
              <a:ext uri="{FF2B5EF4-FFF2-40B4-BE49-F238E27FC236}">
                <a16:creationId xmlns:a16="http://schemas.microsoft.com/office/drawing/2014/main" id="{00AC3626-9DD0-4E22-B87D-AB24DEB73DCE}"/>
              </a:ext>
            </a:extLst>
          </p:cNvPr>
          <p:cNvSpPr>
            <a:spLocks noGrp="1"/>
          </p:cNvSpPr>
          <p:nvPr/>
        </p:nvSpPr>
        <p:spPr>
          <a:xfrm>
            <a:off x="4953000" y="2724150"/>
            <a:ext cx="9525" cy="171450"/>
          </a:xfrm>
          <a:custGeom>
            <a:avLst/>
            <a:gdLst/>
            <a:ahLst/>
            <a:cxnLst/>
            <a:rect l="0" t="0" r="0" b="0"/>
            <a:pathLst>
              <a:path w="9525" h="171450">
                <a:moveTo>
                  <a:pt x="0" y="0"/>
                </a:moveTo>
                <a:lnTo>
                  <a:pt x="0" y="171450"/>
                </a:lnTo>
              </a:path>
            </a:pathLst>
          </a:custGeom>
          <a:noFill/>
          <a:ln w="19050">
            <a:solidFill>
              <a:srgbClr val="18364F"/>
            </a:solidFill>
          </a:ln>
        </p:spPr>
      </p:sp>
      <p:sp>
        <p:nvSpPr>
          <p:cNvPr id="11" name="正方形/長方形 10">
            <a:extLst>
              <a:ext uri="{FF2B5EF4-FFF2-40B4-BE49-F238E27FC236}">
                <a16:creationId xmlns:a16="http://schemas.microsoft.com/office/drawing/2014/main" id="{E5B58732-B096-4747-978C-4BAF2825951B}"/>
              </a:ext>
            </a:extLst>
          </p:cNvPr>
          <p:cNvSpPr>
            <a:spLocks noGrp="1"/>
          </p:cNvSpPr>
          <p:nvPr/>
        </p:nvSpPr>
        <p:spPr>
          <a:xfrm>
            <a:off x="4648200" y="2981325"/>
            <a:ext cx="1238250" cy="381000"/>
          </a:xfrm>
          <a:prstGeom prst="rect">
            <a:avLst/>
          </a:prstGeom>
          <a:noFill/>
          <a:ln w="0">
            <a:noFill/>
          </a:ln>
        </p:spPr>
        <p:txBody>
          <a:bodyPr lIns="0" tIns="0" rIns="0" bIns="0" anchor="ctr">
            <a:noAutofit/>
          </a:bodyPr>
          <a:lstStyle>
            <a:defPPr>
              <a:defRPr sz="1725" b="0">
                <a:solidFill>
                  <a:srgbClr val="253C4D"/>
                </a:solidFill>
                <a:latin typeface="Yu Gothic"/>
                <a:ea typeface="Yu Gothic"/>
                <a:cs typeface="Yu Gothic"/>
              </a:defRPr>
            </a:defPPr>
            <a:lvl1pPr>
              <a:buNone/>
              <a:defRPr sz="1725" b="0">
                <a:solidFill>
                  <a:srgbClr val="253C4D"/>
                </a:solidFill>
                <a:latin typeface="Yu Gothic"/>
                <a:ea typeface="Yu Gothic"/>
                <a:cs typeface="Yu Gothic"/>
              </a:defRPr>
            </a:lvl1pPr>
            <a:lvl2pPr>
              <a:buNone/>
              <a:defRPr sz="1725" b="0">
                <a:solidFill>
                  <a:srgbClr val="253C4D"/>
                </a:solidFill>
                <a:latin typeface="Yu Gothic"/>
                <a:ea typeface="Yu Gothic"/>
                <a:cs typeface="Yu Gothic"/>
              </a:defRPr>
            </a:lvl2pPr>
            <a:lvl3pPr>
              <a:buNone/>
              <a:defRPr sz="1725" b="0">
                <a:solidFill>
                  <a:srgbClr val="253C4D"/>
                </a:solidFill>
                <a:latin typeface="Yu Gothic"/>
                <a:ea typeface="Yu Gothic"/>
                <a:cs typeface="Yu Gothic"/>
              </a:defRPr>
            </a:lvl3pPr>
            <a:lvl4pPr>
              <a:buNone/>
              <a:defRPr sz="1725" b="0">
                <a:solidFill>
                  <a:srgbClr val="253C4D"/>
                </a:solidFill>
                <a:latin typeface="Yu Gothic"/>
                <a:ea typeface="Yu Gothic"/>
                <a:cs typeface="Yu Gothic"/>
              </a:defRPr>
            </a:lvl4pPr>
            <a:lvl5pPr>
              <a:buNone/>
              <a:defRPr sz="1725" b="0">
                <a:solidFill>
                  <a:srgbClr val="253C4D"/>
                </a:solidFill>
                <a:latin typeface="Yu Gothic"/>
                <a:ea typeface="Yu Gothic"/>
                <a:cs typeface="Yu Gothic"/>
              </a:defRPr>
            </a:lvl5pPr>
            <a:lvl6pPr>
              <a:buNone/>
              <a:defRPr sz="1725" b="0">
                <a:solidFill>
                  <a:srgbClr val="253C4D"/>
                </a:solidFill>
                <a:latin typeface="Yu Gothic"/>
                <a:ea typeface="Yu Gothic"/>
                <a:cs typeface="Yu Gothic"/>
              </a:defRPr>
            </a:lvl6pPr>
            <a:lvl7pPr>
              <a:buNone/>
              <a:defRPr sz="1725" b="0">
                <a:solidFill>
                  <a:srgbClr val="253C4D"/>
                </a:solidFill>
                <a:latin typeface="Yu Gothic"/>
                <a:ea typeface="Yu Gothic"/>
                <a:cs typeface="Yu Gothic"/>
              </a:defRPr>
            </a:lvl7pPr>
            <a:lvl8pPr>
              <a:buNone/>
              <a:defRPr sz="1725" b="0">
                <a:solidFill>
                  <a:srgbClr val="253C4D"/>
                </a:solidFill>
                <a:latin typeface="Yu Gothic"/>
                <a:ea typeface="Yu Gothic"/>
                <a:cs typeface="Yu Gothic"/>
              </a:defRPr>
            </a:lvl8pPr>
            <a:lvl9pPr>
              <a:buNone/>
              <a:defRPr sz="1725" b="0">
                <a:solidFill>
                  <a:srgbClr val="253C4D"/>
                </a:solidFill>
                <a:latin typeface="Yu Gothic"/>
                <a:ea typeface="Yu Gothic"/>
                <a:cs typeface="Yu Gothic"/>
              </a:defRPr>
            </a:lvl9pPr>
          </a:lstStyle>
          <a:p>
            <a:pPr>
              <a:buNone/>
              <a:defRPr sz="1725" b="0">
                <a:solidFill>
                  <a:srgbClr val="253C4D"/>
                </a:solidFill>
                <a:latin typeface="Yu Gothic"/>
                <a:ea typeface="Yu Gothic"/>
                <a:cs typeface="Yu Gothic"/>
              </a:defRPr>
            </a:pPr>
            <a:r>
              <a:rPr sz="1725" b="0">
                <a:solidFill>
                  <a:srgbClr val="253C4D"/>
                </a:solidFill>
                <a:latin typeface="Yu Gothic"/>
                <a:ea typeface="Yu Gothic"/>
                <a:cs typeface="Yu Gothic"/>
              </a:rPr>
              <a:t>10年</a:t>
            </a:r>
          </a:p>
        </p:txBody>
      </p:sp>
      <p:sp>
        <p:nvSpPr>
          <p:cNvPr id="12" name="正方形/長方形 11">
            <a:extLst>
              <a:ext uri="{FF2B5EF4-FFF2-40B4-BE49-F238E27FC236}">
                <a16:creationId xmlns:a16="http://schemas.microsoft.com/office/drawing/2014/main" id="{82F70EF6-9385-4150-A073-50398C2B8968}"/>
              </a:ext>
            </a:extLst>
          </p:cNvPr>
          <p:cNvSpPr>
            <a:spLocks noGrp="1"/>
          </p:cNvSpPr>
          <p:nvPr/>
        </p:nvSpPr>
        <p:spPr>
          <a:xfrm>
            <a:off x="4286250" y="2105025"/>
            <a:ext cx="1809750" cy="571500"/>
          </a:xfrm>
          <a:prstGeom prst="rect">
            <a:avLst/>
          </a:prstGeom>
          <a:noFill/>
          <a:ln w="0">
            <a:noFill/>
          </a:ln>
        </p:spPr>
        <p:txBody>
          <a:bodyPr lIns="0" tIns="0" rIns="0" bIns="0" anchor="ctr">
            <a:noAutofit/>
          </a:bodyPr>
          <a:lstStyle>
            <a:defPPr>
              <a:defRPr sz="1875" b="1">
                <a:solidFill>
                  <a:srgbClr val="2876A8"/>
                </a:solidFill>
                <a:latin typeface="Yu Gothic"/>
                <a:ea typeface="Yu Gothic"/>
                <a:cs typeface="Yu Gothic"/>
              </a:defRPr>
            </a:defPPr>
            <a:lvl1pPr>
              <a:buNone/>
              <a:defRPr sz="1875" b="1">
                <a:solidFill>
                  <a:srgbClr val="2876A8"/>
                </a:solidFill>
                <a:latin typeface="Yu Gothic"/>
                <a:ea typeface="Yu Gothic"/>
                <a:cs typeface="Yu Gothic"/>
              </a:defRPr>
            </a:lvl1pPr>
            <a:lvl2pPr>
              <a:buNone/>
              <a:defRPr sz="1875" b="1">
                <a:solidFill>
                  <a:srgbClr val="2876A8"/>
                </a:solidFill>
                <a:latin typeface="Yu Gothic"/>
                <a:ea typeface="Yu Gothic"/>
                <a:cs typeface="Yu Gothic"/>
              </a:defRPr>
            </a:lvl2pPr>
            <a:lvl3pPr>
              <a:buNone/>
              <a:defRPr sz="1875" b="1">
                <a:solidFill>
                  <a:srgbClr val="2876A8"/>
                </a:solidFill>
                <a:latin typeface="Yu Gothic"/>
                <a:ea typeface="Yu Gothic"/>
                <a:cs typeface="Yu Gothic"/>
              </a:defRPr>
            </a:lvl3pPr>
            <a:lvl4pPr>
              <a:buNone/>
              <a:defRPr sz="1875" b="1">
                <a:solidFill>
                  <a:srgbClr val="2876A8"/>
                </a:solidFill>
                <a:latin typeface="Yu Gothic"/>
                <a:ea typeface="Yu Gothic"/>
                <a:cs typeface="Yu Gothic"/>
              </a:defRPr>
            </a:lvl4pPr>
            <a:lvl5pPr>
              <a:buNone/>
              <a:defRPr sz="1875" b="1">
                <a:solidFill>
                  <a:srgbClr val="2876A8"/>
                </a:solidFill>
                <a:latin typeface="Yu Gothic"/>
                <a:ea typeface="Yu Gothic"/>
                <a:cs typeface="Yu Gothic"/>
              </a:defRPr>
            </a:lvl5pPr>
            <a:lvl6pPr>
              <a:buNone/>
              <a:defRPr sz="1875" b="1">
                <a:solidFill>
                  <a:srgbClr val="2876A8"/>
                </a:solidFill>
                <a:latin typeface="Yu Gothic"/>
                <a:ea typeface="Yu Gothic"/>
                <a:cs typeface="Yu Gothic"/>
              </a:defRPr>
            </a:lvl6pPr>
            <a:lvl7pPr>
              <a:buNone/>
              <a:defRPr sz="1875" b="1">
                <a:solidFill>
                  <a:srgbClr val="2876A8"/>
                </a:solidFill>
                <a:latin typeface="Yu Gothic"/>
                <a:ea typeface="Yu Gothic"/>
                <a:cs typeface="Yu Gothic"/>
              </a:defRPr>
            </a:lvl7pPr>
            <a:lvl8pPr>
              <a:buNone/>
              <a:defRPr sz="1875" b="1">
                <a:solidFill>
                  <a:srgbClr val="2876A8"/>
                </a:solidFill>
                <a:latin typeface="Yu Gothic"/>
                <a:ea typeface="Yu Gothic"/>
                <a:cs typeface="Yu Gothic"/>
              </a:defRPr>
            </a:lvl8pPr>
            <a:lvl9pPr>
              <a:buNone/>
              <a:defRPr sz="1875" b="1">
                <a:solidFill>
                  <a:srgbClr val="2876A8"/>
                </a:solidFill>
                <a:latin typeface="Yu Gothic"/>
                <a:ea typeface="Yu Gothic"/>
                <a:cs typeface="Yu Gothic"/>
              </a:defRPr>
            </a:lvl9pPr>
          </a:lstStyle>
          <a:p>
            <a:pPr>
              <a:buNone/>
              <a:defRPr sz="1875" b="1">
                <a:solidFill>
                  <a:srgbClr val="2876A8"/>
                </a:solidFill>
                <a:latin typeface="Yu Gothic"/>
                <a:ea typeface="Yu Gothic"/>
                <a:cs typeface="Yu Gothic"/>
              </a:defRPr>
            </a:pPr>
            <a:r>
              <a:rPr sz="1875" b="1">
                <a:solidFill>
                  <a:srgbClr val="2876A8"/>
                </a:solidFill>
                <a:latin typeface="Yu Gothic"/>
                <a:ea typeface="Yu Gothic"/>
                <a:cs typeface="Yu Gothic"/>
              </a:rPr>
              <a:t>処理・製造</a:t>
            </a:r>
          </a:p>
        </p:txBody>
      </p:sp>
      <p:sp>
        <p:nvSpPr>
          <p:cNvPr id="13" name="フリーフォーム: 図形 12">
            <a:extLst>
              <a:ext uri="{FF2B5EF4-FFF2-40B4-BE49-F238E27FC236}">
                <a16:creationId xmlns:a16="http://schemas.microsoft.com/office/drawing/2014/main" id="{CD8B464F-3336-4BC9-8AB8-BB552F22050A}"/>
              </a:ext>
            </a:extLst>
          </p:cNvPr>
          <p:cNvSpPr>
            <a:spLocks noGrp="1"/>
          </p:cNvSpPr>
          <p:nvPr/>
        </p:nvSpPr>
        <p:spPr>
          <a:xfrm>
            <a:off x="7715250" y="2724150"/>
            <a:ext cx="9525" cy="171450"/>
          </a:xfrm>
          <a:custGeom>
            <a:avLst/>
            <a:gdLst/>
            <a:ahLst/>
            <a:cxnLst/>
            <a:rect l="0" t="0" r="0" b="0"/>
            <a:pathLst>
              <a:path w="9525" h="171450">
                <a:moveTo>
                  <a:pt x="0" y="0"/>
                </a:moveTo>
                <a:lnTo>
                  <a:pt x="0" y="171450"/>
                </a:lnTo>
              </a:path>
            </a:pathLst>
          </a:custGeom>
          <a:noFill/>
          <a:ln w="19050">
            <a:solidFill>
              <a:srgbClr val="18364F"/>
            </a:solidFill>
          </a:ln>
        </p:spPr>
      </p:sp>
      <p:sp>
        <p:nvSpPr>
          <p:cNvPr id="14" name="正方形/長方形 13">
            <a:extLst>
              <a:ext uri="{FF2B5EF4-FFF2-40B4-BE49-F238E27FC236}">
                <a16:creationId xmlns:a16="http://schemas.microsoft.com/office/drawing/2014/main" id="{0CDCB903-DD5E-4B6C-AE79-67E9F1982A92}"/>
              </a:ext>
            </a:extLst>
          </p:cNvPr>
          <p:cNvSpPr>
            <a:spLocks noGrp="1"/>
          </p:cNvSpPr>
          <p:nvPr/>
        </p:nvSpPr>
        <p:spPr>
          <a:xfrm>
            <a:off x="7410450" y="2981325"/>
            <a:ext cx="1238250" cy="381000"/>
          </a:xfrm>
          <a:prstGeom prst="rect">
            <a:avLst/>
          </a:prstGeom>
          <a:noFill/>
          <a:ln w="0">
            <a:noFill/>
          </a:ln>
        </p:spPr>
        <p:txBody>
          <a:bodyPr lIns="0" tIns="0" rIns="0" bIns="0" anchor="ctr">
            <a:noAutofit/>
          </a:bodyPr>
          <a:lstStyle>
            <a:defPPr>
              <a:defRPr sz="1725" b="0">
                <a:solidFill>
                  <a:srgbClr val="253C4D"/>
                </a:solidFill>
                <a:latin typeface="Yu Gothic"/>
                <a:ea typeface="Yu Gothic"/>
                <a:cs typeface="Yu Gothic"/>
              </a:defRPr>
            </a:defPPr>
            <a:lvl1pPr>
              <a:buNone/>
              <a:defRPr sz="1725" b="0">
                <a:solidFill>
                  <a:srgbClr val="253C4D"/>
                </a:solidFill>
                <a:latin typeface="Yu Gothic"/>
                <a:ea typeface="Yu Gothic"/>
                <a:cs typeface="Yu Gothic"/>
              </a:defRPr>
            </a:lvl1pPr>
            <a:lvl2pPr>
              <a:buNone/>
              <a:defRPr sz="1725" b="0">
                <a:solidFill>
                  <a:srgbClr val="253C4D"/>
                </a:solidFill>
                <a:latin typeface="Yu Gothic"/>
                <a:ea typeface="Yu Gothic"/>
                <a:cs typeface="Yu Gothic"/>
              </a:defRPr>
            </a:lvl2pPr>
            <a:lvl3pPr>
              <a:buNone/>
              <a:defRPr sz="1725" b="0">
                <a:solidFill>
                  <a:srgbClr val="253C4D"/>
                </a:solidFill>
                <a:latin typeface="Yu Gothic"/>
                <a:ea typeface="Yu Gothic"/>
                <a:cs typeface="Yu Gothic"/>
              </a:defRPr>
            </a:lvl3pPr>
            <a:lvl4pPr>
              <a:buNone/>
              <a:defRPr sz="1725" b="0">
                <a:solidFill>
                  <a:srgbClr val="253C4D"/>
                </a:solidFill>
                <a:latin typeface="Yu Gothic"/>
                <a:ea typeface="Yu Gothic"/>
                <a:cs typeface="Yu Gothic"/>
              </a:defRPr>
            </a:lvl4pPr>
            <a:lvl5pPr>
              <a:buNone/>
              <a:defRPr sz="1725" b="0">
                <a:solidFill>
                  <a:srgbClr val="253C4D"/>
                </a:solidFill>
                <a:latin typeface="Yu Gothic"/>
                <a:ea typeface="Yu Gothic"/>
                <a:cs typeface="Yu Gothic"/>
              </a:defRPr>
            </a:lvl5pPr>
            <a:lvl6pPr>
              <a:buNone/>
              <a:defRPr sz="1725" b="0">
                <a:solidFill>
                  <a:srgbClr val="253C4D"/>
                </a:solidFill>
                <a:latin typeface="Yu Gothic"/>
                <a:ea typeface="Yu Gothic"/>
                <a:cs typeface="Yu Gothic"/>
              </a:defRPr>
            </a:lvl6pPr>
            <a:lvl7pPr>
              <a:buNone/>
              <a:defRPr sz="1725" b="0">
                <a:solidFill>
                  <a:srgbClr val="253C4D"/>
                </a:solidFill>
                <a:latin typeface="Yu Gothic"/>
                <a:ea typeface="Yu Gothic"/>
                <a:cs typeface="Yu Gothic"/>
              </a:defRPr>
            </a:lvl7pPr>
            <a:lvl8pPr>
              <a:buNone/>
              <a:defRPr sz="1725" b="0">
                <a:solidFill>
                  <a:srgbClr val="253C4D"/>
                </a:solidFill>
                <a:latin typeface="Yu Gothic"/>
                <a:ea typeface="Yu Gothic"/>
                <a:cs typeface="Yu Gothic"/>
              </a:defRPr>
            </a:lvl8pPr>
            <a:lvl9pPr>
              <a:buNone/>
              <a:defRPr sz="1725" b="0">
                <a:solidFill>
                  <a:srgbClr val="253C4D"/>
                </a:solidFill>
                <a:latin typeface="Yu Gothic"/>
                <a:ea typeface="Yu Gothic"/>
                <a:cs typeface="Yu Gothic"/>
              </a:defRPr>
            </a:lvl9pPr>
          </a:lstStyle>
          <a:p>
            <a:pPr>
              <a:buNone/>
              <a:defRPr sz="1725" b="0">
                <a:solidFill>
                  <a:srgbClr val="253C4D"/>
                </a:solidFill>
                <a:latin typeface="Yu Gothic"/>
                <a:ea typeface="Yu Gothic"/>
                <a:cs typeface="Yu Gothic"/>
              </a:defRPr>
            </a:pPr>
            <a:r>
              <a:rPr sz="1725" b="0">
                <a:solidFill>
                  <a:srgbClr val="253C4D"/>
                </a:solidFill>
                <a:latin typeface="Yu Gothic"/>
                <a:ea typeface="Yu Gothic"/>
                <a:cs typeface="Yu Gothic"/>
              </a:rPr>
              <a:t>20年</a:t>
            </a:r>
          </a:p>
        </p:txBody>
      </p:sp>
      <p:sp>
        <p:nvSpPr>
          <p:cNvPr id="15" name="正方形/長方形 14">
            <a:extLst>
              <a:ext uri="{FF2B5EF4-FFF2-40B4-BE49-F238E27FC236}">
                <a16:creationId xmlns:a16="http://schemas.microsoft.com/office/drawing/2014/main" id="{8FC37E57-A1B2-42AA-AA62-2BCB148208E4}"/>
              </a:ext>
            </a:extLst>
          </p:cNvPr>
          <p:cNvSpPr>
            <a:spLocks noGrp="1"/>
          </p:cNvSpPr>
          <p:nvPr/>
        </p:nvSpPr>
        <p:spPr>
          <a:xfrm>
            <a:off x="7048500" y="2105025"/>
            <a:ext cx="1809750" cy="571500"/>
          </a:xfrm>
          <a:prstGeom prst="rect">
            <a:avLst/>
          </a:prstGeom>
          <a:noFill/>
          <a:ln w="0">
            <a:noFill/>
          </a:ln>
        </p:spPr>
        <p:txBody>
          <a:bodyPr lIns="0" tIns="0" rIns="0" bIns="0" anchor="ctr">
            <a:noAutofit/>
          </a:bodyPr>
          <a:lstStyle>
            <a:defPPr>
              <a:defRPr sz="1875" b="1">
                <a:solidFill>
                  <a:srgbClr val="2876A8"/>
                </a:solidFill>
                <a:latin typeface="Yu Gothic"/>
                <a:ea typeface="Yu Gothic"/>
                <a:cs typeface="Yu Gothic"/>
              </a:defRPr>
            </a:defPPr>
            <a:lvl1pPr>
              <a:buNone/>
              <a:defRPr sz="1875" b="1">
                <a:solidFill>
                  <a:srgbClr val="2876A8"/>
                </a:solidFill>
                <a:latin typeface="Yu Gothic"/>
                <a:ea typeface="Yu Gothic"/>
                <a:cs typeface="Yu Gothic"/>
              </a:defRPr>
            </a:lvl1pPr>
            <a:lvl2pPr>
              <a:buNone/>
              <a:defRPr sz="1875" b="1">
                <a:solidFill>
                  <a:srgbClr val="2876A8"/>
                </a:solidFill>
                <a:latin typeface="Yu Gothic"/>
                <a:ea typeface="Yu Gothic"/>
                <a:cs typeface="Yu Gothic"/>
              </a:defRPr>
            </a:lvl2pPr>
            <a:lvl3pPr>
              <a:buNone/>
              <a:defRPr sz="1875" b="1">
                <a:solidFill>
                  <a:srgbClr val="2876A8"/>
                </a:solidFill>
                <a:latin typeface="Yu Gothic"/>
                <a:ea typeface="Yu Gothic"/>
                <a:cs typeface="Yu Gothic"/>
              </a:defRPr>
            </a:lvl3pPr>
            <a:lvl4pPr>
              <a:buNone/>
              <a:defRPr sz="1875" b="1">
                <a:solidFill>
                  <a:srgbClr val="2876A8"/>
                </a:solidFill>
                <a:latin typeface="Yu Gothic"/>
                <a:ea typeface="Yu Gothic"/>
                <a:cs typeface="Yu Gothic"/>
              </a:defRPr>
            </a:lvl4pPr>
            <a:lvl5pPr>
              <a:buNone/>
              <a:defRPr sz="1875" b="1">
                <a:solidFill>
                  <a:srgbClr val="2876A8"/>
                </a:solidFill>
                <a:latin typeface="Yu Gothic"/>
                <a:ea typeface="Yu Gothic"/>
                <a:cs typeface="Yu Gothic"/>
              </a:defRPr>
            </a:lvl5pPr>
            <a:lvl6pPr>
              <a:buNone/>
              <a:defRPr sz="1875" b="1">
                <a:solidFill>
                  <a:srgbClr val="2876A8"/>
                </a:solidFill>
                <a:latin typeface="Yu Gothic"/>
                <a:ea typeface="Yu Gothic"/>
                <a:cs typeface="Yu Gothic"/>
              </a:defRPr>
            </a:lvl6pPr>
            <a:lvl7pPr>
              <a:buNone/>
              <a:defRPr sz="1875" b="1">
                <a:solidFill>
                  <a:srgbClr val="2876A8"/>
                </a:solidFill>
                <a:latin typeface="Yu Gothic"/>
                <a:ea typeface="Yu Gothic"/>
                <a:cs typeface="Yu Gothic"/>
              </a:defRPr>
            </a:lvl7pPr>
            <a:lvl8pPr>
              <a:buNone/>
              <a:defRPr sz="1875" b="1">
                <a:solidFill>
                  <a:srgbClr val="2876A8"/>
                </a:solidFill>
                <a:latin typeface="Yu Gothic"/>
                <a:ea typeface="Yu Gothic"/>
                <a:cs typeface="Yu Gothic"/>
              </a:defRPr>
            </a:lvl8pPr>
            <a:lvl9pPr>
              <a:buNone/>
              <a:defRPr sz="1875" b="1">
                <a:solidFill>
                  <a:srgbClr val="2876A8"/>
                </a:solidFill>
                <a:latin typeface="Yu Gothic"/>
                <a:ea typeface="Yu Gothic"/>
                <a:cs typeface="Yu Gothic"/>
              </a:defRPr>
            </a:lvl9pPr>
          </a:lstStyle>
          <a:p>
            <a:pPr>
              <a:buNone/>
              <a:defRPr sz="1875" b="1">
                <a:solidFill>
                  <a:srgbClr val="2876A8"/>
                </a:solidFill>
                <a:latin typeface="Yu Gothic"/>
                <a:ea typeface="Yu Gothic"/>
                <a:cs typeface="Yu Gothic"/>
              </a:defRPr>
            </a:pPr>
            <a:r>
              <a:rPr sz="1875" b="1">
                <a:solidFill>
                  <a:srgbClr val="2876A8"/>
                </a:solidFill>
                <a:latin typeface="Yu Gothic"/>
                <a:ea typeface="Yu Gothic"/>
                <a:cs typeface="Yu Gothic"/>
              </a:rPr>
              <a:t>処理・製造</a:t>
            </a:r>
          </a:p>
        </p:txBody>
      </p:sp>
      <p:sp>
        <p:nvSpPr>
          <p:cNvPr id="16" name="フリーフォーム: 図形 15">
            <a:extLst>
              <a:ext uri="{FF2B5EF4-FFF2-40B4-BE49-F238E27FC236}">
                <a16:creationId xmlns:a16="http://schemas.microsoft.com/office/drawing/2014/main" id="{655D2D3D-E4AA-48CA-888E-0A6F2A59A7E4}"/>
              </a:ext>
            </a:extLst>
          </p:cNvPr>
          <p:cNvSpPr>
            <a:spLocks noGrp="1"/>
          </p:cNvSpPr>
          <p:nvPr/>
        </p:nvSpPr>
        <p:spPr>
          <a:xfrm>
            <a:off x="10477500" y="2724150"/>
            <a:ext cx="9525" cy="171450"/>
          </a:xfrm>
          <a:custGeom>
            <a:avLst/>
            <a:gdLst/>
            <a:ahLst/>
            <a:cxnLst/>
            <a:rect l="0" t="0" r="0" b="0"/>
            <a:pathLst>
              <a:path w="9525" h="171450">
                <a:moveTo>
                  <a:pt x="0" y="0"/>
                </a:moveTo>
                <a:lnTo>
                  <a:pt x="0" y="171450"/>
                </a:lnTo>
              </a:path>
            </a:pathLst>
          </a:custGeom>
          <a:noFill/>
          <a:ln w="19050">
            <a:solidFill>
              <a:srgbClr val="18364F"/>
            </a:solidFill>
          </a:ln>
        </p:spPr>
      </p:sp>
      <p:sp>
        <p:nvSpPr>
          <p:cNvPr id="17" name="正方形/長方形 16">
            <a:extLst>
              <a:ext uri="{FF2B5EF4-FFF2-40B4-BE49-F238E27FC236}">
                <a16:creationId xmlns:a16="http://schemas.microsoft.com/office/drawing/2014/main" id="{C5618A18-07E2-475B-BB0D-12A7F0553EF2}"/>
              </a:ext>
            </a:extLst>
          </p:cNvPr>
          <p:cNvSpPr>
            <a:spLocks noGrp="1"/>
          </p:cNvSpPr>
          <p:nvPr/>
        </p:nvSpPr>
        <p:spPr>
          <a:xfrm>
            <a:off x="10172700" y="2981325"/>
            <a:ext cx="1238250" cy="381000"/>
          </a:xfrm>
          <a:prstGeom prst="rect">
            <a:avLst/>
          </a:prstGeom>
          <a:noFill/>
          <a:ln w="0">
            <a:noFill/>
          </a:ln>
        </p:spPr>
        <p:txBody>
          <a:bodyPr lIns="0" tIns="0" rIns="0" bIns="0" anchor="ctr">
            <a:noAutofit/>
          </a:bodyPr>
          <a:lstStyle>
            <a:defPPr>
              <a:defRPr sz="1725" b="0">
                <a:solidFill>
                  <a:srgbClr val="253C4D"/>
                </a:solidFill>
                <a:latin typeface="Yu Gothic"/>
                <a:ea typeface="Yu Gothic"/>
                <a:cs typeface="Yu Gothic"/>
              </a:defRPr>
            </a:defPPr>
            <a:lvl1pPr>
              <a:buNone/>
              <a:defRPr sz="1725" b="0">
                <a:solidFill>
                  <a:srgbClr val="253C4D"/>
                </a:solidFill>
                <a:latin typeface="Yu Gothic"/>
                <a:ea typeface="Yu Gothic"/>
                <a:cs typeface="Yu Gothic"/>
              </a:defRPr>
            </a:lvl1pPr>
            <a:lvl2pPr>
              <a:buNone/>
              <a:defRPr sz="1725" b="0">
                <a:solidFill>
                  <a:srgbClr val="253C4D"/>
                </a:solidFill>
                <a:latin typeface="Yu Gothic"/>
                <a:ea typeface="Yu Gothic"/>
                <a:cs typeface="Yu Gothic"/>
              </a:defRPr>
            </a:lvl2pPr>
            <a:lvl3pPr>
              <a:buNone/>
              <a:defRPr sz="1725" b="0">
                <a:solidFill>
                  <a:srgbClr val="253C4D"/>
                </a:solidFill>
                <a:latin typeface="Yu Gothic"/>
                <a:ea typeface="Yu Gothic"/>
                <a:cs typeface="Yu Gothic"/>
              </a:defRPr>
            </a:lvl3pPr>
            <a:lvl4pPr>
              <a:buNone/>
              <a:defRPr sz="1725" b="0">
                <a:solidFill>
                  <a:srgbClr val="253C4D"/>
                </a:solidFill>
                <a:latin typeface="Yu Gothic"/>
                <a:ea typeface="Yu Gothic"/>
                <a:cs typeface="Yu Gothic"/>
              </a:defRPr>
            </a:lvl4pPr>
            <a:lvl5pPr>
              <a:buNone/>
              <a:defRPr sz="1725" b="0">
                <a:solidFill>
                  <a:srgbClr val="253C4D"/>
                </a:solidFill>
                <a:latin typeface="Yu Gothic"/>
                <a:ea typeface="Yu Gothic"/>
                <a:cs typeface="Yu Gothic"/>
              </a:defRPr>
            </a:lvl5pPr>
            <a:lvl6pPr>
              <a:buNone/>
              <a:defRPr sz="1725" b="0">
                <a:solidFill>
                  <a:srgbClr val="253C4D"/>
                </a:solidFill>
                <a:latin typeface="Yu Gothic"/>
                <a:ea typeface="Yu Gothic"/>
                <a:cs typeface="Yu Gothic"/>
              </a:defRPr>
            </a:lvl6pPr>
            <a:lvl7pPr>
              <a:buNone/>
              <a:defRPr sz="1725" b="0">
                <a:solidFill>
                  <a:srgbClr val="253C4D"/>
                </a:solidFill>
                <a:latin typeface="Yu Gothic"/>
                <a:ea typeface="Yu Gothic"/>
                <a:cs typeface="Yu Gothic"/>
              </a:defRPr>
            </a:lvl7pPr>
            <a:lvl8pPr>
              <a:buNone/>
              <a:defRPr sz="1725" b="0">
                <a:solidFill>
                  <a:srgbClr val="253C4D"/>
                </a:solidFill>
                <a:latin typeface="Yu Gothic"/>
                <a:ea typeface="Yu Gothic"/>
                <a:cs typeface="Yu Gothic"/>
              </a:defRPr>
            </a:lvl8pPr>
            <a:lvl9pPr>
              <a:buNone/>
              <a:defRPr sz="1725" b="0">
                <a:solidFill>
                  <a:srgbClr val="253C4D"/>
                </a:solidFill>
                <a:latin typeface="Yu Gothic"/>
                <a:ea typeface="Yu Gothic"/>
                <a:cs typeface="Yu Gothic"/>
              </a:defRPr>
            </a:lvl9pPr>
          </a:lstStyle>
          <a:p>
            <a:pPr>
              <a:buNone/>
              <a:defRPr sz="1725" b="0">
                <a:solidFill>
                  <a:srgbClr val="253C4D"/>
                </a:solidFill>
                <a:latin typeface="Yu Gothic"/>
                <a:ea typeface="Yu Gothic"/>
                <a:cs typeface="Yu Gothic"/>
              </a:defRPr>
            </a:pPr>
            <a:r>
              <a:rPr sz="1725" b="0">
                <a:solidFill>
                  <a:srgbClr val="253C4D"/>
                </a:solidFill>
                <a:latin typeface="Yu Gothic"/>
                <a:ea typeface="Yu Gothic"/>
                <a:cs typeface="Yu Gothic"/>
              </a:rPr>
              <a:t>30年</a:t>
            </a:r>
          </a:p>
        </p:txBody>
      </p:sp>
      <p:sp>
        <p:nvSpPr>
          <p:cNvPr id="18" name="正方形/長方形 17">
            <a:extLst>
              <a:ext uri="{FF2B5EF4-FFF2-40B4-BE49-F238E27FC236}">
                <a16:creationId xmlns:a16="http://schemas.microsoft.com/office/drawing/2014/main" id="{BCC3D3F0-9B5F-46C1-A18A-7D373BAAE0F7}"/>
              </a:ext>
            </a:extLst>
          </p:cNvPr>
          <p:cNvSpPr>
            <a:spLocks noGrp="1"/>
          </p:cNvSpPr>
          <p:nvPr/>
        </p:nvSpPr>
        <p:spPr>
          <a:xfrm>
            <a:off x="9810750" y="2105025"/>
            <a:ext cx="1809750" cy="571500"/>
          </a:xfrm>
          <a:prstGeom prst="rect">
            <a:avLst/>
          </a:prstGeom>
          <a:noFill/>
          <a:ln w="0">
            <a:noFill/>
          </a:ln>
        </p:spPr>
        <p:txBody>
          <a:bodyPr lIns="0" tIns="0" rIns="0" bIns="0" anchor="ctr">
            <a:noAutofit/>
          </a:bodyPr>
          <a:lstStyle>
            <a:defPPr>
              <a:defRPr sz="1875" b="1">
                <a:solidFill>
                  <a:srgbClr val="2876A8"/>
                </a:solidFill>
                <a:latin typeface="Yu Gothic"/>
                <a:ea typeface="Yu Gothic"/>
                <a:cs typeface="Yu Gothic"/>
              </a:defRPr>
            </a:defPPr>
            <a:lvl1pPr>
              <a:buNone/>
              <a:defRPr sz="1875" b="1">
                <a:solidFill>
                  <a:srgbClr val="2876A8"/>
                </a:solidFill>
                <a:latin typeface="Yu Gothic"/>
                <a:ea typeface="Yu Gothic"/>
                <a:cs typeface="Yu Gothic"/>
              </a:defRPr>
            </a:lvl1pPr>
            <a:lvl2pPr>
              <a:buNone/>
              <a:defRPr sz="1875" b="1">
                <a:solidFill>
                  <a:srgbClr val="2876A8"/>
                </a:solidFill>
                <a:latin typeface="Yu Gothic"/>
                <a:ea typeface="Yu Gothic"/>
                <a:cs typeface="Yu Gothic"/>
              </a:defRPr>
            </a:lvl2pPr>
            <a:lvl3pPr>
              <a:buNone/>
              <a:defRPr sz="1875" b="1">
                <a:solidFill>
                  <a:srgbClr val="2876A8"/>
                </a:solidFill>
                <a:latin typeface="Yu Gothic"/>
                <a:ea typeface="Yu Gothic"/>
                <a:cs typeface="Yu Gothic"/>
              </a:defRPr>
            </a:lvl3pPr>
            <a:lvl4pPr>
              <a:buNone/>
              <a:defRPr sz="1875" b="1">
                <a:solidFill>
                  <a:srgbClr val="2876A8"/>
                </a:solidFill>
                <a:latin typeface="Yu Gothic"/>
                <a:ea typeface="Yu Gothic"/>
                <a:cs typeface="Yu Gothic"/>
              </a:defRPr>
            </a:lvl4pPr>
            <a:lvl5pPr>
              <a:buNone/>
              <a:defRPr sz="1875" b="1">
                <a:solidFill>
                  <a:srgbClr val="2876A8"/>
                </a:solidFill>
                <a:latin typeface="Yu Gothic"/>
                <a:ea typeface="Yu Gothic"/>
                <a:cs typeface="Yu Gothic"/>
              </a:defRPr>
            </a:lvl5pPr>
            <a:lvl6pPr>
              <a:buNone/>
              <a:defRPr sz="1875" b="1">
                <a:solidFill>
                  <a:srgbClr val="2876A8"/>
                </a:solidFill>
                <a:latin typeface="Yu Gothic"/>
                <a:ea typeface="Yu Gothic"/>
                <a:cs typeface="Yu Gothic"/>
              </a:defRPr>
            </a:lvl6pPr>
            <a:lvl7pPr>
              <a:buNone/>
              <a:defRPr sz="1875" b="1">
                <a:solidFill>
                  <a:srgbClr val="2876A8"/>
                </a:solidFill>
                <a:latin typeface="Yu Gothic"/>
                <a:ea typeface="Yu Gothic"/>
                <a:cs typeface="Yu Gothic"/>
              </a:defRPr>
            </a:lvl7pPr>
            <a:lvl8pPr>
              <a:buNone/>
              <a:defRPr sz="1875" b="1">
                <a:solidFill>
                  <a:srgbClr val="2876A8"/>
                </a:solidFill>
                <a:latin typeface="Yu Gothic"/>
                <a:ea typeface="Yu Gothic"/>
                <a:cs typeface="Yu Gothic"/>
              </a:defRPr>
            </a:lvl8pPr>
            <a:lvl9pPr>
              <a:buNone/>
              <a:defRPr sz="1875" b="1">
                <a:solidFill>
                  <a:srgbClr val="2876A8"/>
                </a:solidFill>
                <a:latin typeface="Yu Gothic"/>
                <a:ea typeface="Yu Gothic"/>
                <a:cs typeface="Yu Gothic"/>
              </a:defRPr>
            </a:lvl9pPr>
          </a:lstStyle>
          <a:p>
            <a:pPr>
              <a:buNone/>
              <a:defRPr sz="1875" b="1">
                <a:solidFill>
                  <a:srgbClr val="2876A8"/>
                </a:solidFill>
                <a:latin typeface="Yu Gothic"/>
                <a:ea typeface="Yu Gothic"/>
                <a:cs typeface="Yu Gothic"/>
              </a:defRPr>
            </a:pPr>
            <a:r>
              <a:rPr sz="1875" b="1">
                <a:solidFill>
                  <a:srgbClr val="2876A8"/>
                </a:solidFill>
                <a:latin typeface="Yu Gothic"/>
                <a:ea typeface="Yu Gothic"/>
                <a:cs typeface="Yu Gothic"/>
              </a:rPr>
              <a:t>処理</a:t>
            </a:r>
          </a:p>
        </p:txBody>
      </p:sp>
      <p:sp>
        <p:nvSpPr>
          <p:cNvPr id="19" name="正方形/長方形 18">
            <a:extLst>
              <a:ext uri="{FF2B5EF4-FFF2-40B4-BE49-F238E27FC236}">
                <a16:creationId xmlns:a16="http://schemas.microsoft.com/office/drawing/2014/main" id="{D408E1F7-4F05-4DC6-832F-C12A26F07531}"/>
              </a:ext>
            </a:extLst>
          </p:cNvPr>
          <p:cNvSpPr>
            <a:spLocks noGrp="1"/>
          </p:cNvSpPr>
          <p:nvPr/>
        </p:nvSpPr>
        <p:spPr>
          <a:xfrm>
            <a:off x="857250" y="4143375"/>
            <a:ext cx="762000" cy="619125"/>
          </a:xfrm>
          <a:prstGeom prst="rect">
            <a:avLst/>
          </a:prstGeom>
          <a:noFill/>
          <a:ln w="0">
            <a:noFill/>
          </a:ln>
        </p:spPr>
        <p:txBody>
          <a:bodyPr lIns="0" tIns="0" rIns="0" bIns="0" anchor="ctr">
            <a:noAutofit/>
          </a:bodyPr>
          <a:lstStyle>
            <a:defPPr>
              <a:defRPr sz="2850" b="1">
                <a:solidFill>
                  <a:srgbClr val="253C4D"/>
                </a:solidFill>
                <a:latin typeface="Yu Gothic"/>
                <a:ea typeface="Yu Gothic"/>
                <a:cs typeface="Yu Gothic"/>
              </a:defRPr>
            </a:defPPr>
            <a:lvl1pPr>
              <a:buNone/>
              <a:defRPr sz="2850" b="1">
                <a:solidFill>
                  <a:srgbClr val="253C4D"/>
                </a:solidFill>
                <a:latin typeface="Yu Gothic"/>
                <a:ea typeface="Yu Gothic"/>
                <a:cs typeface="Yu Gothic"/>
              </a:defRPr>
            </a:lvl1pPr>
            <a:lvl2pPr>
              <a:buNone/>
              <a:defRPr sz="2850" b="1">
                <a:solidFill>
                  <a:srgbClr val="253C4D"/>
                </a:solidFill>
                <a:latin typeface="Yu Gothic"/>
                <a:ea typeface="Yu Gothic"/>
                <a:cs typeface="Yu Gothic"/>
              </a:defRPr>
            </a:lvl2pPr>
            <a:lvl3pPr>
              <a:buNone/>
              <a:defRPr sz="2850" b="1">
                <a:solidFill>
                  <a:srgbClr val="253C4D"/>
                </a:solidFill>
                <a:latin typeface="Yu Gothic"/>
                <a:ea typeface="Yu Gothic"/>
                <a:cs typeface="Yu Gothic"/>
              </a:defRPr>
            </a:lvl3pPr>
            <a:lvl4pPr>
              <a:buNone/>
              <a:defRPr sz="2850" b="1">
                <a:solidFill>
                  <a:srgbClr val="253C4D"/>
                </a:solidFill>
                <a:latin typeface="Yu Gothic"/>
                <a:ea typeface="Yu Gothic"/>
                <a:cs typeface="Yu Gothic"/>
              </a:defRPr>
            </a:lvl4pPr>
            <a:lvl5pPr>
              <a:buNone/>
              <a:defRPr sz="2850" b="1">
                <a:solidFill>
                  <a:srgbClr val="253C4D"/>
                </a:solidFill>
                <a:latin typeface="Yu Gothic"/>
                <a:ea typeface="Yu Gothic"/>
                <a:cs typeface="Yu Gothic"/>
              </a:defRPr>
            </a:lvl5pPr>
            <a:lvl6pPr>
              <a:buNone/>
              <a:defRPr sz="2850" b="1">
                <a:solidFill>
                  <a:srgbClr val="253C4D"/>
                </a:solidFill>
                <a:latin typeface="Yu Gothic"/>
                <a:ea typeface="Yu Gothic"/>
                <a:cs typeface="Yu Gothic"/>
              </a:defRPr>
            </a:lvl6pPr>
            <a:lvl7pPr>
              <a:buNone/>
              <a:defRPr sz="2850" b="1">
                <a:solidFill>
                  <a:srgbClr val="253C4D"/>
                </a:solidFill>
                <a:latin typeface="Yu Gothic"/>
                <a:ea typeface="Yu Gothic"/>
                <a:cs typeface="Yu Gothic"/>
              </a:defRPr>
            </a:lvl7pPr>
            <a:lvl8pPr>
              <a:buNone/>
              <a:defRPr sz="2850" b="1">
                <a:solidFill>
                  <a:srgbClr val="253C4D"/>
                </a:solidFill>
                <a:latin typeface="Yu Gothic"/>
                <a:ea typeface="Yu Gothic"/>
                <a:cs typeface="Yu Gothic"/>
              </a:defRPr>
            </a:lvl8pPr>
            <a:lvl9pPr>
              <a:buNone/>
              <a:defRPr sz="2850" b="1">
                <a:solidFill>
                  <a:srgbClr val="253C4D"/>
                </a:solidFill>
                <a:latin typeface="Yu Gothic"/>
                <a:ea typeface="Yu Gothic"/>
                <a:cs typeface="Yu Gothic"/>
              </a:defRPr>
            </a:lvl9pPr>
          </a:lstStyle>
          <a:p>
            <a:pPr>
              <a:buNone/>
              <a:defRPr sz="2850" b="1">
                <a:solidFill>
                  <a:srgbClr val="253C4D"/>
                </a:solidFill>
                <a:latin typeface="Yu Gothic"/>
                <a:ea typeface="Yu Gothic"/>
                <a:cs typeface="Yu Gothic"/>
              </a:defRPr>
            </a:pPr>
            <a:r>
              <a:rPr sz="2850" b="1">
                <a:solidFill>
                  <a:srgbClr val="253C4D"/>
                </a:solidFill>
                <a:latin typeface="Yu Gothic"/>
                <a:ea typeface="Yu Gothic"/>
                <a:cs typeface="Yu Gothic"/>
              </a:rPr>
              <a:t>B</a:t>
            </a:r>
          </a:p>
        </p:txBody>
      </p:sp>
      <p:sp>
        <p:nvSpPr>
          <p:cNvPr id="20" name="フリーフォーム: 図形 19">
            <a:extLst>
              <a:ext uri="{FF2B5EF4-FFF2-40B4-BE49-F238E27FC236}">
                <a16:creationId xmlns:a16="http://schemas.microsoft.com/office/drawing/2014/main" id="{D2EC0B0C-11A7-4BD6-A852-343E0FC01010}"/>
              </a:ext>
            </a:extLst>
          </p:cNvPr>
          <p:cNvSpPr>
            <a:spLocks noGrp="1"/>
          </p:cNvSpPr>
          <p:nvPr/>
        </p:nvSpPr>
        <p:spPr>
          <a:xfrm>
            <a:off x="2190750" y="4524375"/>
            <a:ext cx="8477250" cy="9525"/>
          </a:xfrm>
          <a:custGeom>
            <a:avLst/>
            <a:gdLst/>
            <a:ahLst/>
            <a:cxnLst/>
            <a:rect l="0" t="0" r="0" b="0"/>
            <a:pathLst>
              <a:path w="8477250" h="9525">
                <a:moveTo>
                  <a:pt x="0" y="0"/>
                </a:moveTo>
                <a:lnTo>
                  <a:pt x="8477250" y="0"/>
                </a:lnTo>
              </a:path>
            </a:pathLst>
          </a:custGeom>
          <a:noFill/>
          <a:ln w="28575">
            <a:solidFill>
              <a:srgbClr val="18364F"/>
            </a:solidFill>
          </a:ln>
        </p:spPr>
      </p:sp>
      <p:sp>
        <p:nvSpPr>
          <p:cNvPr id="21" name="フリーフォーム: 図形 20">
            <a:extLst>
              <a:ext uri="{FF2B5EF4-FFF2-40B4-BE49-F238E27FC236}">
                <a16:creationId xmlns:a16="http://schemas.microsoft.com/office/drawing/2014/main" id="{8240D2DC-F104-40E4-BEAF-F4152A045759}"/>
              </a:ext>
            </a:extLst>
          </p:cNvPr>
          <p:cNvSpPr>
            <a:spLocks noGrp="1"/>
          </p:cNvSpPr>
          <p:nvPr/>
        </p:nvSpPr>
        <p:spPr>
          <a:xfrm>
            <a:off x="2190750" y="4438650"/>
            <a:ext cx="9525" cy="171450"/>
          </a:xfrm>
          <a:custGeom>
            <a:avLst/>
            <a:gdLst/>
            <a:ahLst/>
            <a:cxnLst/>
            <a:rect l="0" t="0" r="0" b="0"/>
            <a:pathLst>
              <a:path w="9525" h="171450">
                <a:moveTo>
                  <a:pt x="0" y="0"/>
                </a:moveTo>
                <a:lnTo>
                  <a:pt x="0" y="171450"/>
                </a:lnTo>
              </a:path>
            </a:pathLst>
          </a:custGeom>
          <a:noFill/>
          <a:ln w="19050">
            <a:solidFill>
              <a:srgbClr val="18364F"/>
            </a:solidFill>
          </a:ln>
        </p:spPr>
      </p:sp>
      <p:sp>
        <p:nvSpPr>
          <p:cNvPr id="22" name="正方形/長方形 21">
            <a:extLst>
              <a:ext uri="{FF2B5EF4-FFF2-40B4-BE49-F238E27FC236}">
                <a16:creationId xmlns:a16="http://schemas.microsoft.com/office/drawing/2014/main" id="{F0C87C98-49DE-4E05-8E76-024110B2E9D5}"/>
              </a:ext>
            </a:extLst>
          </p:cNvPr>
          <p:cNvSpPr>
            <a:spLocks noGrp="1"/>
          </p:cNvSpPr>
          <p:nvPr/>
        </p:nvSpPr>
        <p:spPr>
          <a:xfrm>
            <a:off x="1885950" y="4695825"/>
            <a:ext cx="1238250" cy="381000"/>
          </a:xfrm>
          <a:prstGeom prst="rect">
            <a:avLst/>
          </a:prstGeom>
          <a:noFill/>
          <a:ln w="0">
            <a:noFill/>
          </a:ln>
        </p:spPr>
        <p:txBody>
          <a:bodyPr lIns="0" tIns="0" rIns="0" bIns="0" anchor="ctr">
            <a:noAutofit/>
          </a:bodyPr>
          <a:lstStyle>
            <a:defPPr>
              <a:defRPr sz="1725" b="0">
                <a:solidFill>
                  <a:srgbClr val="253C4D"/>
                </a:solidFill>
                <a:latin typeface="Yu Gothic"/>
                <a:ea typeface="Yu Gothic"/>
                <a:cs typeface="Yu Gothic"/>
              </a:defRPr>
            </a:defPPr>
            <a:lvl1pPr>
              <a:buNone/>
              <a:defRPr sz="1725" b="0">
                <a:solidFill>
                  <a:srgbClr val="253C4D"/>
                </a:solidFill>
                <a:latin typeface="Yu Gothic"/>
                <a:ea typeface="Yu Gothic"/>
                <a:cs typeface="Yu Gothic"/>
              </a:defRPr>
            </a:lvl1pPr>
            <a:lvl2pPr>
              <a:buNone/>
              <a:defRPr sz="1725" b="0">
                <a:solidFill>
                  <a:srgbClr val="253C4D"/>
                </a:solidFill>
                <a:latin typeface="Yu Gothic"/>
                <a:ea typeface="Yu Gothic"/>
                <a:cs typeface="Yu Gothic"/>
              </a:defRPr>
            </a:lvl2pPr>
            <a:lvl3pPr>
              <a:buNone/>
              <a:defRPr sz="1725" b="0">
                <a:solidFill>
                  <a:srgbClr val="253C4D"/>
                </a:solidFill>
                <a:latin typeface="Yu Gothic"/>
                <a:ea typeface="Yu Gothic"/>
                <a:cs typeface="Yu Gothic"/>
              </a:defRPr>
            </a:lvl3pPr>
            <a:lvl4pPr>
              <a:buNone/>
              <a:defRPr sz="1725" b="0">
                <a:solidFill>
                  <a:srgbClr val="253C4D"/>
                </a:solidFill>
                <a:latin typeface="Yu Gothic"/>
                <a:ea typeface="Yu Gothic"/>
                <a:cs typeface="Yu Gothic"/>
              </a:defRPr>
            </a:lvl4pPr>
            <a:lvl5pPr>
              <a:buNone/>
              <a:defRPr sz="1725" b="0">
                <a:solidFill>
                  <a:srgbClr val="253C4D"/>
                </a:solidFill>
                <a:latin typeface="Yu Gothic"/>
                <a:ea typeface="Yu Gothic"/>
                <a:cs typeface="Yu Gothic"/>
              </a:defRPr>
            </a:lvl5pPr>
            <a:lvl6pPr>
              <a:buNone/>
              <a:defRPr sz="1725" b="0">
                <a:solidFill>
                  <a:srgbClr val="253C4D"/>
                </a:solidFill>
                <a:latin typeface="Yu Gothic"/>
                <a:ea typeface="Yu Gothic"/>
                <a:cs typeface="Yu Gothic"/>
              </a:defRPr>
            </a:lvl6pPr>
            <a:lvl7pPr>
              <a:buNone/>
              <a:defRPr sz="1725" b="0">
                <a:solidFill>
                  <a:srgbClr val="253C4D"/>
                </a:solidFill>
                <a:latin typeface="Yu Gothic"/>
                <a:ea typeface="Yu Gothic"/>
                <a:cs typeface="Yu Gothic"/>
              </a:defRPr>
            </a:lvl7pPr>
            <a:lvl8pPr>
              <a:buNone/>
              <a:defRPr sz="1725" b="0">
                <a:solidFill>
                  <a:srgbClr val="253C4D"/>
                </a:solidFill>
                <a:latin typeface="Yu Gothic"/>
                <a:ea typeface="Yu Gothic"/>
                <a:cs typeface="Yu Gothic"/>
              </a:defRPr>
            </a:lvl8pPr>
            <a:lvl9pPr>
              <a:buNone/>
              <a:defRPr sz="1725" b="0">
                <a:solidFill>
                  <a:srgbClr val="253C4D"/>
                </a:solidFill>
                <a:latin typeface="Yu Gothic"/>
                <a:ea typeface="Yu Gothic"/>
                <a:cs typeface="Yu Gothic"/>
              </a:defRPr>
            </a:lvl9pPr>
          </a:lstStyle>
          <a:p>
            <a:pPr>
              <a:buNone/>
              <a:defRPr sz="1725" b="0">
                <a:solidFill>
                  <a:srgbClr val="253C4D"/>
                </a:solidFill>
                <a:latin typeface="Yu Gothic"/>
                <a:ea typeface="Yu Gothic"/>
                <a:cs typeface="Yu Gothic"/>
              </a:defRPr>
            </a:pPr>
            <a:r>
              <a:rPr sz="1725" b="0">
                <a:solidFill>
                  <a:srgbClr val="253C4D"/>
                </a:solidFill>
                <a:latin typeface="Yu Gothic"/>
                <a:ea typeface="Yu Gothic"/>
                <a:cs typeface="Yu Gothic"/>
              </a:rPr>
              <a:t>0年</a:t>
            </a:r>
          </a:p>
        </p:txBody>
      </p:sp>
      <p:sp>
        <p:nvSpPr>
          <p:cNvPr id="23" name="正方形/長方形 22">
            <a:extLst>
              <a:ext uri="{FF2B5EF4-FFF2-40B4-BE49-F238E27FC236}">
                <a16:creationId xmlns:a16="http://schemas.microsoft.com/office/drawing/2014/main" id="{CD46B3AE-2778-4EC7-A84A-109C647F041D}"/>
              </a:ext>
            </a:extLst>
          </p:cNvPr>
          <p:cNvSpPr>
            <a:spLocks noGrp="1"/>
          </p:cNvSpPr>
          <p:nvPr/>
        </p:nvSpPr>
        <p:spPr>
          <a:xfrm>
            <a:off x="1524000" y="3819525"/>
            <a:ext cx="1809750" cy="571500"/>
          </a:xfrm>
          <a:prstGeom prst="rect">
            <a:avLst/>
          </a:prstGeom>
          <a:noFill/>
          <a:ln w="0">
            <a:noFill/>
          </a:ln>
        </p:spPr>
        <p:txBody>
          <a:bodyPr lIns="0" tIns="0" rIns="0" bIns="0" anchor="ctr">
            <a:noAutofit/>
          </a:bodyPr>
          <a:lstStyle>
            <a:defPPr>
              <a:defRPr sz="1875" b="1">
                <a:solidFill>
                  <a:srgbClr val="087E8B"/>
                </a:solidFill>
                <a:latin typeface="Yu Gothic"/>
                <a:ea typeface="Yu Gothic"/>
                <a:cs typeface="Yu Gothic"/>
              </a:defRPr>
            </a:defPPr>
            <a:lvl1pPr>
              <a:buNone/>
              <a:defRPr sz="1875" b="1">
                <a:solidFill>
                  <a:srgbClr val="087E8B"/>
                </a:solidFill>
                <a:latin typeface="Yu Gothic"/>
                <a:ea typeface="Yu Gothic"/>
                <a:cs typeface="Yu Gothic"/>
              </a:defRPr>
            </a:lvl1pPr>
            <a:lvl2pPr>
              <a:buNone/>
              <a:defRPr sz="1875" b="1">
                <a:solidFill>
                  <a:srgbClr val="087E8B"/>
                </a:solidFill>
                <a:latin typeface="Yu Gothic"/>
                <a:ea typeface="Yu Gothic"/>
                <a:cs typeface="Yu Gothic"/>
              </a:defRPr>
            </a:lvl2pPr>
            <a:lvl3pPr>
              <a:buNone/>
              <a:defRPr sz="1875" b="1">
                <a:solidFill>
                  <a:srgbClr val="087E8B"/>
                </a:solidFill>
                <a:latin typeface="Yu Gothic"/>
                <a:ea typeface="Yu Gothic"/>
                <a:cs typeface="Yu Gothic"/>
              </a:defRPr>
            </a:lvl3pPr>
            <a:lvl4pPr>
              <a:buNone/>
              <a:defRPr sz="1875" b="1">
                <a:solidFill>
                  <a:srgbClr val="087E8B"/>
                </a:solidFill>
                <a:latin typeface="Yu Gothic"/>
                <a:ea typeface="Yu Gothic"/>
                <a:cs typeface="Yu Gothic"/>
              </a:defRPr>
            </a:lvl4pPr>
            <a:lvl5pPr>
              <a:buNone/>
              <a:defRPr sz="1875" b="1">
                <a:solidFill>
                  <a:srgbClr val="087E8B"/>
                </a:solidFill>
                <a:latin typeface="Yu Gothic"/>
                <a:ea typeface="Yu Gothic"/>
                <a:cs typeface="Yu Gothic"/>
              </a:defRPr>
            </a:lvl5pPr>
            <a:lvl6pPr>
              <a:buNone/>
              <a:defRPr sz="1875" b="1">
                <a:solidFill>
                  <a:srgbClr val="087E8B"/>
                </a:solidFill>
                <a:latin typeface="Yu Gothic"/>
                <a:ea typeface="Yu Gothic"/>
                <a:cs typeface="Yu Gothic"/>
              </a:defRPr>
            </a:lvl6pPr>
            <a:lvl7pPr>
              <a:buNone/>
              <a:defRPr sz="1875" b="1">
                <a:solidFill>
                  <a:srgbClr val="087E8B"/>
                </a:solidFill>
                <a:latin typeface="Yu Gothic"/>
                <a:ea typeface="Yu Gothic"/>
                <a:cs typeface="Yu Gothic"/>
              </a:defRPr>
            </a:lvl7pPr>
            <a:lvl8pPr>
              <a:buNone/>
              <a:defRPr sz="1875" b="1">
                <a:solidFill>
                  <a:srgbClr val="087E8B"/>
                </a:solidFill>
                <a:latin typeface="Yu Gothic"/>
                <a:ea typeface="Yu Gothic"/>
                <a:cs typeface="Yu Gothic"/>
              </a:defRPr>
            </a:lvl8pPr>
            <a:lvl9pPr>
              <a:buNone/>
              <a:defRPr sz="1875" b="1">
                <a:solidFill>
                  <a:srgbClr val="087E8B"/>
                </a:solidFill>
                <a:latin typeface="Yu Gothic"/>
                <a:ea typeface="Yu Gothic"/>
                <a:cs typeface="Yu Gothic"/>
              </a:defRPr>
            </a:lvl9pPr>
          </a:lstStyle>
          <a:p>
            <a:pPr>
              <a:buNone/>
              <a:defRPr sz="1875" b="1">
                <a:solidFill>
                  <a:srgbClr val="087E8B"/>
                </a:solidFill>
                <a:latin typeface="Yu Gothic"/>
                <a:ea typeface="Yu Gothic"/>
                <a:cs typeface="Yu Gothic"/>
              </a:defRPr>
            </a:pPr>
            <a:r>
              <a:rPr sz="1875" b="1">
                <a:solidFill>
                  <a:srgbClr val="087E8B"/>
                </a:solidFill>
                <a:latin typeface="Yu Gothic"/>
                <a:ea typeface="Yu Gothic"/>
                <a:cs typeface="Yu Gothic"/>
              </a:rPr>
              <a:t>製造</a:t>
            </a:r>
          </a:p>
        </p:txBody>
      </p:sp>
      <p:sp>
        <p:nvSpPr>
          <p:cNvPr id="24" name="フリーフォーム: 図形 23">
            <a:extLst>
              <a:ext uri="{FF2B5EF4-FFF2-40B4-BE49-F238E27FC236}">
                <a16:creationId xmlns:a16="http://schemas.microsoft.com/office/drawing/2014/main" id="{22F55F17-5E76-4BB0-8B9C-85FB876324FC}"/>
              </a:ext>
            </a:extLst>
          </p:cNvPr>
          <p:cNvSpPr>
            <a:spLocks noGrp="1"/>
          </p:cNvSpPr>
          <p:nvPr/>
        </p:nvSpPr>
        <p:spPr>
          <a:xfrm>
            <a:off x="4953000" y="4438650"/>
            <a:ext cx="9525" cy="171450"/>
          </a:xfrm>
          <a:custGeom>
            <a:avLst/>
            <a:gdLst/>
            <a:ahLst/>
            <a:cxnLst/>
            <a:rect l="0" t="0" r="0" b="0"/>
            <a:pathLst>
              <a:path w="9525" h="171450">
                <a:moveTo>
                  <a:pt x="0" y="0"/>
                </a:moveTo>
                <a:lnTo>
                  <a:pt x="0" y="171450"/>
                </a:lnTo>
              </a:path>
            </a:pathLst>
          </a:custGeom>
          <a:noFill/>
          <a:ln w="19050">
            <a:solidFill>
              <a:srgbClr val="18364F"/>
            </a:solidFill>
          </a:ln>
        </p:spPr>
      </p:sp>
      <p:sp>
        <p:nvSpPr>
          <p:cNvPr id="25" name="正方形/長方形 24">
            <a:extLst>
              <a:ext uri="{FF2B5EF4-FFF2-40B4-BE49-F238E27FC236}">
                <a16:creationId xmlns:a16="http://schemas.microsoft.com/office/drawing/2014/main" id="{7D7C6803-8531-419C-84AB-F4543D908AD2}"/>
              </a:ext>
            </a:extLst>
          </p:cNvPr>
          <p:cNvSpPr>
            <a:spLocks noGrp="1"/>
          </p:cNvSpPr>
          <p:nvPr/>
        </p:nvSpPr>
        <p:spPr>
          <a:xfrm>
            <a:off x="4648200" y="4695825"/>
            <a:ext cx="1238250" cy="381000"/>
          </a:xfrm>
          <a:prstGeom prst="rect">
            <a:avLst/>
          </a:prstGeom>
          <a:noFill/>
          <a:ln w="0">
            <a:noFill/>
          </a:ln>
        </p:spPr>
        <p:txBody>
          <a:bodyPr lIns="0" tIns="0" rIns="0" bIns="0" anchor="ctr">
            <a:noAutofit/>
          </a:bodyPr>
          <a:lstStyle>
            <a:defPPr>
              <a:defRPr sz="1725" b="0">
                <a:solidFill>
                  <a:srgbClr val="253C4D"/>
                </a:solidFill>
                <a:latin typeface="Yu Gothic"/>
                <a:ea typeface="Yu Gothic"/>
                <a:cs typeface="Yu Gothic"/>
              </a:defRPr>
            </a:defPPr>
            <a:lvl1pPr>
              <a:buNone/>
              <a:defRPr sz="1725" b="0">
                <a:solidFill>
                  <a:srgbClr val="253C4D"/>
                </a:solidFill>
                <a:latin typeface="Yu Gothic"/>
                <a:ea typeface="Yu Gothic"/>
                <a:cs typeface="Yu Gothic"/>
              </a:defRPr>
            </a:lvl1pPr>
            <a:lvl2pPr>
              <a:buNone/>
              <a:defRPr sz="1725" b="0">
                <a:solidFill>
                  <a:srgbClr val="253C4D"/>
                </a:solidFill>
                <a:latin typeface="Yu Gothic"/>
                <a:ea typeface="Yu Gothic"/>
                <a:cs typeface="Yu Gothic"/>
              </a:defRPr>
            </a:lvl2pPr>
            <a:lvl3pPr>
              <a:buNone/>
              <a:defRPr sz="1725" b="0">
                <a:solidFill>
                  <a:srgbClr val="253C4D"/>
                </a:solidFill>
                <a:latin typeface="Yu Gothic"/>
                <a:ea typeface="Yu Gothic"/>
                <a:cs typeface="Yu Gothic"/>
              </a:defRPr>
            </a:lvl3pPr>
            <a:lvl4pPr>
              <a:buNone/>
              <a:defRPr sz="1725" b="0">
                <a:solidFill>
                  <a:srgbClr val="253C4D"/>
                </a:solidFill>
                <a:latin typeface="Yu Gothic"/>
                <a:ea typeface="Yu Gothic"/>
                <a:cs typeface="Yu Gothic"/>
              </a:defRPr>
            </a:lvl4pPr>
            <a:lvl5pPr>
              <a:buNone/>
              <a:defRPr sz="1725" b="0">
                <a:solidFill>
                  <a:srgbClr val="253C4D"/>
                </a:solidFill>
                <a:latin typeface="Yu Gothic"/>
                <a:ea typeface="Yu Gothic"/>
                <a:cs typeface="Yu Gothic"/>
              </a:defRPr>
            </a:lvl5pPr>
            <a:lvl6pPr>
              <a:buNone/>
              <a:defRPr sz="1725" b="0">
                <a:solidFill>
                  <a:srgbClr val="253C4D"/>
                </a:solidFill>
                <a:latin typeface="Yu Gothic"/>
                <a:ea typeface="Yu Gothic"/>
                <a:cs typeface="Yu Gothic"/>
              </a:defRPr>
            </a:lvl6pPr>
            <a:lvl7pPr>
              <a:buNone/>
              <a:defRPr sz="1725" b="0">
                <a:solidFill>
                  <a:srgbClr val="253C4D"/>
                </a:solidFill>
                <a:latin typeface="Yu Gothic"/>
                <a:ea typeface="Yu Gothic"/>
                <a:cs typeface="Yu Gothic"/>
              </a:defRPr>
            </a:lvl7pPr>
            <a:lvl8pPr>
              <a:buNone/>
              <a:defRPr sz="1725" b="0">
                <a:solidFill>
                  <a:srgbClr val="253C4D"/>
                </a:solidFill>
                <a:latin typeface="Yu Gothic"/>
                <a:ea typeface="Yu Gothic"/>
                <a:cs typeface="Yu Gothic"/>
              </a:defRPr>
            </a:lvl8pPr>
            <a:lvl9pPr>
              <a:buNone/>
              <a:defRPr sz="1725" b="0">
                <a:solidFill>
                  <a:srgbClr val="253C4D"/>
                </a:solidFill>
                <a:latin typeface="Yu Gothic"/>
                <a:ea typeface="Yu Gothic"/>
                <a:cs typeface="Yu Gothic"/>
              </a:defRPr>
            </a:lvl9pPr>
          </a:lstStyle>
          <a:p>
            <a:pPr>
              <a:buNone/>
              <a:defRPr sz="1725" b="0">
                <a:solidFill>
                  <a:srgbClr val="253C4D"/>
                </a:solidFill>
                <a:latin typeface="Yu Gothic"/>
                <a:ea typeface="Yu Gothic"/>
                <a:cs typeface="Yu Gothic"/>
              </a:defRPr>
            </a:pPr>
            <a:r>
              <a:rPr sz="1725" b="0">
                <a:solidFill>
                  <a:srgbClr val="253C4D"/>
                </a:solidFill>
                <a:latin typeface="Yu Gothic"/>
                <a:ea typeface="Yu Gothic"/>
                <a:cs typeface="Yu Gothic"/>
              </a:rPr>
              <a:t>10年</a:t>
            </a:r>
          </a:p>
        </p:txBody>
      </p:sp>
      <p:sp>
        <p:nvSpPr>
          <p:cNvPr id="26" name="正方形/長方形 25">
            <a:extLst>
              <a:ext uri="{FF2B5EF4-FFF2-40B4-BE49-F238E27FC236}">
                <a16:creationId xmlns:a16="http://schemas.microsoft.com/office/drawing/2014/main" id="{750F38AA-9EF8-4455-8730-3E0297087CAE}"/>
              </a:ext>
            </a:extLst>
          </p:cNvPr>
          <p:cNvSpPr>
            <a:spLocks noGrp="1"/>
          </p:cNvSpPr>
          <p:nvPr/>
        </p:nvSpPr>
        <p:spPr>
          <a:xfrm>
            <a:off x="4286250" y="3819525"/>
            <a:ext cx="1809750" cy="571500"/>
          </a:xfrm>
          <a:prstGeom prst="rect">
            <a:avLst/>
          </a:prstGeom>
          <a:noFill/>
          <a:ln w="0">
            <a:noFill/>
          </a:ln>
        </p:spPr>
        <p:txBody>
          <a:bodyPr lIns="0" tIns="0" rIns="0" bIns="0" anchor="ctr">
            <a:noAutofit/>
          </a:bodyPr>
          <a:lstStyle>
            <a:defPPr>
              <a:defRPr sz="1875" b="1">
                <a:solidFill>
                  <a:srgbClr val="087E8B"/>
                </a:solidFill>
                <a:latin typeface="Yu Gothic"/>
                <a:ea typeface="Yu Gothic"/>
                <a:cs typeface="Yu Gothic"/>
              </a:defRPr>
            </a:defPPr>
            <a:lvl1pPr>
              <a:buNone/>
              <a:defRPr sz="1875" b="1">
                <a:solidFill>
                  <a:srgbClr val="087E8B"/>
                </a:solidFill>
                <a:latin typeface="Yu Gothic"/>
                <a:ea typeface="Yu Gothic"/>
                <a:cs typeface="Yu Gothic"/>
              </a:defRPr>
            </a:lvl1pPr>
            <a:lvl2pPr>
              <a:buNone/>
              <a:defRPr sz="1875" b="1">
                <a:solidFill>
                  <a:srgbClr val="087E8B"/>
                </a:solidFill>
                <a:latin typeface="Yu Gothic"/>
                <a:ea typeface="Yu Gothic"/>
                <a:cs typeface="Yu Gothic"/>
              </a:defRPr>
            </a:lvl2pPr>
            <a:lvl3pPr>
              <a:buNone/>
              <a:defRPr sz="1875" b="1">
                <a:solidFill>
                  <a:srgbClr val="087E8B"/>
                </a:solidFill>
                <a:latin typeface="Yu Gothic"/>
                <a:ea typeface="Yu Gothic"/>
                <a:cs typeface="Yu Gothic"/>
              </a:defRPr>
            </a:lvl3pPr>
            <a:lvl4pPr>
              <a:buNone/>
              <a:defRPr sz="1875" b="1">
                <a:solidFill>
                  <a:srgbClr val="087E8B"/>
                </a:solidFill>
                <a:latin typeface="Yu Gothic"/>
                <a:ea typeface="Yu Gothic"/>
                <a:cs typeface="Yu Gothic"/>
              </a:defRPr>
            </a:lvl4pPr>
            <a:lvl5pPr>
              <a:buNone/>
              <a:defRPr sz="1875" b="1">
                <a:solidFill>
                  <a:srgbClr val="087E8B"/>
                </a:solidFill>
                <a:latin typeface="Yu Gothic"/>
                <a:ea typeface="Yu Gothic"/>
                <a:cs typeface="Yu Gothic"/>
              </a:defRPr>
            </a:lvl5pPr>
            <a:lvl6pPr>
              <a:buNone/>
              <a:defRPr sz="1875" b="1">
                <a:solidFill>
                  <a:srgbClr val="087E8B"/>
                </a:solidFill>
                <a:latin typeface="Yu Gothic"/>
                <a:ea typeface="Yu Gothic"/>
                <a:cs typeface="Yu Gothic"/>
              </a:defRPr>
            </a:lvl6pPr>
            <a:lvl7pPr>
              <a:buNone/>
              <a:defRPr sz="1875" b="1">
                <a:solidFill>
                  <a:srgbClr val="087E8B"/>
                </a:solidFill>
                <a:latin typeface="Yu Gothic"/>
                <a:ea typeface="Yu Gothic"/>
                <a:cs typeface="Yu Gothic"/>
              </a:defRPr>
            </a:lvl7pPr>
            <a:lvl8pPr>
              <a:buNone/>
              <a:defRPr sz="1875" b="1">
                <a:solidFill>
                  <a:srgbClr val="087E8B"/>
                </a:solidFill>
                <a:latin typeface="Yu Gothic"/>
                <a:ea typeface="Yu Gothic"/>
                <a:cs typeface="Yu Gothic"/>
              </a:defRPr>
            </a:lvl8pPr>
            <a:lvl9pPr>
              <a:buNone/>
              <a:defRPr sz="1875" b="1">
                <a:solidFill>
                  <a:srgbClr val="087E8B"/>
                </a:solidFill>
                <a:latin typeface="Yu Gothic"/>
                <a:ea typeface="Yu Gothic"/>
                <a:cs typeface="Yu Gothic"/>
              </a:defRPr>
            </a:lvl9pPr>
          </a:lstStyle>
          <a:p>
            <a:pPr>
              <a:buNone/>
              <a:defRPr sz="1875" b="1">
                <a:solidFill>
                  <a:srgbClr val="087E8B"/>
                </a:solidFill>
                <a:latin typeface="Yu Gothic"/>
                <a:ea typeface="Yu Gothic"/>
                <a:cs typeface="Yu Gothic"/>
              </a:defRPr>
            </a:pPr>
            <a:r>
              <a:rPr sz="1875" b="1">
                <a:solidFill>
                  <a:srgbClr val="087E8B"/>
                </a:solidFill>
                <a:latin typeface="Yu Gothic"/>
                <a:ea typeface="Yu Gothic"/>
                <a:cs typeface="Yu Gothic"/>
              </a:rPr>
              <a:t>手入れ</a:t>
            </a:r>
          </a:p>
        </p:txBody>
      </p:sp>
      <p:sp>
        <p:nvSpPr>
          <p:cNvPr id="27" name="フリーフォーム: 図形 26">
            <a:extLst>
              <a:ext uri="{FF2B5EF4-FFF2-40B4-BE49-F238E27FC236}">
                <a16:creationId xmlns:a16="http://schemas.microsoft.com/office/drawing/2014/main" id="{34907BCE-15DC-4F1F-8CE0-EFB3F067F603}"/>
              </a:ext>
            </a:extLst>
          </p:cNvPr>
          <p:cNvSpPr>
            <a:spLocks noGrp="1"/>
          </p:cNvSpPr>
          <p:nvPr/>
        </p:nvSpPr>
        <p:spPr>
          <a:xfrm>
            <a:off x="7715250" y="4438650"/>
            <a:ext cx="9525" cy="171450"/>
          </a:xfrm>
          <a:custGeom>
            <a:avLst/>
            <a:gdLst/>
            <a:ahLst/>
            <a:cxnLst/>
            <a:rect l="0" t="0" r="0" b="0"/>
            <a:pathLst>
              <a:path w="9525" h="171450">
                <a:moveTo>
                  <a:pt x="0" y="0"/>
                </a:moveTo>
                <a:lnTo>
                  <a:pt x="0" y="171450"/>
                </a:lnTo>
              </a:path>
            </a:pathLst>
          </a:custGeom>
          <a:noFill/>
          <a:ln w="19050">
            <a:solidFill>
              <a:srgbClr val="18364F"/>
            </a:solidFill>
          </a:ln>
        </p:spPr>
      </p:sp>
      <p:sp>
        <p:nvSpPr>
          <p:cNvPr id="28" name="正方形/長方形 27">
            <a:extLst>
              <a:ext uri="{FF2B5EF4-FFF2-40B4-BE49-F238E27FC236}">
                <a16:creationId xmlns:a16="http://schemas.microsoft.com/office/drawing/2014/main" id="{5126ED10-25F7-40A3-9678-AD581D6F68EA}"/>
              </a:ext>
            </a:extLst>
          </p:cNvPr>
          <p:cNvSpPr>
            <a:spLocks noGrp="1"/>
          </p:cNvSpPr>
          <p:nvPr/>
        </p:nvSpPr>
        <p:spPr>
          <a:xfrm>
            <a:off x="7410450" y="4695825"/>
            <a:ext cx="1238250" cy="381000"/>
          </a:xfrm>
          <a:prstGeom prst="rect">
            <a:avLst/>
          </a:prstGeom>
          <a:noFill/>
          <a:ln w="0">
            <a:noFill/>
          </a:ln>
        </p:spPr>
        <p:txBody>
          <a:bodyPr lIns="0" tIns="0" rIns="0" bIns="0" anchor="ctr">
            <a:noAutofit/>
          </a:bodyPr>
          <a:lstStyle>
            <a:defPPr>
              <a:defRPr sz="1725" b="0">
                <a:solidFill>
                  <a:srgbClr val="253C4D"/>
                </a:solidFill>
                <a:latin typeface="Yu Gothic"/>
                <a:ea typeface="Yu Gothic"/>
                <a:cs typeface="Yu Gothic"/>
              </a:defRPr>
            </a:defPPr>
            <a:lvl1pPr>
              <a:buNone/>
              <a:defRPr sz="1725" b="0">
                <a:solidFill>
                  <a:srgbClr val="253C4D"/>
                </a:solidFill>
                <a:latin typeface="Yu Gothic"/>
                <a:ea typeface="Yu Gothic"/>
                <a:cs typeface="Yu Gothic"/>
              </a:defRPr>
            </a:lvl1pPr>
            <a:lvl2pPr>
              <a:buNone/>
              <a:defRPr sz="1725" b="0">
                <a:solidFill>
                  <a:srgbClr val="253C4D"/>
                </a:solidFill>
                <a:latin typeface="Yu Gothic"/>
                <a:ea typeface="Yu Gothic"/>
                <a:cs typeface="Yu Gothic"/>
              </a:defRPr>
            </a:lvl2pPr>
            <a:lvl3pPr>
              <a:buNone/>
              <a:defRPr sz="1725" b="0">
                <a:solidFill>
                  <a:srgbClr val="253C4D"/>
                </a:solidFill>
                <a:latin typeface="Yu Gothic"/>
                <a:ea typeface="Yu Gothic"/>
                <a:cs typeface="Yu Gothic"/>
              </a:defRPr>
            </a:lvl3pPr>
            <a:lvl4pPr>
              <a:buNone/>
              <a:defRPr sz="1725" b="0">
                <a:solidFill>
                  <a:srgbClr val="253C4D"/>
                </a:solidFill>
                <a:latin typeface="Yu Gothic"/>
                <a:ea typeface="Yu Gothic"/>
                <a:cs typeface="Yu Gothic"/>
              </a:defRPr>
            </a:lvl4pPr>
            <a:lvl5pPr>
              <a:buNone/>
              <a:defRPr sz="1725" b="0">
                <a:solidFill>
                  <a:srgbClr val="253C4D"/>
                </a:solidFill>
                <a:latin typeface="Yu Gothic"/>
                <a:ea typeface="Yu Gothic"/>
                <a:cs typeface="Yu Gothic"/>
              </a:defRPr>
            </a:lvl5pPr>
            <a:lvl6pPr>
              <a:buNone/>
              <a:defRPr sz="1725" b="0">
                <a:solidFill>
                  <a:srgbClr val="253C4D"/>
                </a:solidFill>
                <a:latin typeface="Yu Gothic"/>
                <a:ea typeface="Yu Gothic"/>
                <a:cs typeface="Yu Gothic"/>
              </a:defRPr>
            </a:lvl6pPr>
            <a:lvl7pPr>
              <a:buNone/>
              <a:defRPr sz="1725" b="0">
                <a:solidFill>
                  <a:srgbClr val="253C4D"/>
                </a:solidFill>
                <a:latin typeface="Yu Gothic"/>
                <a:ea typeface="Yu Gothic"/>
                <a:cs typeface="Yu Gothic"/>
              </a:defRPr>
            </a:lvl7pPr>
            <a:lvl8pPr>
              <a:buNone/>
              <a:defRPr sz="1725" b="0">
                <a:solidFill>
                  <a:srgbClr val="253C4D"/>
                </a:solidFill>
                <a:latin typeface="Yu Gothic"/>
                <a:ea typeface="Yu Gothic"/>
                <a:cs typeface="Yu Gothic"/>
              </a:defRPr>
            </a:lvl8pPr>
            <a:lvl9pPr>
              <a:buNone/>
              <a:defRPr sz="1725" b="0">
                <a:solidFill>
                  <a:srgbClr val="253C4D"/>
                </a:solidFill>
                <a:latin typeface="Yu Gothic"/>
                <a:ea typeface="Yu Gothic"/>
                <a:cs typeface="Yu Gothic"/>
              </a:defRPr>
            </a:lvl9pPr>
          </a:lstStyle>
          <a:p>
            <a:pPr>
              <a:buNone/>
              <a:defRPr sz="1725" b="0">
                <a:solidFill>
                  <a:srgbClr val="253C4D"/>
                </a:solidFill>
                <a:latin typeface="Yu Gothic"/>
                <a:ea typeface="Yu Gothic"/>
                <a:cs typeface="Yu Gothic"/>
              </a:defRPr>
            </a:pPr>
            <a:r>
              <a:rPr sz="1725" b="0">
                <a:solidFill>
                  <a:srgbClr val="253C4D"/>
                </a:solidFill>
                <a:latin typeface="Yu Gothic"/>
                <a:ea typeface="Yu Gothic"/>
                <a:cs typeface="Yu Gothic"/>
              </a:rPr>
              <a:t>20年</a:t>
            </a:r>
          </a:p>
        </p:txBody>
      </p:sp>
      <p:sp>
        <p:nvSpPr>
          <p:cNvPr id="29" name="正方形/長方形 28">
            <a:extLst>
              <a:ext uri="{FF2B5EF4-FFF2-40B4-BE49-F238E27FC236}">
                <a16:creationId xmlns:a16="http://schemas.microsoft.com/office/drawing/2014/main" id="{449D36E8-E54D-4188-B067-6C54C2AD85DE}"/>
              </a:ext>
            </a:extLst>
          </p:cNvPr>
          <p:cNvSpPr>
            <a:spLocks noGrp="1"/>
          </p:cNvSpPr>
          <p:nvPr/>
        </p:nvSpPr>
        <p:spPr>
          <a:xfrm>
            <a:off x="7048500" y="3819525"/>
            <a:ext cx="1809750" cy="571500"/>
          </a:xfrm>
          <a:prstGeom prst="rect">
            <a:avLst/>
          </a:prstGeom>
          <a:noFill/>
          <a:ln w="0">
            <a:noFill/>
          </a:ln>
        </p:spPr>
        <p:txBody>
          <a:bodyPr lIns="0" tIns="0" rIns="0" bIns="0" anchor="ctr">
            <a:noAutofit/>
          </a:bodyPr>
          <a:lstStyle>
            <a:defPPr>
              <a:defRPr sz="1875" b="1">
                <a:solidFill>
                  <a:srgbClr val="087E8B"/>
                </a:solidFill>
                <a:latin typeface="Yu Gothic"/>
                <a:ea typeface="Yu Gothic"/>
                <a:cs typeface="Yu Gothic"/>
              </a:defRPr>
            </a:defPPr>
            <a:lvl1pPr>
              <a:buNone/>
              <a:defRPr sz="1875" b="1">
                <a:solidFill>
                  <a:srgbClr val="087E8B"/>
                </a:solidFill>
                <a:latin typeface="Yu Gothic"/>
                <a:ea typeface="Yu Gothic"/>
                <a:cs typeface="Yu Gothic"/>
              </a:defRPr>
            </a:lvl1pPr>
            <a:lvl2pPr>
              <a:buNone/>
              <a:defRPr sz="1875" b="1">
                <a:solidFill>
                  <a:srgbClr val="087E8B"/>
                </a:solidFill>
                <a:latin typeface="Yu Gothic"/>
                <a:ea typeface="Yu Gothic"/>
                <a:cs typeface="Yu Gothic"/>
              </a:defRPr>
            </a:lvl2pPr>
            <a:lvl3pPr>
              <a:buNone/>
              <a:defRPr sz="1875" b="1">
                <a:solidFill>
                  <a:srgbClr val="087E8B"/>
                </a:solidFill>
                <a:latin typeface="Yu Gothic"/>
                <a:ea typeface="Yu Gothic"/>
                <a:cs typeface="Yu Gothic"/>
              </a:defRPr>
            </a:lvl3pPr>
            <a:lvl4pPr>
              <a:buNone/>
              <a:defRPr sz="1875" b="1">
                <a:solidFill>
                  <a:srgbClr val="087E8B"/>
                </a:solidFill>
                <a:latin typeface="Yu Gothic"/>
                <a:ea typeface="Yu Gothic"/>
                <a:cs typeface="Yu Gothic"/>
              </a:defRPr>
            </a:lvl4pPr>
            <a:lvl5pPr>
              <a:buNone/>
              <a:defRPr sz="1875" b="1">
                <a:solidFill>
                  <a:srgbClr val="087E8B"/>
                </a:solidFill>
                <a:latin typeface="Yu Gothic"/>
                <a:ea typeface="Yu Gothic"/>
                <a:cs typeface="Yu Gothic"/>
              </a:defRPr>
            </a:lvl5pPr>
            <a:lvl6pPr>
              <a:buNone/>
              <a:defRPr sz="1875" b="1">
                <a:solidFill>
                  <a:srgbClr val="087E8B"/>
                </a:solidFill>
                <a:latin typeface="Yu Gothic"/>
                <a:ea typeface="Yu Gothic"/>
                <a:cs typeface="Yu Gothic"/>
              </a:defRPr>
            </a:lvl6pPr>
            <a:lvl7pPr>
              <a:buNone/>
              <a:defRPr sz="1875" b="1">
                <a:solidFill>
                  <a:srgbClr val="087E8B"/>
                </a:solidFill>
                <a:latin typeface="Yu Gothic"/>
                <a:ea typeface="Yu Gothic"/>
                <a:cs typeface="Yu Gothic"/>
              </a:defRPr>
            </a:lvl7pPr>
            <a:lvl8pPr>
              <a:buNone/>
              <a:defRPr sz="1875" b="1">
                <a:solidFill>
                  <a:srgbClr val="087E8B"/>
                </a:solidFill>
                <a:latin typeface="Yu Gothic"/>
                <a:ea typeface="Yu Gothic"/>
                <a:cs typeface="Yu Gothic"/>
              </a:defRPr>
            </a:lvl8pPr>
            <a:lvl9pPr>
              <a:buNone/>
              <a:defRPr sz="1875" b="1">
                <a:solidFill>
                  <a:srgbClr val="087E8B"/>
                </a:solidFill>
                <a:latin typeface="Yu Gothic"/>
                <a:ea typeface="Yu Gothic"/>
                <a:cs typeface="Yu Gothic"/>
              </a:defRPr>
            </a:lvl9pPr>
          </a:lstStyle>
          <a:p>
            <a:pPr>
              <a:buNone/>
              <a:defRPr sz="1875" b="1">
                <a:solidFill>
                  <a:srgbClr val="087E8B"/>
                </a:solidFill>
                <a:latin typeface="Yu Gothic"/>
                <a:ea typeface="Yu Gothic"/>
                <a:cs typeface="Yu Gothic"/>
              </a:defRPr>
            </a:pPr>
            <a:r>
              <a:rPr sz="1875" b="1">
                <a:solidFill>
                  <a:srgbClr val="087E8B"/>
                </a:solidFill>
                <a:latin typeface="Yu Gothic"/>
                <a:ea typeface="Yu Gothic"/>
                <a:cs typeface="Yu Gothic"/>
              </a:rPr>
              <a:t>手入れ</a:t>
            </a:r>
          </a:p>
        </p:txBody>
      </p:sp>
      <p:sp>
        <p:nvSpPr>
          <p:cNvPr id="30" name="フリーフォーム: 図形 29">
            <a:extLst>
              <a:ext uri="{FF2B5EF4-FFF2-40B4-BE49-F238E27FC236}">
                <a16:creationId xmlns:a16="http://schemas.microsoft.com/office/drawing/2014/main" id="{9EB9376F-4C22-44BE-8942-65C2F39A2877}"/>
              </a:ext>
            </a:extLst>
          </p:cNvPr>
          <p:cNvSpPr>
            <a:spLocks noGrp="1"/>
          </p:cNvSpPr>
          <p:nvPr/>
        </p:nvSpPr>
        <p:spPr>
          <a:xfrm>
            <a:off x="10477500" y="4438650"/>
            <a:ext cx="9525" cy="171450"/>
          </a:xfrm>
          <a:custGeom>
            <a:avLst/>
            <a:gdLst/>
            <a:ahLst/>
            <a:cxnLst/>
            <a:rect l="0" t="0" r="0" b="0"/>
            <a:pathLst>
              <a:path w="9525" h="171450">
                <a:moveTo>
                  <a:pt x="0" y="0"/>
                </a:moveTo>
                <a:lnTo>
                  <a:pt x="0" y="171450"/>
                </a:lnTo>
              </a:path>
            </a:pathLst>
          </a:custGeom>
          <a:noFill/>
          <a:ln w="19050">
            <a:solidFill>
              <a:srgbClr val="18364F"/>
            </a:solidFill>
          </a:ln>
        </p:spPr>
      </p:sp>
      <p:sp>
        <p:nvSpPr>
          <p:cNvPr id="31" name="正方形/長方形 30">
            <a:extLst>
              <a:ext uri="{FF2B5EF4-FFF2-40B4-BE49-F238E27FC236}">
                <a16:creationId xmlns:a16="http://schemas.microsoft.com/office/drawing/2014/main" id="{B73E173E-2589-4E28-85DE-FF3C20A49F08}"/>
              </a:ext>
            </a:extLst>
          </p:cNvPr>
          <p:cNvSpPr>
            <a:spLocks noGrp="1"/>
          </p:cNvSpPr>
          <p:nvPr/>
        </p:nvSpPr>
        <p:spPr>
          <a:xfrm>
            <a:off x="10172700" y="4695825"/>
            <a:ext cx="1238250" cy="381000"/>
          </a:xfrm>
          <a:prstGeom prst="rect">
            <a:avLst/>
          </a:prstGeom>
          <a:noFill/>
          <a:ln w="0">
            <a:noFill/>
          </a:ln>
        </p:spPr>
        <p:txBody>
          <a:bodyPr lIns="0" tIns="0" rIns="0" bIns="0" anchor="ctr">
            <a:noAutofit/>
          </a:bodyPr>
          <a:lstStyle>
            <a:defPPr>
              <a:defRPr sz="1725" b="0">
                <a:solidFill>
                  <a:srgbClr val="253C4D"/>
                </a:solidFill>
                <a:latin typeface="Yu Gothic"/>
                <a:ea typeface="Yu Gothic"/>
                <a:cs typeface="Yu Gothic"/>
              </a:defRPr>
            </a:defPPr>
            <a:lvl1pPr>
              <a:buNone/>
              <a:defRPr sz="1725" b="0">
                <a:solidFill>
                  <a:srgbClr val="253C4D"/>
                </a:solidFill>
                <a:latin typeface="Yu Gothic"/>
                <a:ea typeface="Yu Gothic"/>
                <a:cs typeface="Yu Gothic"/>
              </a:defRPr>
            </a:lvl1pPr>
            <a:lvl2pPr>
              <a:buNone/>
              <a:defRPr sz="1725" b="0">
                <a:solidFill>
                  <a:srgbClr val="253C4D"/>
                </a:solidFill>
                <a:latin typeface="Yu Gothic"/>
                <a:ea typeface="Yu Gothic"/>
                <a:cs typeface="Yu Gothic"/>
              </a:defRPr>
            </a:lvl2pPr>
            <a:lvl3pPr>
              <a:buNone/>
              <a:defRPr sz="1725" b="0">
                <a:solidFill>
                  <a:srgbClr val="253C4D"/>
                </a:solidFill>
                <a:latin typeface="Yu Gothic"/>
                <a:ea typeface="Yu Gothic"/>
                <a:cs typeface="Yu Gothic"/>
              </a:defRPr>
            </a:lvl3pPr>
            <a:lvl4pPr>
              <a:buNone/>
              <a:defRPr sz="1725" b="0">
                <a:solidFill>
                  <a:srgbClr val="253C4D"/>
                </a:solidFill>
                <a:latin typeface="Yu Gothic"/>
                <a:ea typeface="Yu Gothic"/>
                <a:cs typeface="Yu Gothic"/>
              </a:defRPr>
            </a:lvl4pPr>
            <a:lvl5pPr>
              <a:buNone/>
              <a:defRPr sz="1725" b="0">
                <a:solidFill>
                  <a:srgbClr val="253C4D"/>
                </a:solidFill>
                <a:latin typeface="Yu Gothic"/>
                <a:ea typeface="Yu Gothic"/>
                <a:cs typeface="Yu Gothic"/>
              </a:defRPr>
            </a:lvl5pPr>
            <a:lvl6pPr>
              <a:buNone/>
              <a:defRPr sz="1725" b="0">
                <a:solidFill>
                  <a:srgbClr val="253C4D"/>
                </a:solidFill>
                <a:latin typeface="Yu Gothic"/>
                <a:ea typeface="Yu Gothic"/>
                <a:cs typeface="Yu Gothic"/>
              </a:defRPr>
            </a:lvl6pPr>
            <a:lvl7pPr>
              <a:buNone/>
              <a:defRPr sz="1725" b="0">
                <a:solidFill>
                  <a:srgbClr val="253C4D"/>
                </a:solidFill>
                <a:latin typeface="Yu Gothic"/>
                <a:ea typeface="Yu Gothic"/>
                <a:cs typeface="Yu Gothic"/>
              </a:defRPr>
            </a:lvl7pPr>
            <a:lvl8pPr>
              <a:buNone/>
              <a:defRPr sz="1725" b="0">
                <a:solidFill>
                  <a:srgbClr val="253C4D"/>
                </a:solidFill>
                <a:latin typeface="Yu Gothic"/>
                <a:ea typeface="Yu Gothic"/>
                <a:cs typeface="Yu Gothic"/>
              </a:defRPr>
            </a:lvl8pPr>
            <a:lvl9pPr>
              <a:buNone/>
              <a:defRPr sz="1725" b="0">
                <a:solidFill>
                  <a:srgbClr val="253C4D"/>
                </a:solidFill>
                <a:latin typeface="Yu Gothic"/>
                <a:ea typeface="Yu Gothic"/>
                <a:cs typeface="Yu Gothic"/>
              </a:defRPr>
            </a:lvl9pPr>
          </a:lstStyle>
          <a:p>
            <a:pPr>
              <a:buNone/>
              <a:defRPr sz="1725" b="0">
                <a:solidFill>
                  <a:srgbClr val="253C4D"/>
                </a:solidFill>
                <a:latin typeface="Yu Gothic"/>
                <a:ea typeface="Yu Gothic"/>
                <a:cs typeface="Yu Gothic"/>
              </a:defRPr>
            </a:pPr>
            <a:r>
              <a:rPr sz="1725" b="0">
                <a:solidFill>
                  <a:srgbClr val="253C4D"/>
                </a:solidFill>
                <a:latin typeface="Yu Gothic"/>
                <a:ea typeface="Yu Gothic"/>
                <a:cs typeface="Yu Gothic"/>
              </a:rPr>
              <a:t>30年</a:t>
            </a:r>
          </a:p>
        </p:txBody>
      </p:sp>
      <p:sp>
        <p:nvSpPr>
          <p:cNvPr id="32" name="正方形/長方形 31">
            <a:extLst>
              <a:ext uri="{FF2B5EF4-FFF2-40B4-BE49-F238E27FC236}">
                <a16:creationId xmlns:a16="http://schemas.microsoft.com/office/drawing/2014/main" id="{18C51537-98F3-4761-AB2E-C5623B5EC3E6}"/>
              </a:ext>
            </a:extLst>
          </p:cNvPr>
          <p:cNvSpPr>
            <a:spLocks noGrp="1"/>
          </p:cNvSpPr>
          <p:nvPr/>
        </p:nvSpPr>
        <p:spPr>
          <a:xfrm>
            <a:off x="9810750" y="3819525"/>
            <a:ext cx="1809750" cy="571500"/>
          </a:xfrm>
          <a:prstGeom prst="rect">
            <a:avLst/>
          </a:prstGeom>
          <a:noFill/>
          <a:ln w="0">
            <a:noFill/>
          </a:ln>
        </p:spPr>
        <p:txBody>
          <a:bodyPr lIns="0" tIns="0" rIns="0" bIns="0" anchor="ctr">
            <a:noAutofit/>
          </a:bodyPr>
          <a:lstStyle>
            <a:defPPr>
              <a:defRPr sz="1875" b="1">
                <a:solidFill>
                  <a:srgbClr val="087E8B"/>
                </a:solidFill>
                <a:latin typeface="Yu Gothic"/>
                <a:ea typeface="Yu Gothic"/>
                <a:cs typeface="Yu Gothic"/>
              </a:defRPr>
            </a:defPPr>
            <a:lvl1pPr>
              <a:buNone/>
              <a:defRPr sz="1875" b="1">
                <a:solidFill>
                  <a:srgbClr val="087E8B"/>
                </a:solidFill>
                <a:latin typeface="Yu Gothic"/>
                <a:ea typeface="Yu Gothic"/>
                <a:cs typeface="Yu Gothic"/>
              </a:defRPr>
            </a:lvl1pPr>
            <a:lvl2pPr>
              <a:buNone/>
              <a:defRPr sz="1875" b="1">
                <a:solidFill>
                  <a:srgbClr val="087E8B"/>
                </a:solidFill>
                <a:latin typeface="Yu Gothic"/>
                <a:ea typeface="Yu Gothic"/>
                <a:cs typeface="Yu Gothic"/>
              </a:defRPr>
            </a:lvl2pPr>
            <a:lvl3pPr>
              <a:buNone/>
              <a:defRPr sz="1875" b="1">
                <a:solidFill>
                  <a:srgbClr val="087E8B"/>
                </a:solidFill>
                <a:latin typeface="Yu Gothic"/>
                <a:ea typeface="Yu Gothic"/>
                <a:cs typeface="Yu Gothic"/>
              </a:defRPr>
            </a:lvl3pPr>
            <a:lvl4pPr>
              <a:buNone/>
              <a:defRPr sz="1875" b="1">
                <a:solidFill>
                  <a:srgbClr val="087E8B"/>
                </a:solidFill>
                <a:latin typeface="Yu Gothic"/>
                <a:ea typeface="Yu Gothic"/>
                <a:cs typeface="Yu Gothic"/>
              </a:defRPr>
            </a:lvl4pPr>
            <a:lvl5pPr>
              <a:buNone/>
              <a:defRPr sz="1875" b="1">
                <a:solidFill>
                  <a:srgbClr val="087E8B"/>
                </a:solidFill>
                <a:latin typeface="Yu Gothic"/>
                <a:ea typeface="Yu Gothic"/>
                <a:cs typeface="Yu Gothic"/>
              </a:defRPr>
            </a:lvl5pPr>
            <a:lvl6pPr>
              <a:buNone/>
              <a:defRPr sz="1875" b="1">
                <a:solidFill>
                  <a:srgbClr val="087E8B"/>
                </a:solidFill>
                <a:latin typeface="Yu Gothic"/>
                <a:ea typeface="Yu Gothic"/>
                <a:cs typeface="Yu Gothic"/>
              </a:defRPr>
            </a:lvl6pPr>
            <a:lvl7pPr>
              <a:buNone/>
              <a:defRPr sz="1875" b="1">
                <a:solidFill>
                  <a:srgbClr val="087E8B"/>
                </a:solidFill>
                <a:latin typeface="Yu Gothic"/>
                <a:ea typeface="Yu Gothic"/>
                <a:cs typeface="Yu Gothic"/>
              </a:defRPr>
            </a:lvl7pPr>
            <a:lvl8pPr>
              <a:buNone/>
              <a:defRPr sz="1875" b="1">
                <a:solidFill>
                  <a:srgbClr val="087E8B"/>
                </a:solidFill>
                <a:latin typeface="Yu Gothic"/>
                <a:ea typeface="Yu Gothic"/>
                <a:cs typeface="Yu Gothic"/>
              </a:defRPr>
            </a:lvl8pPr>
            <a:lvl9pPr>
              <a:buNone/>
              <a:defRPr sz="1875" b="1">
                <a:solidFill>
                  <a:srgbClr val="087E8B"/>
                </a:solidFill>
                <a:latin typeface="Yu Gothic"/>
                <a:ea typeface="Yu Gothic"/>
                <a:cs typeface="Yu Gothic"/>
              </a:defRPr>
            </a:lvl9pPr>
          </a:lstStyle>
          <a:p>
            <a:pPr>
              <a:buNone/>
              <a:defRPr sz="1875" b="1">
                <a:solidFill>
                  <a:srgbClr val="087E8B"/>
                </a:solidFill>
                <a:latin typeface="Yu Gothic"/>
                <a:ea typeface="Yu Gothic"/>
                <a:cs typeface="Yu Gothic"/>
              </a:defRPr>
            </a:pPr>
            <a:r>
              <a:rPr sz="1875" b="1">
                <a:solidFill>
                  <a:srgbClr val="087E8B"/>
                </a:solidFill>
                <a:latin typeface="Yu Gothic"/>
                <a:ea typeface="Yu Gothic"/>
                <a:cs typeface="Yu Gothic"/>
              </a:rPr>
              <a:t>処理</a:t>
            </a:r>
          </a:p>
        </p:txBody>
      </p:sp>
      <p:sp>
        <p:nvSpPr>
          <p:cNvPr id="33" name="正方形/長方形 32">
            <a:extLst>
              <a:ext uri="{FF2B5EF4-FFF2-40B4-BE49-F238E27FC236}">
                <a16:creationId xmlns:a16="http://schemas.microsoft.com/office/drawing/2014/main" id="{3381BE71-7EAE-4123-896C-319A338D4AA8}"/>
              </a:ext>
            </a:extLst>
          </p:cNvPr>
          <p:cNvSpPr>
            <a:spLocks noGrp="1"/>
          </p:cNvSpPr>
          <p:nvPr/>
        </p:nvSpPr>
        <p:spPr>
          <a:xfrm>
            <a:off x="838200" y="1581150"/>
            <a:ext cx="10477500" cy="619125"/>
          </a:xfrm>
          <a:prstGeom prst="rect">
            <a:avLst/>
          </a:prstGeom>
          <a:noFill/>
          <a:ln w="0">
            <a:noFill/>
          </a:ln>
        </p:spPr>
        <p:txBody>
          <a:bodyPr lIns="0" tIns="0" rIns="0" bIns="0" anchor="ctr">
            <a:noAutofit/>
          </a:bodyPr>
          <a:lstStyle>
            <a:defPPr>
              <a:defRPr sz="2400" b="1">
                <a:solidFill>
                  <a:srgbClr val="253C4D"/>
                </a:solidFill>
                <a:latin typeface="Yu Gothic"/>
                <a:ea typeface="Yu Gothic"/>
                <a:cs typeface="Yu Gothic"/>
              </a:defRPr>
            </a:defPPr>
            <a:lvl1pPr>
              <a:buNone/>
              <a:defRPr sz="2400" b="1">
                <a:solidFill>
                  <a:srgbClr val="253C4D"/>
                </a:solidFill>
                <a:latin typeface="Yu Gothic"/>
                <a:ea typeface="Yu Gothic"/>
                <a:cs typeface="Yu Gothic"/>
              </a:defRPr>
            </a:lvl1pPr>
            <a:lvl2pPr>
              <a:buNone/>
              <a:defRPr sz="2400" b="1">
                <a:solidFill>
                  <a:srgbClr val="253C4D"/>
                </a:solidFill>
                <a:latin typeface="Yu Gothic"/>
                <a:ea typeface="Yu Gothic"/>
                <a:cs typeface="Yu Gothic"/>
              </a:defRPr>
            </a:lvl2pPr>
            <a:lvl3pPr>
              <a:buNone/>
              <a:defRPr sz="2400" b="1">
                <a:solidFill>
                  <a:srgbClr val="253C4D"/>
                </a:solidFill>
                <a:latin typeface="Yu Gothic"/>
                <a:ea typeface="Yu Gothic"/>
                <a:cs typeface="Yu Gothic"/>
              </a:defRPr>
            </a:lvl3pPr>
            <a:lvl4pPr>
              <a:buNone/>
              <a:defRPr sz="2400" b="1">
                <a:solidFill>
                  <a:srgbClr val="253C4D"/>
                </a:solidFill>
                <a:latin typeface="Yu Gothic"/>
                <a:ea typeface="Yu Gothic"/>
                <a:cs typeface="Yu Gothic"/>
              </a:defRPr>
            </a:lvl4pPr>
            <a:lvl5pPr>
              <a:buNone/>
              <a:defRPr sz="2400" b="1">
                <a:solidFill>
                  <a:srgbClr val="253C4D"/>
                </a:solidFill>
                <a:latin typeface="Yu Gothic"/>
                <a:ea typeface="Yu Gothic"/>
                <a:cs typeface="Yu Gothic"/>
              </a:defRPr>
            </a:lvl5pPr>
            <a:lvl6pPr>
              <a:buNone/>
              <a:defRPr sz="2400" b="1">
                <a:solidFill>
                  <a:srgbClr val="253C4D"/>
                </a:solidFill>
                <a:latin typeface="Yu Gothic"/>
                <a:ea typeface="Yu Gothic"/>
                <a:cs typeface="Yu Gothic"/>
              </a:defRPr>
            </a:lvl6pPr>
            <a:lvl7pPr>
              <a:buNone/>
              <a:defRPr sz="2400" b="1">
                <a:solidFill>
                  <a:srgbClr val="253C4D"/>
                </a:solidFill>
                <a:latin typeface="Yu Gothic"/>
                <a:ea typeface="Yu Gothic"/>
                <a:cs typeface="Yu Gothic"/>
              </a:defRPr>
            </a:lvl7pPr>
            <a:lvl8pPr>
              <a:buNone/>
              <a:defRPr sz="2400" b="1">
                <a:solidFill>
                  <a:srgbClr val="253C4D"/>
                </a:solidFill>
                <a:latin typeface="Yu Gothic"/>
                <a:ea typeface="Yu Gothic"/>
                <a:cs typeface="Yu Gothic"/>
              </a:defRPr>
            </a:lvl8pPr>
            <a:lvl9pPr>
              <a:buNone/>
              <a:defRPr sz="2400" b="1">
                <a:solidFill>
                  <a:srgbClr val="253C4D"/>
                </a:solidFill>
                <a:latin typeface="Yu Gothic"/>
                <a:ea typeface="Yu Gothic"/>
                <a:cs typeface="Yu Gothic"/>
              </a:defRPr>
            </a:lvl9pPr>
          </a:lstStyle>
          <a:p>
            <a:pPr>
              <a:buNone/>
              <a:defRPr sz="2400" b="1">
                <a:solidFill>
                  <a:srgbClr val="253C4D"/>
                </a:solidFill>
                <a:latin typeface="Yu Gothic"/>
                <a:ea typeface="Yu Gothic"/>
                <a:cs typeface="Yu Gothic"/>
              </a:defRPr>
            </a:pPr>
            <a:r>
              <a:rPr sz="2400" b="1">
                <a:solidFill>
                  <a:srgbClr val="253C4D"/>
                </a:solidFill>
                <a:latin typeface="Yu Gothic"/>
                <a:ea typeface="Yu Gothic"/>
                <a:cs typeface="Yu Gothic"/>
              </a:rPr>
              <a:t>各方式で、30年間の工程値を合計する</a:t>
            </a:r>
          </a:p>
        </p:txBody>
      </p:sp>
    </p:spTree>
    <p:extLst>
      <p:ext uri="{BB962C8B-B14F-4D97-AF65-F5344CB8AC3E}">
        <p14:creationId xmlns:p14="http://schemas.microsoft.com/office/powerpoint/2010/main" val="286511333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正方形/長方形 8">
            <a:extLst>
              <a:ext uri="{FF2B5EF4-FFF2-40B4-BE49-F238E27FC236}">
                <a16:creationId xmlns:a16="http://schemas.microsoft.com/office/drawing/2014/main" id="{9C83EAB1-1906-4E3D-86EC-9DBD231F22AC}"/>
              </a:ext>
            </a:extLst>
          </p:cNvPr>
          <p:cNvSpPr>
            <a:spLocks noGrp="1"/>
          </p:cNvSpPr>
          <p:nvPr/>
        </p:nvSpPr>
        <p:spPr>
          <a:xfrm>
            <a:off x="685800" y="342900"/>
            <a:ext cx="10820400" cy="666750"/>
          </a:xfrm>
          <a:prstGeom prst="rect">
            <a:avLst/>
          </a:prstGeom>
          <a:noFill/>
          <a:ln w="0">
            <a:noFill/>
          </a:ln>
        </p:spPr>
        <p:txBody>
          <a:bodyPr lIns="0" tIns="0" rIns="0" bIns="0" anchor="ctr">
            <a:noAutofit/>
          </a:bodyPr>
          <a:lstStyle>
            <a:defPPr>
              <a:defRPr sz="3000" b="1">
                <a:solidFill>
                  <a:srgbClr val="18364F"/>
                </a:solidFill>
                <a:latin typeface="Yu Gothic"/>
                <a:ea typeface="Yu Gothic"/>
                <a:cs typeface="Yu Gothic"/>
              </a:defRPr>
            </a:defPPr>
            <a:lvl1pPr>
              <a:buNone/>
              <a:defRPr sz="3000" b="1">
                <a:solidFill>
                  <a:srgbClr val="18364F"/>
                </a:solidFill>
                <a:latin typeface="Yu Gothic"/>
                <a:ea typeface="Yu Gothic"/>
                <a:cs typeface="Yu Gothic"/>
              </a:defRPr>
            </a:lvl1pPr>
            <a:lvl2pPr>
              <a:buNone/>
              <a:defRPr sz="3000" b="1">
                <a:solidFill>
                  <a:srgbClr val="18364F"/>
                </a:solidFill>
                <a:latin typeface="Yu Gothic"/>
                <a:ea typeface="Yu Gothic"/>
                <a:cs typeface="Yu Gothic"/>
              </a:defRPr>
            </a:lvl2pPr>
            <a:lvl3pPr>
              <a:buNone/>
              <a:defRPr sz="3000" b="1">
                <a:solidFill>
                  <a:srgbClr val="18364F"/>
                </a:solidFill>
                <a:latin typeface="Yu Gothic"/>
                <a:ea typeface="Yu Gothic"/>
                <a:cs typeface="Yu Gothic"/>
              </a:defRPr>
            </a:lvl3pPr>
            <a:lvl4pPr>
              <a:buNone/>
              <a:defRPr sz="3000" b="1">
                <a:solidFill>
                  <a:srgbClr val="18364F"/>
                </a:solidFill>
                <a:latin typeface="Yu Gothic"/>
                <a:ea typeface="Yu Gothic"/>
                <a:cs typeface="Yu Gothic"/>
              </a:defRPr>
            </a:lvl4pPr>
            <a:lvl5pPr>
              <a:buNone/>
              <a:defRPr sz="3000" b="1">
                <a:solidFill>
                  <a:srgbClr val="18364F"/>
                </a:solidFill>
                <a:latin typeface="Yu Gothic"/>
                <a:ea typeface="Yu Gothic"/>
                <a:cs typeface="Yu Gothic"/>
              </a:defRPr>
            </a:lvl5pPr>
            <a:lvl6pPr>
              <a:buNone/>
              <a:defRPr sz="3000" b="1">
                <a:solidFill>
                  <a:srgbClr val="18364F"/>
                </a:solidFill>
                <a:latin typeface="Yu Gothic"/>
                <a:ea typeface="Yu Gothic"/>
                <a:cs typeface="Yu Gothic"/>
              </a:defRPr>
            </a:lvl6pPr>
            <a:lvl7pPr>
              <a:buNone/>
              <a:defRPr sz="3000" b="1">
                <a:solidFill>
                  <a:srgbClr val="18364F"/>
                </a:solidFill>
                <a:latin typeface="Yu Gothic"/>
                <a:ea typeface="Yu Gothic"/>
                <a:cs typeface="Yu Gothic"/>
              </a:defRPr>
            </a:lvl7pPr>
            <a:lvl8pPr>
              <a:buNone/>
              <a:defRPr sz="3000" b="1">
                <a:solidFill>
                  <a:srgbClr val="18364F"/>
                </a:solidFill>
                <a:latin typeface="Yu Gothic"/>
                <a:ea typeface="Yu Gothic"/>
                <a:cs typeface="Yu Gothic"/>
              </a:defRPr>
            </a:lvl8pPr>
            <a:lvl9pPr>
              <a:buNone/>
              <a:defRPr sz="3000" b="1">
                <a:solidFill>
                  <a:srgbClr val="18364F"/>
                </a:solidFill>
                <a:latin typeface="Yu Gothic"/>
                <a:ea typeface="Yu Gothic"/>
                <a:cs typeface="Yu Gothic"/>
              </a:defRPr>
            </a:lvl9pPr>
          </a:lstStyle>
          <a:p>
            <a:pPr>
              <a:buNone/>
              <a:defRPr sz="3000" b="1">
                <a:solidFill>
                  <a:srgbClr val="18364F"/>
                </a:solidFill>
                <a:latin typeface="Yu Gothic"/>
                <a:ea typeface="Yu Gothic"/>
                <a:cs typeface="Yu Gothic"/>
              </a:defRPr>
            </a:pPr>
            <a:r>
              <a:rPr lang="ja-JP" altLang="en-US" sz="3000" b="1">
                <a:solidFill>
                  <a:srgbClr val="18364F"/>
                </a:solidFill>
                <a:latin typeface="Yu Gothic"/>
                <a:ea typeface="Yu Gothic"/>
                <a:cs typeface="Yu Gothic"/>
              </a:rPr>
              <a:t>環境演習</a:t>
            </a:r>
            <a:r>
              <a:rPr lang="en-US" altLang="ja-JP" sz="3000" b="1">
                <a:solidFill>
                  <a:srgbClr val="18364F"/>
                </a:solidFill>
                <a:latin typeface="Yu Gothic"/>
                <a:ea typeface="Yu Gothic"/>
                <a:cs typeface="Yu Gothic"/>
              </a:rPr>
              <a:t>3</a:t>
            </a:r>
            <a:r>
              <a:rPr lang="ja-JP" altLang="en-US" sz="3000" b="1">
                <a:solidFill>
                  <a:srgbClr val="18364F"/>
                </a:solidFill>
                <a:latin typeface="Yu Gothic"/>
                <a:ea typeface="Yu Gothic"/>
                <a:cs typeface="Yu Gothic"/>
              </a:rPr>
              <a:t>の解説　長寿命の利点には条件がある</a:t>
            </a:r>
            <a:endParaRPr sz="3000" b="1">
              <a:solidFill>
                <a:srgbClr val="18364F"/>
              </a:solidFill>
              <a:latin typeface="Yu Gothic"/>
              <a:ea typeface="Yu Gothic"/>
              <a:cs typeface="Yu Gothic"/>
            </a:endParaRPr>
          </a:p>
        </p:txBody>
      </p:sp>
      <p:sp>
        <p:nvSpPr>
          <p:cNvPr id="2" name="正方形/長方形 1">
            <a:extLst>
              <a:ext uri="{FF2B5EF4-FFF2-40B4-BE49-F238E27FC236}">
                <a16:creationId xmlns:a16="http://schemas.microsoft.com/office/drawing/2014/main" id="{B014491C-207A-4D61-8BD5-5E9E308627D6}"/>
              </a:ext>
            </a:extLst>
          </p:cNvPr>
          <p:cNvSpPr>
            <a:spLocks noGrp="1"/>
          </p:cNvSpPr>
          <p:nvPr/>
        </p:nvSpPr>
        <p:spPr>
          <a:xfrm>
            <a:off x="685800" y="1181100"/>
            <a:ext cx="10820400" cy="19050"/>
          </a:xfrm>
          <a:prstGeom prst="rect">
            <a:avLst/>
          </a:prstGeom>
          <a:solidFill>
            <a:srgbClr val="18364F"/>
          </a:solidFill>
          <a:ln w="0">
            <a:noFill/>
          </a:ln>
        </p:spPr>
      </p:sp>
      <p:sp>
        <p:nvSpPr>
          <p:cNvPr id="3" name="正方形/長方形 2">
            <a:extLst>
              <a:ext uri="{FF2B5EF4-FFF2-40B4-BE49-F238E27FC236}">
                <a16:creationId xmlns:a16="http://schemas.microsoft.com/office/drawing/2014/main" id="{B6AEFF31-5BBF-4AFC-BE39-71AF62C20A7D}"/>
              </a:ext>
            </a:extLst>
          </p:cNvPr>
          <p:cNvSpPr>
            <a:spLocks noGrp="1"/>
          </p:cNvSpPr>
          <p:nvPr/>
        </p:nvSpPr>
        <p:spPr>
          <a:xfrm>
            <a:off x="685800" y="6419850"/>
            <a:ext cx="9334500" cy="257175"/>
          </a:xfrm>
          <a:prstGeom prst="rect">
            <a:avLst/>
          </a:prstGeom>
          <a:noFill/>
          <a:ln w="0">
            <a:noFill/>
          </a:ln>
        </p:spPr>
        <p:txBody>
          <a:bodyPr lIns="0" tIns="0" rIns="0" bIns="0" anchor="ctr">
            <a:noAutofit/>
          </a:bodyPr>
          <a:lstStyle>
            <a:defPPr>
              <a:defRPr sz="1425" b="0">
                <a:solidFill>
                  <a:srgbClr val="596875"/>
                </a:solidFill>
                <a:latin typeface="Yu Gothic"/>
                <a:ea typeface="Yu Gothic"/>
                <a:cs typeface="Yu Gothic"/>
              </a:defRPr>
            </a:defPPr>
            <a:lvl1pPr>
              <a:buNone/>
              <a:defRPr sz="1425" b="0">
                <a:solidFill>
                  <a:srgbClr val="596875"/>
                </a:solidFill>
                <a:latin typeface="Yu Gothic"/>
                <a:ea typeface="Yu Gothic"/>
                <a:cs typeface="Yu Gothic"/>
              </a:defRPr>
            </a:lvl1pPr>
            <a:lvl2pPr>
              <a:buNone/>
              <a:defRPr sz="1425" b="0">
                <a:solidFill>
                  <a:srgbClr val="596875"/>
                </a:solidFill>
                <a:latin typeface="Yu Gothic"/>
                <a:ea typeface="Yu Gothic"/>
                <a:cs typeface="Yu Gothic"/>
              </a:defRPr>
            </a:lvl2pPr>
            <a:lvl3pPr>
              <a:buNone/>
              <a:defRPr sz="1425" b="0">
                <a:solidFill>
                  <a:srgbClr val="596875"/>
                </a:solidFill>
                <a:latin typeface="Yu Gothic"/>
                <a:ea typeface="Yu Gothic"/>
                <a:cs typeface="Yu Gothic"/>
              </a:defRPr>
            </a:lvl3pPr>
            <a:lvl4pPr>
              <a:buNone/>
              <a:defRPr sz="1425" b="0">
                <a:solidFill>
                  <a:srgbClr val="596875"/>
                </a:solidFill>
                <a:latin typeface="Yu Gothic"/>
                <a:ea typeface="Yu Gothic"/>
                <a:cs typeface="Yu Gothic"/>
              </a:defRPr>
            </a:lvl4pPr>
            <a:lvl5pPr>
              <a:buNone/>
              <a:defRPr sz="1425" b="0">
                <a:solidFill>
                  <a:srgbClr val="596875"/>
                </a:solidFill>
                <a:latin typeface="Yu Gothic"/>
                <a:ea typeface="Yu Gothic"/>
                <a:cs typeface="Yu Gothic"/>
              </a:defRPr>
            </a:lvl5pPr>
            <a:lvl6pPr>
              <a:buNone/>
              <a:defRPr sz="1425" b="0">
                <a:solidFill>
                  <a:srgbClr val="596875"/>
                </a:solidFill>
                <a:latin typeface="Yu Gothic"/>
                <a:ea typeface="Yu Gothic"/>
                <a:cs typeface="Yu Gothic"/>
              </a:defRPr>
            </a:lvl6pPr>
            <a:lvl7pPr>
              <a:buNone/>
              <a:defRPr sz="1425" b="0">
                <a:solidFill>
                  <a:srgbClr val="596875"/>
                </a:solidFill>
                <a:latin typeface="Yu Gothic"/>
                <a:ea typeface="Yu Gothic"/>
                <a:cs typeface="Yu Gothic"/>
              </a:defRPr>
            </a:lvl7pPr>
            <a:lvl8pPr>
              <a:buNone/>
              <a:defRPr sz="1425" b="0">
                <a:solidFill>
                  <a:srgbClr val="596875"/>
                </a:solidFill>
                <a:latin typeface="Yu Gothic"/>
                <a:ea typeface="Yu Gothic"/>
                <a:cs typeface="Yu Gothic"/>
              </a:defRPr>
            </a:lvl8pPr>
            <a:lvl9pPr>
              <a:buNone/>
              <a:defRPr sz="1425" b="0">
                <a:solidFill>
                  <a:srgbClr val="596875"/>
                </a:solidFill>
                <a:latin typeface="Yu Gothic"/>
                <a:ea typeface="Yu Gothic"/>
                <a:cs typeface="Yu Gothic"/>
              </a:defRPr>
            </a:lvl9pPr>
          </a:lstStyle>
          <a:p>
            <a:pPr>
              <a:buNone/>
              <a:defRPr sz="1425" b="0">
                <a:solidFill>
                  <a:srgbClr val="596875"/>
                </a:solidFill>
                <a:latin typeface="Yu Gothic"/>
                <a:ea typeface="Yu Gothic"/>
                <a:cs typeface="Yu Gothic"/>
              </a:defRPr>
            </a:pPr>
            <a:r>
              <a:rPr lang="ja-JP" altLang="en-US" sz="1425" b="0">
                <a:solidFill>
                  <a:srgbClr val="596875"/>
                </a:solidFill>
                <a:latin typeface="Yu Gothic"/>
                <a:ea typeface="Yu Gothic"/>
                <a:cs typeface="Yu Gothic"/>
              </a:rPr>
              <a:t>木材及び木質材料学　新第</a:t>
            </a:r>
            <a:r>
              <a:rPr lang="en-US" altLang="ja-JP" sz="1425" b="0">
                <a:solidFill>
                  <a:srgbClr val="596875"/>
                </a:solidFill>
                <a:latin typeface="Yu Gothic"/>
                <a:ea typeface="Yu Gothic"/>
                <a:cs typeface="Yu Gothic"/>
              </a:rPr>
              <a:t>14</a:t>
            </a:r>
            <a:r>
              <a:rPr lang="ja-JP" altLang="en-US" sz="1425" b="0">
                <a:solidFill>
                  <a:srgbClr val="596875"/>
                </a:solidFill>
                <a:latin typeface="Yu Gothic"/>
                <a:ea typeface="Yu Gothic"/>
                <a:cs typeface="Yu Gothic"/>
              </a:rPr>
              <a:t>回　資源・環境</a:t>
            </a:r>
            <a:endParaRPr sz="1425" b="0">
              <a:solidFill>
                <a:srgbClr val="596875"/>
              </a:solidFill>
              <a:latin typeface="Yu Gothic"/>
              <a:ea typeface="Yu Gothic"/>
              <a:cs typeface="Yu Gothic"/>
            </a:endParaRPr>
          </a:p>
        </p:txBody>
      </p:sp>
      <p:sp>
        <p:nvSpPr>
          <p:cNvPr id="4" name="正方形/長方形 3">
            <a:extLst>
              <a:ext uri="{FF2B5EF4-FFF2-40B4-BE49-F238E27FC236}">
                <a16:creationId xmlns:a16="http://schemas.microsoft.com/office/drawing/2014/main" id="{28CF2306-D53C-47E2-B994-E1BD58F9936F}"/>
              </a:ext>
            </a:extLst>
          </p:cNvPr>
          <p:cNvSpPr>
            <a:spLocks noGrp="1"/>
          </p:cNvSpPr>
          <p:nvPr/>
        </p:nvSpPr>
        <p:spPr>
          <a:xfrm>
            <a:off x="10763250" y="6419850"/>
            <a:ext cx="742950" cy="257175"/>
          </a:xfrm>
          <a:prstGeom prst="rect">
            <a:avLst/>
          </a:prstGeom>
          <a:noFill/>
          <a:ln w="0">
            <a:noFill/>
          </a:ln>
        </p:spPr>
        <p:txBody>
          <a:bodyPr lIns="0" tIns="0" rIns="0" bIns="0" anchor="ctr">
            <a:noAutofit/>
          </a:bodyPr>
          <a:lstStyle>
            <a:defPPr>
              <a:defRPr sz="1425" b="0">
                <a:solidFill>
                  <a:srgbClr val="596875"/>
                </a:solidFill>
                <a:latin typeface="Yu Gothic"/>
                <a:ea typeface="Yu Gothic"/>
                <a:cs typeface="Yu Gothic"/>
              </a:defRPr>
            </a:defPPr>
            <a:lvl1pPr>
              <a:buNone/>
              <a:defRPr sz="1425" b="0">
                <a:solidFill>
                  <a:srgbClr val="596875"/>
                </a:solidFill>
                <a:latin typeface="Yu Gothic"/>
                <a:ea typeface="Yu Gothic"/>
                <a:cs typeface="Yu Gothic"/>
              </a:defRPr>
            </a:lvl1pPr>
            <a:lvl2pPr>
              <a:buNone/>
              <a:defRPr sz="1425" b="0">
                <a:solidFill>
                  <a:srgbClr val="596875"/>
                </a:solidFill>
                <a:latin typeface="Yu Gothic"/>
                <a:ea typeface="Yu Gothic"/>
                <a:cs typeface="Yu Gothic"/>
              </a:defRPr>
            </a:lvl2pPr>
            <a:lvl3pPr>
              <a:buNone/>
              <a:defRPr sz="1425" b="0">
                <a:solidFill>
                  <a:srgbClr val="596875"/>
                </a:solidFill>
                <a:latin typeface="Yu Gothic"/>
                <a:ea typeface="Yu Gothic"/>
                <a:cs typeface="Yu Gothic"/>
              </a:defRPr>
            </a:lvl3pPr>
            <a:lvl4pPr>
              <a:buNone/>
              <a:defRPr sz="1425" b="0">
                <a:solidFill>
                  <a:srgbClr val="596875"/>
                </a:solidFill>
                <a:latin typeface="Yu Gothic"/>
                <a:ea typeface="Yu Gothic"/>
                <a:cs typeface="Yu Gothic"/>
              </a:defRPr>
            </a:lvl4pPr>
            <a:lvl5pPr>
              <a:buNone/>
              <a:defRPr sz="1425" b="0">
                <a:solidFill>
                  <a:srgbClr val="596875"/>
                </a:solidFill>
                <a:latin typeface="Yu Gothic"/>
                <a:ea typeface="Yu Gothic"/>
                <a:cs typeface="Yu Gothic"/>
              </a:defRPr>
            </a:lvl5pPr>
            <a:lvl6pPr>
              <a:buNone/>
              <a:defRPr sz="1425" b="0">
                <a:solidFill>
                  <a:srgbClr val="596875"/>
                </a:solidFill>
                <a:latin typeface="Yu Gothic"/>
                <a:ea typeface="Yu Gothic"/>
                <a:cs typeface="Yu Gothic"/>
              </a:defRPr>
            </a:lvl6pPr>
            <a:lvl7pPr>
              <a:buNone/>
              <a:defRPr sz="1425" b="0">
                <a:solidFill>
                  <a:srgbClr val="596875"/>
                </a:solidFill>
                <a:latin typeface="Yu Gothic"/>
                <a:ea typeface="Yu Gothic"/>
                <a:cs typeface="Yu Gothic"/>
              </a:defRPr>
            </a:lvl7pPr>
            <a:lvl8pPr>
              <a:buNone/>
              <a:defRPr sz="1425" b="0">
                <a:solidFill>
                  <a:srgbClr val="596875"/>
                </a:solidFill>
                <a:latin typeface="Yu Gothic"/>
                <a:ea typeface="Yu Gothic"/>
                <a:cs typeface="Yu Gothic"/>
              </a:defRPr>
            </a:lvl8pPr>
            <a:lvl9pPr>
              <a:buNone/>
              <a:defRPr sz="1425" b="0">
                <a:solidFill>
                  <a:srgbClr val="596875"/>
                </a:solidFill>
                <a:latin typeface="Yu Gothic"/>
                <a:ea typeface="Yu Gothic"/>
                <a:cs typeface="Yu Gothic"/>
              </a:defRPr>
            </a:lvl9pPr>
          </a:lstStyle>
          <a:p>
            <a:pPr>
              <a:buNone/>
              <a:defRPr sz="1425" b="0">
                <a:solidFill>
                  <a:srgbClr val="596875"/>
                </a:solidFill>
                <a:latin typeface="Yu Gothic"/>
                <a:ea typeface="Yu Gothic"/>
                <a:cs typeface="Yu Gothic"/>
              </a:defRPr>
            </a:pPr>
            <a:r>
              <a:rPr lang="en-US" altLang="ja-JP" sz="1425" b="0">
                <a:solidFill>
                  <a:srgbClr val="596875"/>
                </a:solidFill>
                <a:latin typeface="Yu Gothic"/>
                <a:ea typeface="Yu Gothic"/>
                <a:cs typeface="Yu Gothic"/>
              </a:rPr>
              <a:t>47</a:t>
            </a:r>
            <a:endParaRPr sz="1425" b="0">
              <a:solidFill>
                <a:srgbClr val="596875"/>
              </a:solidFill>
              <a:latin typeface="Yu Gothic"/>
              <a:ea typeface="Yu Gothic"/>
              <a:cs typeface="Yu Gothic"/>
            </a:endParaRPr>
          </a:p>
        </p:txBody>
      </p:sp>
      <p:sp>
        <p:nvSpPr>
          <p:cNvPr id="5" name="正方形/長方形 4">
            <a:extLst>
              <a:ext uri="{FF2B5EF4-FFF2-40B4-BE49-F238E27FC236}">
                <a16:creationId xmlns:a16="http://schemas.microsoft.com/office/drawing/2014/main" id="{36ED3992-D221-44D0-9B7C-F4B085535E8F}"/>
              </a:ext>
            </a:extLst>
          </p:cNvPr>
          <p:cNvSpPr>
            <a:spLocks noGrp="1"/>
          </p:cNvSpPr>
          <p:nvPr/>
        </p:nvSpPr>
        <p:spPr>
          <a:xfrm>
            <a:off x="838200" y="1600200"/>
            <a:ext cx="10477500" cy="809625"/>
          </a:xfrm>
          <a:prstGeom prst="rect">
            <a:avLst/>
          </a:prstGeom>
          <a:noFill/>
          <a:ln w="0">
            <a:noFill/>
          </a:ln>
        </p:spPr>
        <p:txBody>
          <a:bodyPr lIns="0" tIns="0" rIns="0" bIns="0" anchor="ctr">
            <a:noAutofit/>
          </a:bodyPr>
          <a:lstStyle>
            <a:defPPr>
              <a:defRPr sz="2175" b="0">
                <a:solidFill>
                  <a:srgbClr val="253C4D"/>
                </a:solidFill>
                <a:latin typeface="Yu Gothic"/>
                <a:ea typeface="Yu Gothic"/>
                <a:cs typeface="Yu Gothic"/>
              </a:defRPr>
            </a:defPPr>
            <a:lvl1pPr>
              <a:buNone/>
              <a:defRPr sz="2175" b="0">
                <a:solidFill>
                  <a:srgbClr val="253C4D"/>
                </a:solidFill>
                <a:latin typeface="Yu Gothic"/>
                <a:ea typeface="Yu Gothic"/>
                <a:cs typeface="Yu Gothic"/>
              </a:defRPr>
            </a:lvl1pPr>
            <a:lvl2pPr>
              <a:buNone/>
              <a:defRPr sz="2175" b="0">
                <a:solidFill>
                  <a:srgbClr val="253C4D"/>
                </a:solidFill>
                <a:latin typeface="Yu Gothic"/>
                <a:ea typeface="Yu Gothic"/>
                <a:cs typeface="Yu Gothic"/>
              </a:defRPr>
            </a:lvl2pPr>
            <a:lvl3pPr>
              <a:buNone/>
              <a:defRPr sz="2175" b="0">
                <a:solidFill>
                  <a:srgbClr val="253C4D"/>
                </a:solidFill>
                <a:latin typeface="Yu Gothic"/>
                <a:ea typeface="Yu Gothic"/>
                <a:cs typeface="Yu Gothic"/>
              </a:defRPr>
            </a:lvl3pPr>
            <a:lvl4pPr>
              <a:buNone/>
              <a:defRPr sz="2175" b="0">
                <a:solidFill>
                  <a:srgbClr val="253C4D"/>
                </a:solidFill>
                <a:latin typeface="Yu Gothic"/>
                <a:ea typeface="Yu Gothic"/>
                <a:cs typeface="Yu Gothic"/>
              </a:defRPr>
            </a:lvl4pPr>
            <a:lvl5pPr>
              <a:buNone/>
              <a:defRPr sz="2175" b="0">
                <a:solidFill>
                  <a:srgbClr val="253C4D"/>
                </a:solidFill>
                <a:latin typeface="Yu Gothic"/>
                <a:ea typeface="Yu Gothic"/>
                <a:cs typeface="Yu Gothic"/>
              </a:defRPr>
            </a:lvl5pPr>
            <a:lvl6pPr>
              <a:buNone/>
              <a:defRPr sz="2175" b="0">
                <a:solidFill>
                  <a:srgbClr val="253C4D"/>
                </a:solidFill>
                <a:latin typeface="Yu Gothic"/>
                <a:ea typeface="Yu Gothic"/>
                <a:cs typeface="Yu Gothic"/>
              </a:defRPr>
            </a:lvl6pPr>
            <a:lvl7pPr>
              <a:buNone/>
              <a:defRPr sz="2175" b="0">
                <a:solidFill>
                  <a:srgbClr val="253C4D"/>
                </a:solidFill>
                <a:latin typeface="Yu Gothic"/>
                <a:ea typeface="Yu Gothic"/>
                <a:cs typeface="Yu Gothic"/>
              </a:defRPr>
            </a:lvl7pPr>
            <a:lvl8pPr>
              <a:buNone/>
              <a:defRPr sz="2175" b="0">
                <a:solidFill>
                  <a:srgbClr val="253C4D"/>
                </a:solidFill>
                <a:latin typeface="Yu Gothic"/>
                <a:ea typeface="Yu Gothic"/>
                <a:cs typeface="Yu Gothic"/>
              </a:defRPr>
            </a:lvl8pPr>
            <a:lvl9pPr>
              <a:buNone/>
              <a:defRPr sz="2175" b="0">
                <a:solidFill>
                  <a:srgbClr val="253C4D"/>
                </a:solidFill>
                <a:latin typeface="Yu Gothic"/>
                <a:ea typeface="Yu Gothic"/>
                <a:cs typeface="Yu Gothic"/>
              </a:defRPr>
            </a:lvl9pPr>
          </a:lstStyle>
          <a:p>
            <a:pPr>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A：製造 5×3 ＋ 処理 1×3 ＝ 18 kg-CO₂e</a:t>
            </a:r>
          </a:p>
        </p:txBody>
      </p:sp>
      <p:sp>
        <p:nvSpPr>
          <p:cNvPr id="6" name="正方形/長方形 5">
            <a:extLst>
              <a:ext uri="{FF2B5EF4-FFF2-40B4-BE49-F238E27FC236}">
                <a16:creationId xmlns:a16="http://schemas.microsoft.com/office/drawing/2014/main" id="{5913427F-1C4F-4552-AB34-3C564575661F}"/>
              </a:ext>
            </a:extLst>
          </p:cNvPr>
          <p:cNvSpPr>
            <a:spLocks noGrp="1"/>
          </p:cNvSpPr>
          <p:nvPr/>
        </p:nvSpPr>
        <p:spPr>
          <a:xfrm>
            <a:off x="838200" y="2600325"/>
            <a:ext cx="10477500" cy="809625"/>
          </a:xfrm>
          <a:prstGeom prst="rect">
            <a:avLst/>
          </a:prstGeom>
          <a:noFill/>
          <a:ln w="0">
            <a:noFill/>
          </a:ln>
        </p:spPr>
        <p:txBody>
          <a:bodyPr lIns="0" tIns="0" rIns="0" bIns="0" anchor="ctr">
            <a:noAutofit/>
          </a:bodyPr>
          <a:lstStyle>
            <a:defPPr>
              <a:defRPr sz="2175" b="0">
                <a:solidFill>
                  <a:srgbClr val="253C4D"/>
                </a:solidFill>
                <a:latin typeface="Yu Gothic"/>
                <a:ea typeface="Yu Gothic"/>
                <a:cs typeface="Yu Gothic"/>
              </a:defRPr>
            </a:defPPr>
            <a:lvl1pPr>
              <a:buNone/>
              <a:defRPr sz="2175" b="0">
                <a:solidFill>
                  <a:srgbClr val="253C4D"/>
                </a:solidFill>
                <a:latin typeface="Yu Gothic"/>
                <a:ea typeface="Yu Gothic"/>
                <a:cs typeface="Yu Gothic"/>
              </a:defRPr>
            </a:lvl1pPr>
            <a:lvl2pPr>
              <a:buNone/>
              <a:defRPr sz="2175" b="0">
                <a:solidFill>
                  <a:srgbClr val="253C4D"/>
                </a:solidFill>
                <a:latin typeface="Yu Gothic"/>
                <a:ea typeface="Yu Gothic"/>
                <a:cs typeface="Yu Gothic"/>
              </a:defRPr>
            </a:lvl2pPr>
            <a:lvl3pPr>
              <a:buNone/>
              <a:defRPr sz="2175" b="0">
                <a:solidFill>
                  <a:srgbClr val="253C4D"/>
                </a:solidFill>
                <a:latin typeface="Yu Gothic"/>
                <a:ea typeface="Yu Gothic"/>
                <a:cs typeface="Yu Gothic"/>
              </a:defRPr>
            </a:lvl3pPr>
            <a:lvl4pPr>
              <a:buNone/>
              <a:defRPr sz="2175" b="0">
                <a:solidFill>
                  <a:srgbClr val="253C4D"/>
                </a:solidFill>
                <a:latin typeface="Yu Gothic"/>
                <a:ea typeface="Yu Gothic"/>
                <a:cs typeface="Yu Gothic"/>
              </a:defRPr>
            </a:lvl4pPr>
            <a:lvl5pPr>
              <a:buNone/>
              <a:defRPr sz="2175" b="0">
                <a:solidFill>
                  <a:srgbClr val="253C4D"/>
                </a:solidFill>
                <a:latin typeface="Yu Gothic"/>
                <a:ea typeface="Yu Gothic"/>
                <a:cs typeface="Yu Gothic"/>
              </a:defRPr>
            </a:lvl5pPr>
            <a:lvl6pPr>
              <a:buNone/>
              <a:defRPr sz="2175" b="0">
                <a:solidFill>
                  <a:srgbClr val="253C4D"/>
                </a:solidFill>
                <a:latin typeface="Yu Gothic"/>
                <a:ea typeface="Yu Gothic"/>
                <a:cs typeface="Yu Gothic"/>
              </a:defRPr>
            </a:lvl6pPr>
            <a:lvl7pPr>
              <a:buNone/>
              <a:defRPr sz="2175" b="0">
                <a:solidFill>
                  <a:srgbClr val="253C4D"/>
                </a:solidFill>
                <a:latin typeface="Yu Gothic"/>
                <a:ea typeface="Yu Gothic"/>
                <a:cs typeface="Yu Gothic"/>
              </a:defRPr>
            </a:lvl7pPr>
            <a:lvl8pPr>
              <a:buNone/>
              <a:defRPr sz="2175" b="0">
                <a:solidFill>
                  <a:srgbClr val="253C4D"/>
                </a:solidFill>
                <a:latin typeface="Yu Gothic"/>
                <a:ea typeface="Yu Gothic"/>
                <a:cs typeface="Yu Gothic"/>
              </a:defRPr>
            </a:lvl8pPr>
            <a:lvl9pPr>
              <a:buNone/>
              <a:defRPr sz="2175" b="0">
                <a:solidFill>
                  <a:srgbClr val="253C4D"/>
                </a:solidFill>
                <a:latin typeface="Yu Gothic"/>
                <a:ea typeface="Yu Gothic"/>
                <a:cs typeface="Yu Gothic"/>
              </a:defRPr>
            </a:lvl9pPr>
          </a:lstStyle>
          <a:p>
            <a:pPr>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B：製造 9 ＋ 手入れ 1×2 ＋ 処理 1 ＝ 12 kg-CO₂e</a:t>
            </a:r>
          </a:p>
        </p:txBody>
      </p:sp>
      <p:sp>
        <p:nvSpPr>
          <p:cNvPr id="7" name="正方形/長方形 6">
            <a:extLst>
              <a:ext uri="{FF2B5EF4-FFF2-40B4-BE49-F238E27FC236}">
                <a16:creationId xmlns:a16="http://schemas.microsoft.com/office/drawing/2014/main" id="{48B65CCB-0D59-4A21-ABB4-F1EE44D55F1B}"/>
              </a:ext>
            </a:extLst>
          </p:cNvPr>
          <p:cNvSpPr>
            <a:spLocks noGrp="1"/>
          </p:cNvSpPr>
          <p:nvPr/>
        </p:nvSpPr>
        <p:spPr>
          <a:xfrm>
            <a:off x="838200" y="3600450"/>
            <a:ext cx="10477500" cy="809625"/>
          </a:xfrm>
          <a:prstGeom prst="rect">
            <a:avLst/>
          </a:prstGeom>
          <a:noFill/>
          <a:ln w="0">
            <a:noFill/>
          </a:ln>
        </p:spPr>
        <p:txBody>
          <a:bodyPr lIns="0" tIns="0" rIns="0" bIns="0" anchor="ctr">
            <a:noAutofit/>
          </a:bodyPr>
          <a:lstStyle>
            <a:defPPr>
              <a:defRPr sz="2175" b="0">
                <a:solidFill>
                  <a:srgbClr val="253C4D"/>
                </a:solidFill>
                <a:latin typeface="Yu Gothic"/>
                <a:ea typeface="Yu Gothic"/>
                <a:cs typeface="Yu Gothic"/>
              </a:defRPr>
            </a:defPPr>
            <a:lvl1pPr>
              <a:buNone/>
              <a:defRPr sz="2175" b="0">
                <a:solidFill>
                  <a:srgbClr val="253C4D"/>
                </a:solidFill>
                <a:latin typeface="Yu Gothic"/>
                <a:ea typeface="Yu Gothic"/>
                <a:cs typeface="Yu Gothic"/>
              </a:defRPr>
            </a:lvl1pPr>
            <a:lvl2pPr>
              <a:buNone/>
              <a:defRPr sz="2175" b="0">
                <a:solidFill>
                  <a:srgbClr val="253C4D"/>
                </a:solidFill>
                <a:latin typeface="Yu Gothic"/>
                <a:ea typeface="Yu Gothic"/>
                <a:cs typeface="Yu Gothic"/>
              </a:defRPr>
            </a:lvl2pPr>
            <a:lvl3pPr>
              <a:buNone/>
              <a:defRPr sz="2175" b="0">
                <a:solidFill>
                  <a:srgbClr val="253C4D"/>
                </a:solidFill>
                <a:latin typeface="Yu Gothic"/>
                <a:ea typeface="Yu Gothic"/>
                <a:cs typeface="Yu Gothic"/>
              </a:defRPr>
            </a:lvl3pPr>
            <a:lvl4pPr>
              <a:buNone/>
              <a:defRPr sz="2175" b="0">
                <a:solidFill>
                  <a:srgbClr val="253C4D"/>
                </a:solidFill>
                <a:latin typeface="Yu Gothic"/>
                <a:ea typeface="Yu Gothic"/>
                <a:cs typeface="Yu Gothic"/>
              </a:defRPr>
            </a:lvl4pPr>
            <a:lvl5pPr>
              <a:buNone/>
              <a:defRPr sz="2175" b="0">
                <a:solidFill>
                  <a:srgbClr val="253C4D"/>
                </a:solidFill>
                <a:latin typeface="Yu Gothic"/>
                <a:ea typeface="Yu Gothic"/>
                <a:cs typeface="Yu Gothic"/>
              </a:defRPr>
            </a:lvl5pPr>
            <a:lvl6pPr>
              <a:buNone/>
              <a:defRPr sz="2175" b="0">
                <a:solidFill>
                  <a:srgbClr val="253C4D"/>
                </a:solidFill>
                <a:latin typeface="Yu Gothic"/>
                <a:ea typeface="Yu Gothic"/>
                <a:cs typeface="Yu Gothic"/>
              </a:defRPr>
            </a:lvl6pPr>
            <a:lvl7pPr>
              <a:buNone/>
              <a:defRPr sz="2175" b="0">
                <a:solidFill>
                  <a:srgbClr val="253C4D"/>
                </a:solidFill>
                <a:latin typeface="Yu Gothic"/>
                <a:ea typeface="Yu Gothic"/>
                <a:cs typeface="Yu Gothic"/>
              </a:defRPr>
            </a:lvl7pPr>
            <a:lvl8pPr>
              <a:buNone/>
              <a:defRPr sz="2175" b="0">
                <a:solidFill>
                  <a:srgbClr val="253C4D"/>
                </a:solidFill>
                <a:latin typeface="Yu Gothic"/>
                <a:ea typeface="Yu Gothic"/>
                <a:cs typeface="Yu Gothic"/>
              </a:defRPr>
            </a:lvl8pPr>
            <a:lvl9pPr>
              <a:buNone/>
              <a:defRPr sz="2175" b="0">
                <a:solidFill>
                  <a:srgbClr val="253C4D"/>
                </a:solidFill>
                <a:latin typeface="Yu Gothic"/>
                <a:ea typeface="Yu Gothic"/>
                <a:cs typeface="Yu Gothic"/>
              </a:defRPr>
            </a:lvl9pPr>
          </a:lstStyle>
          <a:p>
            <a:pPr>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今回の条件ではBが小さい。寿命や工程値が変われば再計算</a:t>
            </a:r>
          </a:p>
        </p:txBody>
      </p:sp>
      <p:sp>
        <p:nvSpPr>
          <p:cNvPr id="8" name="正方形/長方形 7">
            <a:extLst>
              <a:ext uri="{FF2B5EF4-FFF2-40B4-BE49-F238E27FC236}">
                <a16:creationId xmlns:a16="http://schemas.microsoft.com/office/drawing/2014/main" id="{6A6A19C2-BA0E-4110-A1A1-554899CE472D}"/>
              </a:ext>
            </a:extLst>
          </p:cNvPr>
          <p:cNvSpPr>
            <a:spLocks noGrp="1"/>
          </p:cNvSpPr>
          <p:nvPr/>
        </p:nvSpPr>
        <p:spPr>
          <a:xfrm>
            <a:off x="838200" y="4600575"/>
            <a:ext cx="10477500" cy="809625"/>
          </a:xfrm>
          <a:prstGeom prst="rect">
            <a:avLst/>
          </a:prstGeom>
          <a:noFill/>
          <a:ln w="0">
            <a:noFill/>
          </a:ln>
        </p:spPr>
        <p:txBody>
          <a:bodyPr lIns="0" tIns="0" rIns="0" bIns="0" anchor="ctr">
            <a:noAutofit/>
          </a:bodyPr>
          <a:lstStyle>
            <a:defPPr>
              <a:defRPr sz="2175" b="0">
                <a:solidFill>
                  <a:srgbClr val="253C4D"/>
                </a:solidFill>
                <a:latin typeface="Yu Gothic"/>
                <a:ea typeface="Yu Gothic"/>
                <a:cs typeface="Yu Gothic"/>
              </a:defRPr>
            </a:defPPr>
            <a:lvl1pPr>
              <a:buNone/>
              <a:defRPr sz="2175" b="0">
                <a:solidFill>
                  <a:srgbClr val="253C4D"/>
                </a:solidFill>
                <a:latin typeface="Yu Gothic"/>
                <a:ea typeface="Yu Gothic"/>
                <a:cs typeface="Yu Gothic"/>
              </a:defRPr>
            </a:lvl1pPr>
            <a:lvl2pPr>
              <a:buNone/>
              <a:defRPr sz="2175" b="0">
                <a:solidFill>
                  <a:srgbClr val="253C4D"/>
                </a:solidFill>
                <a:latin typeface="Yu Gothic"/>
                <a:ea typeface="Yu Gothic"/>
                <a:cs typeface="Yu Gothic"/>
              </a:defRPr>
            </a:lvl2pPr>
            <a:lvl3pPr>
              <a:buNone/>
              <a:defRPr sz="2175" b="0">
                <a:solidFill>
                  <a:srgbClr val="253C4D"/>
                </a:solidFill>
                <a:latin typeface="Yu Gothic"/>
                <a:ea typeface="Yu Gothic"/>
                <a:cs typeface="Yu Gothic"/>
              </a:defRPr>
            </a:lvl3pPr>
            <a:lvl4pPr>
              <a:buNone/>
              <a:defRPr sz="2175" b="0">
                <a:solidFill>
                  <a:srgbClr val="253C4D"/>
                </a:solidFill>
                <a:latin typeface="Yu Gothic"/>
                <a:ea typeface="Yu Gothic"/>
                <a:cs typeface="Yu Gothic"/>
              </a:defRPr>
            </a:lvl4pPr>
            <a:lvl5pPr>
              <a:buNone/>
              <a:defRPr sz="2175" b="0">
                <a:solidFill>
                  <a:srgbClr val="253C4D"/>
                </a:solidFill>
                <a:latin typeface="Yu Gothic"/>
                <a:ea typeface="Yu Gothic"/>
                <a:cs typeface="Yu Gothic"/>
              </a:defRPr>
            </a:lvl5pPr>
            <a:lvl6pPr>
              <a:buNone/>
              <a:defRPr sz="2175" b="0">
                <a:solidFill>
                  <a:srgbClr val="253C4D"/>
                </a:solidFill>
                <a:latin typeface="Yu Gothic"/>
                <a:ea typeface="Yu Gothic"/>
                <a:cs typeface="Yu Gothic"/>
              </a:defRPr>
            </a:lvl6pPr>
            <a:lvl7pPr>
              <a:buNone/>
              <a:defRPr sz="2175" b="0">
                <a:solidFill>
                  <a:srgbClr val="253C4D"/>
                </a:solidFill>
                <a:latin typeface="Yu Gothic"/>
                <a:ea typeface="Yu Gothic"/>
                <a:cs typeface="Yu Gothic"/>
              </a:defRPr>
            </a:lvl7pPr>
            <a:lvl8pPr>
              <a:buNone/>
              <a:defRPr sz="2175" b="0">
                <a:solidFill>
                  <a:srgbClr val="253C4D"/>
                </a:solidFill>
                <a:latin typeface="Yu Gothic"/>
                <a:ea typeface="Yu Gothic"/>
                <a:cs typeface="Yu Gothic"/>
              </a:defRPr>
            </a:lvl8pPr>
            <a:lvl9pPr>
              <a:buNone/>
              <a:defRPr sz="2175" b="0">
                <a:solidFill>
                  <a:srgbClr val="253C4D"/>
                </a:solidFill>
                <a:latin typeface="Yu Gothic"/>
                <a:ea typeface="Yu Gothic"/>
                <a:cs typeface="Yu Gothic"/>
              </a:defRPr>
            </a:lvl9pPr>
          </a:lstStyle>
          <a:p>
            <a:pPr>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実製品の比較には、残した工程・炭素の扱いも確認</a:t>
            </a:r>
          </a:p>
        </p:txBody>
      </p:sp>
    </p:spTree>
    <p:extLst>
      <p:ext uri="{BB962C8B-B14F-4D97-AF65-F5344CB8AC3E}">
        <p14:creationId xmlns:p14="http://schemas.microsoft.com/office/powerpoint/2010/main" val="30528820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正方形/長方形 14">
            <a:extLst>
              <a:ext uri="{FF2B5EF4-FFF2-40B4-BE49-F238E27FC236}">
                <a16:creationId xmlns:a16="http://schemas.microsoft.com/office/drawing/2014/main" id="{CE104FF9-1E94-4BD3-8682-69550200489A}"/>
              </a:ext>
            </a:extLst>
          </p:cNvPr>
          <p:cNvSpPr>
            <a:spLocks noGrp="1"/>
          </p:cNvSpPr>
          <p:nvPr/>
        </p:nvSpPr>
        <p:spPr>
          <a:xfrm>
            <a:off x="685800" y="342900"/>
            <a:ext cx="10820400" cy="666750"/>
          </a:xfrm>
          <a:prstGeom prst="rect">
            <a:avLst/>
          </a:prstGeom>
          <a:noFill/>
          <a:ln w="0">
            <a:noFill/>
          </a:ln>
        </p:spPr>
        <p:txBody>
          <a:bodyPr lIns="0" tIns="0" rIns="0" bIns="0" anchor="ctr">
            <a:noAutofit/>
          </a:bodyPr>
          <a:lstStyle>
            <a:defPPr>
              <a:defRPr sz="3000" b="1">
                <a:solidFill>
                  <a:srgbClr val="18364F"/>
                </a:solidFill>
                <a:latin typeface="Yu Gothic"/>
                <a:ea typeface="Yu Gothic"/>
                <a:cs typeface="Yu Gothic"/>
              </a:defRPr>
            </a:defPPr>
            <a:lvl1pPr>
              <a:buNone/>
              <a:defRPr sz="3000" b="1">
                <a:solidFill>
                  <a:srgbClr val="18364F"/>
                </a:solidFill>
                <a:latin typeface="Yu Gothic"/>
                <a:ea typeface="Yu Gothic"/>
                <a:cs typeface="Yu Gothic"/>
              </a:defRPr>
            </a:lvl1pPr>
            <a:lvl2pPr>
              <a:buNone/>
              <a:defRPr sz="3000" b="1">
                <a:solidFill>
                  <a:srgbClr val="18364F"/>
                </a:solidFill>
                <a:latin typeface="Yu Gothic"/>
                <a:ea typeface="Yu Gothic"/>
                <a:cs typeface="Yu Gothic"/>
              </a:defRPr>
            </a:lvl2pPr>
            <a:lvl3pPr>
              <a:buNone/>
              <a:defRPr sz="3000" b="1">
                <a:solidFill>
                  <a:srgbClr val="18364F"/>
                </a:solidFill>
                <a:latin typeface="Yu Gothic"/>
                <a:ea typeface="Yu Gothic"/>
                <a:cs typeface="Yu Gothic"/>
              </a:defRPr>
            </a:lvl3pPr>
            <a:lvl4pPr>
              <a:buNone/>
              <a:defRPr sz="3000" b="1">
                <a:solidFill>
                  <a:srgbClr val="18364F"/>
                </a:solidFill>
                <a:latin typeface="Yu Gothic"/>
                <a:ea typeface="Yu Gothic"/>
                <a:cs typeface="Yu Gothic"/>
              </a:defRPr>
            </a:lvl4pPr>
            <a:lvl5pPr>
              <a:buNone/>
              <a:defRPr sz="3000" b="1">
                <a:solidFill>
                  <a:srgbClr val="18364F"/>
                </a:solidFill>
                <a:latin typeface="Yu Gothic"/>
                <a:ea typeface="Yu Gothic"/>
                <a:cs typeface="Yu Gothic"/>
              </a:defRPr>
            </a:lvl5pPr>
            <a:lvl6pPr>
              <a:buNone/>
              <a:defRPr sz="3000" b="1">
                <a:solidFill>
                  <a:srgbClr val="18364F"/>
                </a:solidFill>
                <a:latin typeface="Yu Gothic"/>
                <a:ea typeface="Yu Gothic"/>
                <a:cs typeface="Yu Gothic"/>
              </a:defRPr>
            </a:lvl6pPr>
            <a:lvl7pPr>
              <a:buNone/>
              <a:defRPr sz="3000" b="1">
                <a:solidFill>
                  <a:srgbClr val="18364F"/>
                </a:solidFill>
                <a:latin typeface="Yu Gothic"/>
                <a:ea typeface="Yu Gothic"/>
                <a:cs typeface="Yu Gothic"/>
              </a:defRPr>
            </a:lvl7pPr>
            <a:lvl8pPr>
              <a:buNone/>
              <a:defRPr sz="3000" b="1">
                <a:solidFill>
                  <a:srgbClr val="18364F"/>
                </a:solidFill>
                <a:latin typeface="Yu Gothic"/>
                <a:ea typeface="Yu Gothic"/>
                <a:cs typeface="Yu Gothic"/>
              </a:defRPr>
            </a:lvl8pPr>
            <a:lvl9pPr>
              <a:buNone/>
              <a:defRPr sz="3000" b="1">
                <a:solidFill>
                  <a:srgbClr val="18364F"/>
                </a:solidFill>
                <a:latin typeface="Yu Gothic"/>
                <a:ea typeface="Yu Gothic"/>
                <a:cs typeface="Yu Gothic"/>
              </a:defRPr>
            </a:lvl9pPr>
          </a:lstStyle>
          <a:p>
            <a:pPr>
              <a:buNone/>
              <a:defRPr sz="3000" b="1">
                <a:solidFill>
                  <a:srgbClr val="18364F"/>
                </a:solidFill>
                <a:latin typeface="Yu Gothic"/>
                <a:ea typeface="Yu Gothic"/>
                <a:cs typeface="Yu Gothic"/>
              </a:defRPr>
            </a:pPr>
            <a:r>
              <a:rPr sz="3000" b="1">
                <a:solidFill>
                  <a:srgbClr val="18364F"/>
                </a:solidFill>
                <a:latin typeface="Yu Gothic"/>
                <a:ea typeface="Yu Gothic"/>
                <a:cs typeface="Yu Gothic"/>
              </a:rPr>
              <a:t>使用後：形を保つか、材料をつくり直すか</a:t>
            </a:r>
          </a:p>
        </p:txBody>
      </p:sp>
      <p:sp>
        <p:nvSpPr>
          <p:cNvPr id="2" name="正方形/長方形 1">
            <a:extLst>
              <a:ext uri="{FF2B5EF4-FFF2-40B4-BE49-F238E27FC236}">
                <a16:creationId xmlns:a16="http://schemas.microsoft.com/office/drawing/2014/main" id="{08C0939D-4E7E-48F9-80C8-C29134415211}"/>
              </a:ext>
            </a:extLst>
          </p:cNvPr>
          <p:cNvSpPr>
            <a:spLocks noGrp="1"/>
          </p:cNvSpPr>
          <p:nvPr/>
        </p:nvSpPr>
        <p:spPr>
          <a:xfrm>
            <a:off x="685800" y="1181100"/>
            <a:ext cx="10820400" cy="19050"/>
          </a:xfrm>
          <a:prstGeom prst="rect">
            <a:avLst/>
          </a:prstGeom>
          <a:solidFill>
            <a:srgbClr val="18364F"/>
          </a:solidFill>
          <a:ln w="0">
            <a:noFill/>
          </a:ln>
        </p:spPr>
      </p:sp>
      <p:sp>
        <p:nvSpPr>
          <p:cNvPr id="3" name="正方形/長方形 2">
            <a:extLst>
              <a:ext uri="{FF2B5EF4-FFF2-40B4-BE49-F238E27FC236}">
                <a16:creationId xmlns:a16="http://schemas.microsoft.com/office/drawing/2014/main" id="{5D9A81E1-B484-43CD-86B4-1ECD0D058E2C}"/>
              </a:ext>
            </a:extLst>
          </p:cNvPr>
          <p:cNvSpPr>
            <a:spLocks noGrp="1"/>
          </p:cNvSpPr>
          <p:nvPr/>
        </p:nvSpPr>
        <p:spPr>
          <a:xfrm>
            <a:off x="685800" y="6419850"/>
            <a:ext cx="9334500" cy="257175"/>
          </a:xfrm>
          <a:prstGeom prst="rect">
            <a:avLst/>
          </a:prstGeom>
          <a:noFill/>
          <a:ln w="0">
            <a:noFill/>
          </a:ln>
        </p:spPr>
        <p:txBody>
          <a:bodyPr lIns="0" tIns="0" rIns="0" bIns="0" anchor="ctr">
            <a:noAutofit/>
          </a:bodyPr>
          <a:lstStyle>
            <a:defPPr>
              <a:defRPr sz="1425" b="0">
                <a:solidFill>
                  <a:srgbClr val="596875"/>
                </a:solidFill>
                <a:latin typeface="Yu Gothic"/>
                <a:ea typeface="Yu Gothic"/>
                <a:cs typeface="Yu Gothic"/>
              </a:defRPr>
            </a:defPPr>
            <a:lvl1pPr>
              <a:buNone/>
              <a:defRPr sz="1425" b="0">
                <a:solidFill>
                  <a:srgbClr val="596875"/>
                </a:solidFill>
                <a:latin typeface="Yu Gothic"/>
                <a:ea typeface="Yu Gothic"/>
                <a:cs typeface="Yu Gothic"/>
              </a:defRPr>
            </a:lvl1pPr>
            <a:lvl2pPr>
              <a:buNone/>
              <a:defRPr sz="1425" b="0">
                <a:solidFill>
                  <a:srgbClr val="596875"/>
                </a:solidFill>
                <a:latin typeface="Yu Gothic"/>
                <a:ea typeface="Yu Gothic"/>
                <a:cs typeface="Yu Gothic"/>
              </a:defRPr>
            </a:lvl2pPr>
            <a:lvl3pPr>
              <a:buNone/>
              <a:defRPr sz="1425" b="0">
                <a:solidFill>
                  <a:srgbClr val="596875"/>
                </a:solidFill>
                <a:latin typeface="Yu Gothic"/>
                <a:ea typeface="Yu Gothic"/>
                <a:cs typeface="Yu Gothic"/>
              </a:defRPr>
            </a:lvl3pPr>
            <a:lvl4pPr>
              <a:buNone/>
              <a:defRPr sz="1425" b="0">
                <a:solidFill>
                  <a:srgbClr val="596875"/>
                </a:solidFill>
                <a:latin typeface="Yu Gothic"/>
                <a:ea typeface="Yu Gothic"/>
                <a:cs typeface="Yu Gothic"/>
              </a:defRPr>
            </a:lvl4pPr>
            <a:lvl5pPr>
              <a:buNone/>
              <a:defRPr sz="1425" b="0">
                <a:solidFill>
                  <a:srgbClr val="596875"/>
                </a:solidFill>
                <a:latin typeface="Yu Gothic"/>
                <a:ea typeface="Yu Gothic"/>
                <a:cs typeface="Yu Gothic"/>
              </a:defRPr>
            </a:lvl5pPr>
            <a:lvl6pPr>
              <a:buNone/>
              <a:defRPr sz="1425" b="0">
                <a:solidFill>
                  <a:srgbClr val="596875"/>
                </a:solidFill>
                <a:latin typeface="Yu Gothic"/>
                <a:ea typeface="Yu Gothic"/>
                <a:cs typeface="Yu Gothic"/>
              </a:defRPr>
            </a:lvl6pPr>
            <a:lvl7pPr>
              <a:buNone/>
              <a:defRPr sz="1425" b="0">
                <a:solidFill>
                  <a:srgbClr val="596875"/>
                </a:solidFill>
                <a:latin typeface="Yu Gothic"/>
                <a:ea typeface="Yu Gothic"/>
                <a:cs typeface="Yu Gothic"/>
              </a:defRPr>
            </a:lvl7pPr>
            <a:lvl8pPr>
              <a:buNone/>
              <a:defRPr sz="1425" b="0">
                <a:solidFill>
                  <a:srgbClr val="596875"/>
                </a:solidFill>
                <a:latin typeface="Yu Gothic"/>
                <a:ea typeface="Yu Gothic"/>
                <a:cs typeface="Yu Gothic"/>
              </a:defRPr>
            </a:lvl8pPr>
            <a:lvl9pPr>
              <a:buNone/>
              <a:defRPr sz="1425" b="0">
                <a:solidFill>
                  <a:srgbClr val="596875"/>
                </a:solidFill>
                <a:latin typeface="Yu Gothic"/>
                <a:ea typeface="Yu Gothic"/>
                <a:cs typeface="Yu Gothic"/>
              </a:defRPr>
            </a:lvl9pPr>
          </a:lstStyle>
          <a:p>
            <a:pPr>
              <a:buNone/>
              <a:defRPr sz="1425" b="0">
                <a:solidFill>
                  <a:srgbClr val="596875"/>
                </a:solidFill>
                <a:latin typeface="Yu Gothic"/>
                <a:ea typeface="Yu Gothic"/>
                <a:cs typeface="Yu Gothic"/>
              </a:defRPr>
            </a:pPr>
            <a:r>
              <a:rPr lang="ja-JP" altLang="en-US" sz="1425" b="0">
                <a:solidFill>
                  <a:srgbClr val="596875"/>
                </a:solidFill>
                <a:latin typeface="Yu Gothic"/>
                <a:ea typeface="Yu Gothic"/>
                <a:cs typeface="Yu Gothic"/>
              </a:rPr>
              <a:t>木材及び木質材料学　新第</a:t>
            </a:r>
            <a:r>
              <a:rPr lang="en-US" altLang="ja-JP" sz="1425" b="0">
                <a:solidFill>
                  <a:srgbClr val="596875"/>
                </a:solidFill>
                <a:latin typeface="Yu Gothic"/>
                <a:ea typeface="Yu Gothic"/>
                <a:cs typeface="Yu Gothic"/>
              </a:rPr>
              <a:t>14</a:t>
            </a:r>
            <a:r>
              <a:rPr lang="ja-JP" altLang="en-US" sz="1425" b="0">
                <a:solidFill>
                  <a:srgbClr val="596875"/>
                </a:solidFill>
                <a:latin typeface="Yu Gothic"/>
                <a:ea typeface="Yu Gothic"/>
                <a:cs typeface="Yu Gothic"/>
              </a:rPr>
              <a:t>回　資源・環境</a:t>
            </a:r>
            <a:endParaRPr sz="1425" b="0">
              <a:solidFill>
                <a:srgbClr val="596875"/>
              </a:solidFill>
              <a:latin typeface="Yu Gothic"/>
              <a:ea typeface="Yu Gothic"/>
              <a:cs typeface="Yu Gothic"/>
            </a:endParaRPr>
          </a:p>
        </p:txBody>
      </p:sp>
      <p:sp>
        <p:nvSpPr>
          <p:cNvPr id="4" name="正方形/長方形 3">
            <a:extLst>
              <a:ext uri="{FF2B5EF4-FFF2-40B4-BE49-F238E27FC236}">
                <a16:creationId xmlns:a16="http://schemas.microsoft.com/office/drawing/2014/main" id="{1582299A-1580-42AC-9153-56918A0E6869}"/>
              </a:ext>
            </a:extLst>
          </p:cNvPr>
          <p:cNvSpPr>
            <a:spLocks noGrp="1"/>
          </p:cNvSpPr>
          <p:nvPr/>
        </p:nvSpPr>
        <p:spPr>
          <a:xfrm>
            <a:off x="10763250" y="6419850"/>
            <a:ext cx="742950" cy="257175"/>
          </a:xfrm>
          <a:prstGeom prst="rect">
            <a:avLst/>
          </a:prstGeom>
          <a:noFill/>
          <a:ln w="0">
            <a:noFill/>
          </a:ln>
        </p:spPr>
        <p:txBody>
          <a:bodyPr lIns="0" tIns="0" rIns="0" bIns="0" anchor="ctr">
            <a:noAutofit/>
          </a:bodyPr>
          <a:lstStyle>
            <a:defPPr>
              <a:defRPr sz="1425" b="0">
                <a:solidFill>
                  <a:srgbClr val="596875"/>
                </a:solidFill>
                <a:latin typeface="Yu Gothic"/>
                <a:ea typeface="Yu Gothic"/>
                <a:cs typeface="Yu Gothic"/>
              </a:defRPr>
            </a:defPPr>
            <a:lvl1pPr>
              <a:buNone/>
              <a:defRPr sz="1425" b="0">
                <a:solidFill>
                  <a:srgbClr val="596875"/>
                </a:solidFill>
                <a:latin typeface="Yu Gothic"/>
                <a:ea typeface="Yu Gothic"/>
                <a:cs typeface="Yu Gothic"/>
              </a:defRPr>
            </a:lvl1pPr>
            <a:lvl2pPr>
              <a:buNone/>
              <a:defRPr sz="1425" b="0">
                <a:solidFill>
                  <a:srgbClr val="596875"/>
                </a:solidFill>
                <a:latin typeface="Yu Gothic"/>
                <a:ea typeface="Yu Gothic"/>
                <a:cs typeface="Yu Gothic"/>
              </a:defRPr>
            </a:lvl2pPr>
            <a:lvl3pPr>
              <a:buNone/>
              <a:defRPr sz="1425" b="0">
                <a:solidFill>
                  <a:srgbClr val="596875"/>
                </a:solidFill>
                <a:latin typeface="Yu Gothic"/>
                <a:ea typeface="Yu Gothic"/>
                <a:cs typeface="Yu Gothic"/>
              </a:defRPr>
            </a:lvl3pPr>
            <a:lvl4pPr>
              <a:buNone/>
              <a:defRPr sz="1425" b="0">
                <a:solidFill>
                  <a:srgbClr val="596875"/>
                </a:solidFill>
                <a:latin typeface="Yu Gothic"/>
                <a:ea typeface="Yu Gothic"/>
                <a:cs typeface="Yu Gothic"/>
              </a:defRPr>
            </a:lvl4pPr>
            <a:lvl5pPr>
              <a:buNone/>
              <a:defRPr sz="1425" b="0">
                <a:solidFill>
                  <a:srgbClr val="596875"/>
                </a:solidFill>
                <a:latin typeface="Yu Gothic"/>
                <a:ea typeface="Yu Gothic"/>
                <a:cs typeface="Yu Gothic"/>
              </a:defRPr>
            </a:lvl5pPr>
            <a:lvl6pPr>
              <a:buNone/>
              <a:defRPr sz="1425" b="0">
                <a:solidFill>
                  <a:srgbClr val="596875"/>
                </a:solidFill>
                <a:latin typeface="Yu Gothic"/>
                <a:ea typeface="Yu Gothic"/>
                <a:cs typeface="Yu Gothic"/>
              </a:defRPr>
            </a:lvl6pPr>
            <a:lvl7pPr>
              <a:buNone/>
              <a:defRPr sz="1425" b="0">
                <a:solidFill>
                  <a:srgbClr val="596875"/>
                </a:solidFill>
                <a:latin typeface="Yu Gothic"/>
                <a:ea typeface="Yu Gothic"/>
                <a:cs typeface="Yu Gothic"/>
              </a:defRPr>
            </a:lvl7pPr>
            <a:lvl8pPr>
              <a:buNone/>
              <a:defRPr sz="1425" b="0">
                <a:solidFill>
                  <a:srgbClr val="596875"/>
                </a:solidFill>
                <a:latin typeface="Yu Gothic"/>
                <a:ea typeface="Yu Gothic"/>
                <a:cs typeface="Yu Gothic"/>
              </a:defRPr>
            </a:lvl8pPr>
            <a:lvl9pPr>
              <a:buNone/>
              <a:defRPr sz="1425" b="0">
                <a:solidFill>
                  <a:srgbClr val="596875"/>
                </a:solidFill>
                <a:latin typeface="Yu Gothic"/>
                <a:ea typeface="Yu Gothic"/>
                <a:cs typeface="Yu Gothic"/>
              </a:defRPr>
            </a:lvl9pPr>
          </a:lstStyle>
          <a:p>
            <a:pPr>
              <a:buNone/>
              <a:defRPr sz="1425" b="0">
                <a:solidFill>
                  <a:srgbClr val="596875"/>
                </a:solidFill>
                <a:latin typeface="Yu Gothic"/>
                <a:ea typeface="Yu Gothic"/>
                <a:cs typeface="Yu Gothic"/>
              </a:defRPr>
            </a:pPr>
            <a:r>
              <a:rPr lang="en-US" altLang="ja-JP" sz="1425" b="0">
                <a:solidFill>
                  <a:srgbClr val="596875"/>
                </a:solidFill>
                <a:latin typeface="Yu Gothic"/>
                <a:ea typeface="Yu Gothic"/>
                <a:cs typeface="Yu Gothic"/>
              </a:rPr>
              <a:t>48</a:t>
            </a:r>
            <a:endParaRPr sz="1425" b="0">
              <a:solidFill>
                <a:srgbClr val="596875"/>
              </a:solidFill>
              <a:latin typeface="Yu Gothic"/>
              <a:ea typeface="Yu Gothic"/>
              <a:cs typeface="Yu Gothic"/>
            </a:endParaRPr>
          </a:p>
        </p:txBody>
      </p:sp>
      <p:sp>
        <p:nvSpPr>
          <p:cNvPr id="5" name="正方形/長方形 4">
            <a:extLst>
              <a:ext uri="{FF2B5EF4-FFF2-40B4-BE49-F238E27FC236}">
                <a16:creationId xmlns:a16="http://schemas.microsoft.com/office/drawing/2014/main" id="{F2F5667D-37AA-44B4-8DAE-F53693580EC8}"/>
              </a:ext>
            </a:extLst>
          </p:cNvPr>
          <p:cNvSpPr>
            <a:spLocks noGrp="1"/>
          </p:cNvSpPr>
          <p:nvPr/>
        </p:nvSpPr>
        <p:spPr>
          <a:xfrm>
            <a:off x="952500" y="1666875"/>
            <a:ext cx="2762250" cy="942975"/>
          </a:xfrm>
          <a:prstGeom prst="rect">
            <a:avLst/>
          </a:prstGeom>
          <a:solidFill>
            <a:srgbClr val="D8EADD"/>
          </a:solidFill>
          <a:ln w="9525">
            <a:solidFill>
              <a:srgbClr val="596875"/>
            </a:solidFill>
          </a:ln>
        </p:spPr>
      </p:sp>
      <p:sp>
        <p:nvSpPr>
          <p:cNvPr id="6" name="正方形/長方形 5">
            <a:extLst>
              <a:ext uri="{FF2B5EF4-FFF2-40B4-BE49-F238E27FC236}">
                <a16:creationId xmlns:a16="http://schemas.microsoft.com/office/drawing/2014/main" id="{4A1F2BAD-6C6D-43C8-AF97-38843F0FDF11}"/>
              </a:ext>
            </a:extLst>
          </p:cNvPr>
          <p:cNvSpPr>
            <a:spLocks noGrp="1"/>
          </p:cNvSpPr>
          <p:nvPr/>
        </p:nvSpPr>
        <p:spPr>
          <a:xfrm>
            <a:off x="1095375" y="1743075"/>
            <a:ext cx="2476500" cy="790575"/>
          </a:xfrm>
          <a:prstGeom prst="rect">
            <a:avLst/>
          </a:prstGeom>
          <a:noFill/>
          <a:ln w="0">
            <a:noFill/>
          </a:ln>
        </p:spPr>
        <p:txBody>
          <a:bodyPr lIns="0" tIns="0" rIns="0" bIns="0" anchor="ctr">
            <a:noAutofit/>
          </a:bodyPr>
          <a:lstStyle>
            <a:defPPr>
              <a:defRPr sz="2250" b="1">
                <a:solidFill>
                  <a:srgbClr val="253C4D"/>
                </a:solidFill>
                <a:latin typeface="Yu Gothic"/>
                <a:ea typeface="Yu Gothic"/>
                <a:cs typeface="Yu Gothic"/>
              </a:defRPr>
            </a:defPPr>
            <a:lvl1pPr>
              <a:buNone/>
              <a:defRPr sz="2250" b="1">
                <a:solidFill>
                  <a:srgbClr val="253C4D"/>
                </a:solidFill>
                <a:latin typeface="Yu Gothic"/>
                <a:ea typeface="Yu Gothic"/>
                <a:cs typeface="Yu Gothic"/>
              </a:defRPr>
            </a:lvl1pPr>
            <a:lvl2pPr>
              <a:buNone/>
              <a:defRPr sz="2250" b="1">
                <a:solidFill>
                  <a:srgbClr val="253C4D"/>
                </a:solidFill>
                <a:latin typeface="Yu Gothic"/>
                <a:ea typeface="Yu Gothic"/>
                <a:cs typeface="Yu Gothic"/>
              </a:defRPr>
            </a:lvl2pPr>
            <a:lvl3pPr>
              <a:buNone/>
              <a:defRPr sz="2250" b="1">
                <a:solidFill>
                  <a:srgbClr val="253C4D"/>
                </a:solidFill>
                <a:latin typeface="Yu Gothic"/>
                <a:ea typeface="Yu Gothic"/>
                <a:cs typeface="Yu Gothic"/>
              </a:defRPr>
            </a:lvl3pPr>
            <a:lvl4pPr>
              <a:buNone/>
              <a:defRPr sz="2250" b="1">
                <a:solidFill>
                  <a:srgbClr val="253C4D"/>
                </a:solidFill>
                <a:latin typeface="Yu Gothic"/>
                <a:ea typeface="Yu Gothic"/>
                <a:cs typeface="Yu Gothic"/>
              </a:defRPr>
            </a:lvl4pPr>
            <a:lvl5pPr>
              <a:buNone/>
              <a:defRPr sz="2250" b="1">
                <a:solidFill>
                  <a:srgbClr val="253C4D"/>
                </a:solidFill>
                <a:latin typeface="Yu Gothic"/>
                <a:ea typeface="Yu Gothic"/>
                <a:cs typeface="Yu Gothic"/>
              </a:defRPr>
            </a:lvl5pPr>
            <a:lvl6pPr>
              <a:buNone/>
              <a:defRPr sz="2250" b="1">
                <a:solidFill>
                  <a:srgbClr val="253C4D"/>
                </a:solidFill>
                <a:latin typeface="Yu Gothic"/>
                <a:ea typeface="Yu Gothic"/>
                <a:cs typeface="Yu Gothic"/>
              </a:defRPr>
            </a:lvl6pPr>
            <a:lvl7pPr>
              <a:buNone/>
              <a:defRPr sz="2250" b="1">
                <a:solidFill>
                  <a:srgbClr val="253C4D"/>
                </a:solidFill>
                <a:latin typeface="Yu Gothic"/>
                <a:ea typeface="Yu Gothic"/>
                <a:cs typeface="Yu Gothic"/>
              </a:defRPr>
            </a:lvl7pPr>
            <a:lvl8pPr>
              <a:buNone/>
              <a:defRPr sz="2250" b="1">
                <a:solidFill>
                  <a:srgbClr val="253C4D"/>
                </a:solidFill>
                <a:latin typeface="Yu Gothic"/>
                <a:ea typeface="Yu Gothic"/>
                <a:cs typeface="Yu Gothic"/>
              </a:defRPr>
            </a:lvl8pPr>
            <a:lvl9pPr>
              <a:buNone/>
              <a:defRPr sz="2250" b="1">
                <a:solidFill>
                  <a:srgbClr val="253C4D"/>
                </a:solidFill>
                <a:latin typeface="Yu Gothic"/>
                <a:ea typeface="Yu Gothic"/>
                <a:cs typeface="Yu Gothic"/>
              </a:defRPr>
            </a:lvl9pPr>
          </a:lstStyle>
          <a:p>
            <a:pPr>
              <a:buNone/>
              <a:defRPr sz="2250" b="1">
                <a:solidFill>
                  <a:srgbClr val="253C4D"/>
                </a:solidFill>
                <a:latin typeface="Yu Gothic"/>
                <a:ea typeface="Yu Gothic"/>
                <a:cs typeface="Yu Gothic"/>
              </a:defRPr>
            </a:pPr>
            <a:r>
              <a:rPr sz="2250" b="1">
                <a:solidFill>
                  <a:srgbClr val="253C4D"/>
                </a:solidFill>
                <a:latin typeface="Yu Gothic"/>
                <a:ea typeface="Yu Gothic"/>
                <a:cs typeface="Yu Gothic"/>
              </a:rPr>
              <a:t>再使用</a:t>
            </a:r>
          </a:p>
        </p:txBody>
      </p:sp>
      <p:sp>
        <p:nvSpPr>
          <p:cNvPr id="7" name="正方形/長方形 6">
            <a:extLst>
              <a:ext uri="{FF2B5EF4-FFF2-40B4-BE49-F238E27FC236}">
                <a16:creationId xmlns:a16="http://schemas.microsoft.com/office/drawing/2014/main" id="{31163715-F597-453A-BC5C-3906E0C9D98B}"/>
              </a:ext>
            </a:extLst>
          </p:cNvPr>
          <p:cNvSpPr>
            <a:spLocks noGrp="1"/>
          </p:cNvSpPr>
          <p:nvPr/>
        </p:nvSpPr>
        <p:spPr>
          <a:xfrm>
            <a:off x="4191000" y="1733550"/>
            <a:ext cx="6953250" cy="838200"/>
          </a:xfrm>
          <a:prstGeom prst="rect">
            <a:avLst/>
          </a:prstGeom>
          <a:noFill/>
          <a:ln w="0">
            <a:noFill/>
          </a:ln>
        </p:spPr>
        <p:txBody>
          <a:bodyPr lIns="0" tIns="0" rIns="0" bIns="0" anchor="ctr">
            <a:noAutofit/>
          </a:bodyPr>
          <a:lstStyle>
            <a:defPPr>
              <a:defRPr sz="2250" b="0">
                <a:solidFill>
                  <a:srgbClr val="253C4D"/>
                </a:solidFill>
                <a:latin typeface="Yu Gothic"/>
                <a:ea typeface="Yu Gothic"/>
                <a:cs typeface="Yu Gothic"/>
              </a:defRPr>
            </a:defPPr>
            <a:lvl1pPr>
              <a:buNone/>
              <a:defRPr sz="2250" b="0">
                <a:solidFill>
                  <a:srgbClr val="253C4D"/>
                </a:solidFill>
                <a:latin typeface="Yu Gothic"/>
                <a:ea typeface="Yu Gothic"/>
                <a:cs typeface="Yu Gothic"/>
              </a:defRPr>
            </a:lvl1pPr>
            <a:lvl2pPr>
              <a:buNone/>
              <a:defRPr sz="2250" b="0">
                <a:solidFill>
                  <a:srgbClr val="253C4D"/>
                </a:solidFill>
                <a:latin typeface="Yu Gothic"/>
                <a:ea typeface="Yu Gothic"/>
                <a:cs typeface="Yu Gothic"/>
              </a:defRPr>
            </a:lvl2pPr>
            <a:lvl3pPr>
              <a:buNone/>
              <a:defRPr sz="2250" b="0">
                <a:solidFill>
                  <a:srgbClr val="253C4D"/>
                </a:solidFill>
                <a:latin typeface="Yu Gothic"/>
                <a:ea typeface="Yu Gothic"/>
                <a:cs typeface="Yu Gothic"/>
              </a:defRPr>
            </a:lvl3pPr>
            <a:lvl4pPr>
              <a:buNone/>
              <a:defRPr sz="2250" b="0">
                <a:solidFill>
                  <a:srgbClr val="253C4D"/>
                </a:solidFill>
                <a:latin typeface="Yu Gothic"/>
                <a:ea typeface="Yu Gothic"/>
                <a:cs typeface="Yu Gothic"/>
              </a:defRPr>
            </a:lvl4pPr>
            <a:lvl5pPr>
              <a:buNone/>
              <a:defRPr sz="2250" b="0">
                <a:solidFill>
                  <a:srgbClr val="253C4D"/>
                </a:solidFill>
                <a:latin typeface="Yu Gothic"/>
                <a:ea typeface="Yu Gothic"/>
                <a:cs typeface="Yu Gothic"/>
              </a:defRPr>
            </a:lvl5pPr>
            <a:lvl6pPr>
              <a:buNone/>
              <a:defRPr sz="2250" b="0">
                <a:solidFill>
                  <a:srgbClr val="253C4D"/>
                </a:solidFill>
                <a:latin typeface="Yu Gothic"/>
                <a:ea typeface="Yu Gothic"/>
                <a:cs typeface="Yu Gothic"/>
              </a:defRPr>
            </a:lvl6pPr>
            <a:lvl7pPr>
              <a:buNone/>
              <a:defRPr sz="2250" b="0">
                <a:solidFill>
                  <a:srgbClr val="253C4D"/>
                </a:solidFill>
                <a:latin typeface="Yu Gothic"/>
                <a:ea typeface="Yu Gothic"/>
                <a:cs typeface="Yu Gothic"/>
              </a:defRPr>
            </a:lvl7pPr>
            <a:lvl8pPr>
              <a:buNone/>
              <a:defRPr sz="2250" b="0">
                <a:solidFill>
                  <a:srgbClr val="253C4D"/>
                </a:solidFill>
                <a:latin typeface="Yu Gothic"/>
                <a:ea typeface="Yu Gothic"/>
                <a:cs typeface="Yu Gothic"/>
              </a:defRPr>
            </a:lvl8pPr>
            <a:lvl9pPr>
              <a:buNone/>
              <a:defRPr sz="2250" b="0">
                <a:solidFill>
                  <a:srgbClr val="253C4D"/>
                </a:solidFill>
                <a:latin typeface="Yu Gothic"/>
                <a:ea typeface="Yu Gothic"/>
                <a:cs typeface="Yu Gothic"/>
              </a:defRPr>
            </a:lvl9pPr>
          </a:lstStyle>
          <a:p>
            <a:pPr>
              <a:buNone/>
              <a:defRPr sz="2250" b="0">
                <a:solidFill>
                  <a:srgbClr val="253C4D"/>
                </a:solidFill>
                <a:latin typeface="Yu Gothic"/>
                <a:ea typeface="Yu Gothic"/>
                <a:cs typeface="Yu Gothic"/>
              </a:defRPr>
            </a:pPr>
            <a:r>
              <a:rPr sz="2250" b="0">
                <a:solidFill>
                  <a:srgbClr val="253C4D"/>
                </a:solidFill>
                <a:latin typeface="Yu Gothic"/>
                <a:ea typeface="Yu Gothic"/>
                <a:cs typeface="Yu Gothic"/>
              </a:rPr>
              <a:t>同じ製品・部材を使う</a:t>
            </a:r>
          </a:p>
        </p:txBody>
      </p:sp>
      <p:sp>
        <p:nvSpPr>
          <p:cNvPr id="8" name="正方形/長方形 7">
            <a:extLst>
              <a:ext uri="{FF2B5EF4-FFF2-40B4-BE49-F238E27FC236}">
                <a16:creationId xmlns:a16="http://schemas.microsoft.com/office/drawing/2014/main" id="{1E47666A-708A-43A4-B583-8F77E574792E}"/>
              </a:ext>
            </a:extLst>
          </p:cNvPr>
          <p:cNvSpPr>
            <a:spLocks noGrp="1"/>
          </p:cNvSpPr>
          <p:nvPr/>
        </p:nvSpPr>
        <p:spPr>
          <a:xfrm>
            <a:off x="952500" y="2971800"/>
            <a:ext cx="2762250" cy="942975"/>
          </a:xfrm>
          <a:prstGeom prst="rect">
            <a:avLst/>
          </a:prstGeom>
          <a:solidFill>
            <a:srgbClr val="D8EADD"/>
          </a:solidFill>
          <a:ln w="9525">
            <a:solidFill>
              <a:srgbClr val="596875"/>
            </a:solidFill>
          </a:ln>
        </p:spPr>
      </p:sp>
      <p:sp>
        <p:nvSpPr>
          <p:cNvPr id="9" name="正方形/長方形 8">
            <a:extLst>
              <a:ext uri="{FF2B5EF4-FFF2-40B4-BE49-F238E27FC236}">
                <a16:creationId xmlns:a16="http://schemas.microsoft.com/office/drawing/2014/main" id="{1B090209-2844-417F-9D85-8C6AD862BF92}"/>
              </a:ext>
            </a:extLst>
          </p:cNvPr>
          <p:cNvSpPr>
            <a:spLocks noGrp="1"/>
          </p:cNvSpPr>
          <p:nvPr/>
        </p:nvSpPr>
        <p:spPr>
          <a:xfrm>
            <a:off x="1095375" y="3048000"/>
            <a:ext cx="2476500" cy="790575"/>
          </a:xfrm>
          <a:prstGeom prst="rect">
            <a:avLst/>
          </a:prstGeom>
          <a:noFill/>
          <a:ln w="0">
            <a:noFill/>
          </a:ln>
        </p:spPr>
        <p:txBody>
          <a:bodyPr lIns="0" tIns="0" rIns="0" bIns="0" anchor="ctr">
            <a:noAutofit/>
          </a:bodyPr>
          <a:lstStyle>
            <a:defPPr>
              <a:defRPr sz="2250" b="1">
                <a:solidFill>
                  <a:srgbClr val="253C4D"/>
                </a:solidFill>
                <a:latin typeface="Yu Gothic"/>
                <a:ea typeface="Yu Gothic"/>
                <a:cs typeface="Yu Gothic"/>
              </a:defRPr>
            </a:defPPr>
            <a:lvl1pPr>
              <a:buNone/>
              <a:defRPr sz="2250" b="1">
                <a:solidFill>
                  <a:srgbClr val="253C4D"/>
                </a:solidFill>
                <a:latin typeface="Yu Gothic"/>
                <a:ea typeface="Yu Gothic"/>
                <a:cs typeface="Yu Gothic"/>
              </a:defRPr>
            </a:lvl1pPr>
            <a:lvl2pPr>
              <a:buNone/>
              <a:defRPr sz="2250" b="1">
                <a:solidFill>
                  <a:srgbClr val="253C4D"/>
                </a:solidFill>
                <a:latin typeface="Yu Gothic"/>
                <a:ea typeface="Yu Gothic"/>
                <a:cs typeface="Yu Gothic"/>
              </a:defRPr>
            </a:lvl2pPr>
            <a:lvl3pPr>
              <a:buNone/>
              <a:defRPr sz="2250" b="1">
                <a:solidFill>
                  <a:srgbClr val="253C4D"/>
                </a:solidFill>
                <a:latin typeface="Yu Gothic"/>
                <a:ea typeface="Yu Gothic"/>
                <a:cs typeface="Yu Gothic"/>
              </a:defRPr>
            </a:lvl3pPr>
            <a:lvl4pPr>
              <a:buNone/>
              <a:defRPr sz="2250" b="1">
                <a:solidFill>
                  <a:srgbClr val="253C4D"/>
                </a:solidFill>
                <a:latin typeface="Yu Gothic"/>
                <a:ea typeface="Yu Gothic"/>
                <a:cs typeface="Yu Gothic"/>
              </a:defRPr>
            </a:lvl4pPr>
            <a:lvl5pPr>
              <a:buNone/>
              <a:defRPr sz="2250" b="1">
                <a:solidFill>
                  <a:srgbClr val="253C4D"/>
                </a:solidFill>
                <a:latin typeface="Yu Gothic"/>
                <a:ea typeface="Yu Gothic"/>
                <a:cs typeface="Yu Gothic"/>
              </a:defRPr>
            </a:lvl5pPr>
            <a:lvl6pPr>
              <a:buNone/>
              <a:defRPr sz="2250" b="1">
                <a:solidFill>
                  <a:srgbClr val="253C4D"/>
                </a:solidFill>
                <a:latin typeface="Yu Gothic"/>
                <a:ea typeface="Yu Gothic"/>
                <a:cs typeface="Yu Gothic"/>
              </a:defRPr>
            </a:lvl6pPr>
            <a:lvl7pPr>
              <a:buNone/>
              <a:defRPr sz="2250" b="1">
                <a:solidFill>
                  <a:srgbClr val="253C4D"/>
                </a:solidFill>
                <a:latin typeface="Yu Gothic"/>
                <a:ea typeface="Yu Gothic"/>
                <a:cs typeface="Yu Gothic"/>
              </a:defRPr>
            </a:lvl7pPr>
            <a:lvl8pPr>
              <a:buNone/>
              <a:defRPr sz="2250" b="1">
                <a:solidFill>
                  <a:srgbClr val="253C4D"/>
                </a:solidFill>
                <a:latin typeface="Yu Gothic"/>
                <a:ea typeface="Yu Gothic"/>
                <a:cs typeface="Yu Gothic"/>
              </a:defRPr>
            </a:lvl8pPr>
            <a:lvl9pPr>
              <a:buNone/>
              <a:defRPr sz="2250" b="1">
                <a:solidFill>
                  <a:srgbClr val="253C4D"/>
                </a:solidFill>
                <a:latin typeface="Yu Gothic"/>
                <a:ea typeface="Yu Gothic"/>
                <a:cs typeface="Yu Gothic"/>
              </a:defRPr>
            </a:lvl9pPr>
          </a:lstStyle>
          <a:p>
            <a:pPr>
              <a:buNone/>
              <a:defRPr sz="2250" b="1">
                <a:solidFill>
                  <a:srgbClr val="253C4D"/>
                </a:solidFill>
                <a:latin typeface="Yu Gothic"/>
                <a:ea typeface="Yu Gothic"/>
                <a:cs typeface="Yu Gothic"/>
              </a:defRPr>
            </a:pPr>
            <a:r>
              <a:rPr sz="2250" b="1">
                <a:solidFill>
                  <a:srgbClr val="253C4D"/>
                </a:solidFill>
                <a:latin typeface="Yu Gothic"/>
                <a:ea typeface="Yu Gothic"/>
                <a:cs typeface="Yu Gothic"/>
              </a:rPr>
              <a:t>再資源化</a:t>
            </a:r>
          </a:p>
        </p:txBody>
      </p:sp>
      <p:sp>
        <p:nvSpPr>
          <p:cNvPr id="10" name="正方形/長方形 9">
            <a:extLst>
              <a:ext uri="{FF2B5EF4-FFF2-40B4-BE49-F238E27FC236}">
                <a16:creationId xmlns:a16="http://schemas.microsoft.com/office/drawing/2014/main" id="{474D502C-F544-4A6A-8E06-733B6D7D957B}"/>
              </a:ext>
            </a:extLst>
          </p:cNvPr>
          <p:cNvSpPr>
            <a:spLocks noGrp="1"/>
          </p:cNvSpPr>
          <p:nvPr/>
        </p:nvSpPr>
        <p:spPr>
          <a:xfrm>
            <a:off x="4191000" y="3038475"/>
            <a:ext cx="6953250" cy="838200"/>
          </a:xfrm>
          <a:prstGeom prst="rect">
            <a:avLst/>
          </a:prstGeom>
          <a:noFill/>
          <a:ln w="0">
            <a:noFill/>
          </a:ln>
        </p:spPr>
        <p:txBody>
          <a:bodyPr lIns="0" tIns="0" rIns="0" bIns="0" anchor="ctr">
            <a:noAutofit/>
          </a:bodyPr>
          <a:lstStyle>
            <a:defPPr>
              <a:defRPr sz="2250" b="0">
                <a:solidFill>
                  <a:srgbClr val="253C4D"/>
                </a:solidFill>
                <a:latin typeface="Yu Gothic"/>
                <a:ea typeface="Yu Gothic"/>
                <a:cs typeface="Yu Gothic"/>
              </a:defRPr>
            </a:defPPr>
            <a:lvl1pPr>
              <a:buNone/>
              <a:defRPr sz="2250" b="0">
                <a:solidFill>
                  <a:srgbClr val="253C4D"/>
                </a:solidFill>
                <a:latin typeface="Yu Gothic"/>
                <a:ea typeface="Yu Gothic"/>
                <a:cs typeface="Yu Gothic"/>
              </a:defRPr>
            </a:lvl1pPr>
            <a:lvl2pPr>
              <a:buNone/>
              <a:defRPr sz="2250" b="0">
                <a:solidFill>
                  <a:srgbClr val="253C4D"/>
                </a:solidFill>
                <a:latin typeface="Yu Gothic"/>
                <a:ea typeface="Yu Gothic"/>
                <a:cs typeface="Yu Gothic"/>
              </a:defRPr>
            </a:lvl2pPr>
            <a:lvl3pPr>
              <a:buNone/>
              <a:defRPr sz="2250" b="0">
                <a:solidFill>
                  <a:srgbClr val="253C4D"/>
                </a:solidFill>
                <a:latin typeface="Yu Gothic"/>
                <a:ea typeface="Yu Gothic"/>
                <a:cs typeface="Yu Gothic"/>
              </a:defRPr>
            </a:lvl3pPr>
            <a:lvl4pPr>
              <a:buNone/>
              <a:defRPr sz="2250" b="0">
                <a:solidFill>
                  <a:srgbClr val="253C4D"/>
                </a:solidFill>
                <a:latin typeface="Yu Gothic"/>
                <a:ea typeface="Yu Gothic"/>
                <a:cs typeface="Yu Gothic"/>
              </a:defRPr>
            </a:lvl4pPr>
            <a:lvl5pPr>
              <a:buNone/>
              <a:defRPr sz="2250" b="0">
                <a:solidFill>
                  <a:srgbClr val="253C4D"/>
                </a:solidFill>
                <a:latin typeface="Yu Gothic"/>
                <a:ea typeface="Yu Gothic"/>
                <a:cs typeface="Yu Gothic"/>
              </a:defRPr>
            </a:lvl5pPr>
            <a:lvl6pPr>
              <a:buNone/>
              <a:defRPr sz="2250" b="0">
                <a:solidFill>
                  <a:srgbClr val="253C4D"/>
                </a:solidFill>
                <a:latin typeface="Yu Gothic"/>
                <a:ea typeface="Yu Gothic"/>
                <a:cs typeface="Yu Gothic"/>
              </a:defRPr>
            </a:lvl6pPr>
            <a:lvl7pPr>
              <a:buNone/>
              <a:defRPr sz="2250" b="0">
                <a:solidFill>
                  <a:srgbClr val="253C4D"/>
                </a:solidFill>
                <a:latin typeface="Yu Gothic"/>
                <a:ea typeface="Yu Gothic"/>
                <a:cs typeface="Yu Gothic"/>
              </a:defRPr>
            </a:lvl7pPr>
            <a:lvl8pPr>
              <a:buNone/>
              <a:defRPr sz="2250" b="0">
                <a:solidFill>
                  <a:srgbClr val="253C4D"/>
                </a:solidFill>
                <a:latin typeface="Yu Gothic"/>
                <a:ea typeface="Yu Gothic"/>
                <a:cs typeface="Yu Gothic"/>
              </a:defRPr>
            </a:lvl8pPr>
            <a:lvl9pPr>
              <a:buNone/>
              <a:defRPr sz="2250" b="0">
                <a:solidFill>
                  <a:srgbClr val="253C4D"/>
                </a:solidFill>
                <a:latin typeface="Yu Gothic"/>
                <a:ea typeface="Yu Gothic"/>
                <a:cs typeface="Yu Gothic"/>
              </a:defRPr>
            </a:lvl9pPr>
          </a:lstStyle>
          <a:p>
            <a:pPr>
              <a:buNone/>
              <a:defRPr sz="2250" b="0">
                <a:solidFill>
                  <a:srgbClr val="253C4D"/>
                </a:solidFill>
                <a:latin typeface="Yu Gothic"/>
                <a:ea typeface="Yu Gothic"/>
                <a:cs typeface="Yu Gothic"/>
              </a:defRPr>
            </a:pPr>
            <a:r>
              <a:rPr sz="2250" b="0">
                <a:solidFill>
                  <a:srgbClr val="253C4D"/>
                </a:solidFill>
                <a:latin typeface="Yu Gothic"/>
                <a:ea typeface="Yu Gothic"/>
                <a:cs typeface="Yu Gothic"/>
              </a:rPr>
              <a:t>材料を選別し、つくり直す</a:t>
            </a:r>
          </a:p>
        </p:txBody>
      </p:sp>
      <p:sp>
        <p:nvSpPr>
          <p:cNvPr id="11" name="正方形/長方形 10">
            <a:extLst>
              <a:ext uri="{FF2B5EF4-FFF2-40B4-BE49-F238E27FC236}">
                <a16:creationId xmlns:a16="http://schemas.microsoft.com/office/drawing/2014/main" id="{61CAED38-513D-448C-981C-858E61B9176B}"/>
              </a:ext>
            </a:extLst>
          </p:cNvPr>
          <p:cNvSpPr>
            <a:spLocks noGrp="1"/>
          </p:cNvSpPr>
          <p:nvPr/>
        </p:nvSpPr>
        <p:spPr>
          <a:xfrm>
            <a:off x="952500" y="4276725"/>
            <a:ext cx="2762250" cy="942975"/>
          </a:xfrm>
          <a:prstGeom prst="rect">
            <a:avLst/>
          </a:prstGeom>
          <a:solidFill>
            <a:srgbClr val="F7E5DF"/>
          </a:solidFill>
          <a:ln w="9525">
            <a:solidFill>
              <a:srgbClr val="596875"/>
            </a:solidFill>
          </a:ln>
        </p:spPr>
      </p:sp>
      <p:sp>
        <p:nvSpPr>
          <p:cNvPr id="12" name="正方形/長方形 11">
            <a:extLst>
              <a:ext uri="{FF2B5EF4-FFF2-40B4-BE49-F238E27FC236}">
                <a16:creationId xmlns:a16="http://schemas.microsoft.com/office/drawing/2014/main" id="{C6607371-23B9-4D29-B289-983C07CCD681}"/>
              </a:ext>
            </a:extLst>
          </p:cNvPr>
          <p:cNvSpPr>
            <a:spLocks noGrp="1"/>
          </p:cNvSpPr>
          <p:nvPr/>
        </p:nvSpPr>
        <p:spPr>
          <a:xfrm>
            <a:off x="1095375" y="4352925"/>
            <a:ext cx="2476500" cy="790575"/>
          </a:xfrm>
          <a:prstGeom prst="rect">
            <a:avLst/>
          </a:prstGeom>
          <a:noFill/>
          <a:ln w="0">
            <a:noFill/>
          </a:ln>
        </p:spPr>
        <p:txBody>
          <a:bodyPr lIns="0" tIns="0" rIns="0" bIns="0" anchor="ctr">
            <a:noAutofit/>
          </a:bodyPr>
          <a:lstStyle>
            <a:defPPr>
              <a:defRPr sz="2250" b="1">
                <a:solidFill>
                  <a:srgbClr val="253C4D"/>
                </a:solidFill>
                <a:latin typeface="Yu Gothic"/>
                <a:ea typeface="Yu Gothic"/>
                <a:cs typeface="Yu Gothic"/>
              </a:defRPr>
            </a:defPPr>
            <a:lvl1pPr>
              <a:buNone/>
              <a:defRPr sz="2250" b="1">
                <a:solidFill>
                  <a:srgbClr val="253C4D"/>
                </a:solidFill>
                <a:latin typeface="Yu Gothic"/>
                <a:ea typeface="Yu Gothic"/>
                <a:cs typeface="Yu Gothic"/>
              </a:defRPr>
            </a:lvl1pPr>
            <a:lvl2pPr>
              <a:buNone/>
              <a:defRPr sz="2250" b="1">
                <a:solidFill>
                  <a:srgbClr val="253C4D"/>
                </a:solidFill>
                <a:latin typeface="Yu Gothic"/>
                <a:ea typeface="Yu Gothic"/>
                <a:cs typeface="Yu Gothic"/>
              </a:defRPr>
            </a:lvl2pPr>
            <a:lvl3pPr>
              <a:buNone/>
              <a:defRPr sz="2250" b="1">
                <a:solidFill>
                  <a:srgbClr val="253C4D"/>
                </a:solidFill>
                <a:latin typeface="Yu Gothic"/>
                <a:ea typeface="Yu Gothic"/>
                <a:cs typeface="Yu Gothic"/>
              </a:defRPr>
            </a:lvl3pPr>
            <a:lvl4pPr>
              <a:buNone/>
              <a:defRPr sz="2250" b="1">
                <a:solidFill>
                  <a:srgbClr val="253C4D"/>
                </a:solidFill>
                <a:latin typeface="Yu Gothic"/>
                <a:ea typeface="Yu Gothic"/>
                <a:cs typeface="Yu Gothic"/>
              </a:defRPr>
            </a:lvl4pPr>
            <a:lvl5pPr>
              <a:buNone/>
              <a:defRPr sz="2250" b="1">
                <a:solidFill>
                  <a:srgbClr val="253C4D"/>
                </a:solidFill>
                <a:latin typeface="Yu Gothic"/>
                <a:ea typeface="Yu Gothic"/>
                <a:cs typeface="Yu Gothic"/>
              </a:defRPr>
            </a:lvl5pPr>
            <a:lvl6pPr>
              <a:buNone/>
              <a:defRPr sz="2250" b="1">
                <a:solidFill>
                  <a:srgbClr val="253C4D"/>
                </a:solidFill>
                <a:latin typeface="Yu Gothic"/>
                <a:ea typeface="Yu Gothic"/>
                <a:cs typeface="Yu Gothic"/>
              </a:defRPr>
            </a:lvl6pPr>
            <a:lvl7pPr>
              <a:buNone/>
              <a:defRPr sz="2250" b="1">
                <a:solidFill>
                  <a:srgbClr val="253C4D"/>
                </a:solidFill>
                <a:latin typeface="Yu Gothic"/>
                <a:ea typeface="Yu Gothic"/>
                <a:cs typeface="Yu Gothic"/>
              </a:defRPr>
            </a:lvl7pPr>
            <a:lvl8pPr>
              <a:buNone/>
              <a:defRPr sz="2250" b="1">
                <a:solidFill>
                  <a:srgbClr val="253C4D"/>
                </a:solidFill>
                <a:latin typeface="Yu Gothic"/>
                <a:ea typeface="Yu Gothic"/>
                <a:cs typeface="Yu Gothic"/>
              </a:defRPr>
            </a:lvl8pPr>
            <a:lvl9pPr>
              <a:buNone/>
              <a:defRPr sz="2250" b="1">
                <a:solidFill>
                  <a:srgbClr val="253C4D"/>
                </a:solidFill>
                <a:latin typeface="Yu Gothic"/>
                <a:ea typeface="Yu Gothic"/>
                <a:cs typeface="Yu Gothic"/>
              </a:defRPr>
            </a:lvl9pPr>
          </a:lstStyle>
          <a:p>
            <a:pPr>
              <a:buNone/>
              <a:defRPr sz="2250" b="1">
                <a:solidFill>
                  <a:srgbClr val="253C4D"/>
                </a:solidFill>
                <a:latin typeface="Yu Gothic"/>
                <a:ea typeface="Yu Gothic"/>
                <a:cs typeface="Yu Gothic"/>
              </a:defRPr>
            </a:pPr>
            <a:r>
              <a:rPr sz="2250" b="1">
                <a:solidFill>
                  <a:srgbClr val="253C4D"/>
                </a:solidFill>
                <a:latin typeface="Yu Gothic"/>
                <a:ea typeface="Yu Gothic"/>
                <a:cs typeface="Yu Gothic"/>
              </a:rPr>
              <a:t>燃料利用</a:t>
            </a:r>
          </a:p>
        </p:txBody>
      </p:sp>
      <p:sp>
        <p:nvSpPr>
          <p:cNvPr id="13" name="正方形/長方形 12">
            <a:extLst>
              <a:ext uri="{FF2B5EF4-FFF2-40B4-BE49-F238E27FC236}">
                <a16:creationId xmlns:a16="http://schemas.microsoft.com/office/drawing/2014/main" id="{084B65D2-441D-4E45-83C2-E190CF62E6F5}"/>
              </a:ext>
            </a:extLst>
          </p:cNvPr>
          <p:cNvSpPr>
            <a:spLocks noGrp="1"/>
          </p:cNvSpPr>
          <p:nvPr/>
        </p:nvSpPr>
        <p:spPr>
          <a:xfrm>
            <a:off x="4191000" y="4343400"/>
            <a:ext cx="6953250" cy="838200"/>
          </a:xfrm>
          <a:prstGeom prst="rect">
            <a:avLst/>
          </a:prstGeom>
          <a:noFill/>
          <a:ln w="0">
            <a:noFill/>
          </a:ln>
        </p:spPr>
        <p:txBody>
          <a:bodyPr lIns="0" tIns="0" rIns="0" bIns="0" anchor="ctr">
            <a:noAutofit/>
          </a:bodyPr>
          <a:lstStyle>
            <a:defPPr>
              <a:defRPr sz="2250" b="0">
                <a:solidFill>
                  <a:srgbClr val="253C4D"/>
                </a:solidFill>
                <a:latin typeface="Yu Gothic"/>
                <a:ea typeface="Yu Gothic"/>
                <a:cs typeface="Yu Gothic"/>
              </a:defRPr>
            </a:defPPr>
            <a:lvl1pPr>
              <a:buNone/>
              <a:defRPr sz="2250" b="0">
                <a:solidFill>
                  <a:srgbClr val="253C4D"/>
                </a:solidFill>
                <a:latin typeface="Yu Gothic"/>
                <a:ea typeface="Yu Gothic"/>
                <a:cs typeface="Yu Gothic"/>
              </a:defRPr>
            </a:lvl1pPr>
            <a:lvl2pPr>
              <a:buNone/>
              <a:defRPr sz="2250" b="0">
                <a:solidFill>
                  <a:srgbClr val="253C4D"/>
                </a:solidFill>
                <a:latin typeface="Yu Gothic"/>
                <a:ea typeface="Yu Gothic"/>
                <a:cs typeface="Yu Gothic"/>
              </a:defRPr>
            </a:lvl2pPr>
            <a:lvl3pPr>
              <a:buNone/>
              <a:defRPr sz="2250" b="0">
                <a:solidFill>
                  <a:srgbClr val="253C4D"/>
                </a:solidFill>
                <a:latin typeface="Yu Gothic"/>
                <a:ea typeface="Yu Gothic"/>
                <a:cs typeface="Yu Gothic"/>
              </a:defRPr>
            </a:lvl3pPr>
            <a:lvl4pPr>
              <a:buNone/>
              <a:defRPr sz="2250" b="0">
                <a:solidFill>
                  <a:srgbClr val="253C4D"/>
                </a:solidFill>
                <a:latin typeface="Yu Gothic"/>
                <a:ea typeface="Yu Gothic"/>
                <a:cs typeface="Yu Gothic"/>
              </a:defRPr>
            </a:lvl4pPr>
            <a:lvl5pPr>
              <a:buNone/>
              <a:defRPr sz="2250" b="0">
                <a:solidFill>
                  <a:srgbClr val="253C4D"/>
                </a:solidFill>
                <a:latin typeface="Yu Gothic"/>
                <a:ea typeface="Yu Gothic"/>
                <a:cs typeface="Yu Gothic"/>
              </a:defRPr>
            </a:lvl5pPr>
            <a:lvl6pPr>
              <a:buNone/>
              <a:defRPr sz="2250" b="0">
                <a:solidFill>
                  <a:srgbClr val="253C4D"/>
                </a:solidFill>
                <a:latin typeface="Yu Gothic"/>
                <a:ea typeface="Yu Gothic"/>
                <a:cs typeface="Yu Gothic"/>
              </a:defRPr>
            </a:lvl6pPr>
            <a:lvl7pPr>
              <a:buNone/>
              <a:defRPr sz="2250" b="0">
                <a:solidFill>
                  <a:srgbClr val="253C4D"/>
                </a:solidFill>
                <a:latin typeface="Yu Gothic"/>
                <a:ea typeface="Yu Gothic"/>
                <a:cs typeface="Yu Gothic"/>
              </a:defRPr>
            </a:lvl7pPr>
            <a:lvl8pPr>
              <a:buNone/>
              <a:defRPr sz="2250" b="0">
                <a:solidFill>
                  <a:srgbClr val="253C4D"/>
                </a:solidFill>
                <a:latin typeface="Yu Gothic"/>
                <a:ea typeface="Yu Gothic"/>
                <a:cs typeface="Yu Gothic"/>
              </a:defRPr>
            </a:lvl8pPr>
            <a:lvl9pPr>
              <a:buNone/>
              <a:defRPr sz="2250" b="0">
                <a:solidFill>
                  <a:srgbClr val="253C4D"/>
                </a:solidFill>
                <a:latin typeface="Yu Gothic"/>
                <a:ea typeface="Yu Gothic"/>
                <a:cs typeface="Yu Gothic"/>
              </a:defRPr>
            </a:lvl9pPr>
          </a:lstStyle>
          <a:p>
            <a:pPr>
              <a:buNone/>
              <a:defRPr sz="2250" b="0">
                <a:solidFill>
                  <a:srgbClr val="253C4D"/>
                </a:solidFill>
                <a:latin typeface="Yu Gothic"/>
                <a:ea typeface="Yu Gothic"/>
                <a:cs typeface="Yu Gothic"/>
              </a:defRPr>
            </a:pPr>
            <a:r>
              <a:rPr sz="2250" b="0">
                <a:solidFill>
                  <a:srgbClr val="253C4D"/>
                </a:solidFill>
                <a:latin typeface="Yu Gothic"/>
                <a:ea typeface="Yu Gothic"/>
                <a:cs typeface="Yu Gothic"/>
              </a:rPr>
              <a:t>熱・エネルギーとして利用する</a:t>
            </a:r>
          </a:p>
        </p:txBody>
      </p:sp>
      <p:sp>
        <p:nvSpPr>
          <p:cNvPr id="14" name="正方形/長方形 13">
            <a:extLst>
              <a:ext uri="{FF2B5EF4-FFF2-40B4-BE49-F238E27FC236}">
                <a16:creationId xmlns:a16="http://schemas.microsoft.com/office/drawing/2014/main" id="{D984422E-4140-4F8A-BBE0-2C80DC179240}"/>
              </a:ext>
            </a:extLst>
          </p:cNvPr>
          <p:cNvSpPr>
            <a:spLocks noGrp="1"/>
          </p:cNvSpPr>
          <p:nvPr/>
        </p:nvSpPr>
        <p:spPr>
          <a:xfrm>
            <a:off x="838200" y="5743575"/>
            <a:ext cx="10477500" cy="381000"/>
          </a:xfrm>
          <a:prstGeom prst="rect">
            <a:avLst/>
          </a:prstGeom>
          <a:noFill/>
          <a:ln w="0">
            <a:noFill/>
          </a:ln>
        </p:spPr>
        <p:txBody>
          <a:bodyPr lIns="0" tIns="0" rIns="0" bIns="0" anchor="ctr">
            <a:noAutofit/>
          </a:bodyPr>
          <a:lstStyle>
            <a:defPPr>
              <a:defRPr sz="1800" b="1">
                <a:solidFill>
                  <a:srgbClr val="087E8B"/>
                </a:solidFill>
                <a:latin typeface="Yu Gothic"/>
                <a:ea typeface="Yu Gothic"/>
                <a:cs typeface="Yu Gothic"/>
              </a:defRPr>
            </a:defPPr>
            <a:lvl1pPr>
              <a:buNone/>
              <a:defRPr sz="1800" b="1">
                <a:solidFill>
                  <a:srgbClr val="087E8B"/>
                </a:solidFill>
                <a:latin typeface="Yu Gothic"/>
                <a:ea typeface="Yu Gothic"/>
                <a:cs typeface="Yu Gothic"/>
              </a:defRPr>
            </a:lvl1pPr>
            <a:lvl2pPr>
              <a:buNone/>
              <a:defRPr sz="1800" b="1">
                <a:solidFill>
                  <a:srgbClr val="087E8B"/>
                </a:solidFill>
                <a:latin typeface="Yu Gothic"/>
                <a:ea typeface="Yu Gothic"/>
                <a:cs typeface="Yu Gothic"/>
              </a:defRPr>
            </a:lvl2pPr>
            <a:lvl3pPr>
              <a:buNone/>
              <a:defRPr sz="1800" b="1">
                <a:solidFill>
                  <a:srgbClr val="087E8B"/>
                </a:solidFill>
                <a:latin typeface="Yu Gothic"/>
                <a:ea typeface="Yu Gothic"/>
                <a:cs typeface="Yu Gothic"/>
              </a:defRPr>
            </a:lvl3pPr>
            <a:lvl4pPr>
              <a:buNone/>
              <a:defRPr sz="1800" b="1">
                <a:solidFill>
                  <a:srgbClr val="087E8B"/>
                </a:solidFill>
                <a:latin typeface="Yu Gothic"/>
                <a:ea typeface="Yu Gothic"/>
                <a:cs typeface="Yu Gothic"/>
              </a:defRPr>
            </a:lvl4pPr>
            <a:lvl5pPr>
              <a:buNone/>
              <a:defRPr sz="1800" b="1">
                <a:solidFill>
                  <a:srgbClr val="087E8B"/>
                </a:solidFill>
                <a:latin typeface="Yu Gothic"/>
                <a:ea typeface="Yu Gothic"/>
                <a:cs typeface="Yu Gothic"/>
              </a:defRPr>
            </a:lvl5pPr>
            <a:lvl6pPr>
              <a:buNone/>
              <a:defRPr sz="1800" b="1">
                <a:solidFill>
                  <a:srgbClr val="087E8B"/>
                </a:solidFill>
                <a:latin typeface="Yu Gothic"/>
                <a:ea typeface="Yu Gothic"/>
                <a:cs typeface="Yu Gothic"/>
              </a:defRPr>
            </a:lvl6pPr>
            <a:lvl7pPr>
              <a:buNone/>
              <a:defRPr sz="1800" b="1">
                <a:solidFill>
                  <a:srgbClr val="087E8B"/>
                </a:solidFill>
                <a:latin typeface="Yu Gothic"/>
                <a:ea typeface="Yu Gothic"/>
                <a:cs typeface="Yu Gothic"/>
              </a:defRPr>
            </a:lvl7pPr>
            <a:lvl8pPr>
              <a:buNone/>
              <a:defRPr sz="1800" b="1">
                <a:solidFill>
                  <a:srgbClr val="087E8B"/>
                </a:solidFill>
                <a:latin typeface="Yu Gothic"/>
                <a:ea typeface="Yu Gothic"/>
                <a:cs typeface="Yu Gothic"/>
              </a:defRPr>
            </a:lvl8pPr>
            <a:lvl9pPr>
              <a:buNone/>
              <a:defRPr sz="1800" b="1">
                <a:solidFill>
                  <a:srgbClr val="087E8B"/>
                </a:solidFill>
                <a:latin typeface="Yu Gothic"/>
                <a:ea typeface="Yu Gothic"/>
                <a:cs typeface="Yu Gothic"/>
              </a:defRPr>
            </a:lvl9pPr>
          </a:lstStyle>
          <a:p>
            <a:pPr>
              <a:buNone/>
              <a:defRPr sz="1800" b="1">
                <a:solidFill>
                  <a:srgbClr val="087E8B"/>
                </a:solidFill>
                <a:latin typeface="Yu Gothic"/>
                <a:ea typeface="Yu Gothic"/>
                <a:cs typeface="Yu Gothic"/>
              </a:defRPr>
            </a:pPr>
            <a:r>
              <a:rPr sz="1800" b="1">
                <a:solidFill>
                  <a:srgbClr val="087E8B"/>
                </a:solidFill>
                <a:latin typeface="Yu Gothic"/>
                <a:ea typeface="Yu Gothic"/>
                <a:cs typeface="Yu Gothic"/>
              </a:rPr>
              <a:t>汚れ・処理・異物・性能履歴で、使える経路が変わる。</a:t>
            </a:r>
          </a:p>
        </p:txBody>
      </p:sp>
    </p:spTree>
    <p:extLst>
      <p:ext uri="{BB962C8B-B14F-4D97-AF65-F5344CB8AC3E}">
        <p14:creationId xmlns:p14="http://schemas.microsoft.com/office/powerpoint/2010/main" val="95704739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正方形/長方形 12">
            <a:extLst>
              <a:ext uri="{FF2B5EF4-FFF2-40B4-BE49-F238E27FC236}">
                <a16:creationId xmlns:a16="http://schemas.microsoft.com/office/drawing/2014/main" id="{C2103F08-9124-4122-BD6C-CF14C8828BAC}"/>
              </a:ext>
            </a:extLst>
          </p:cNvPr>
          <p:cNvSpPr>
            <a:spLocks noGrp="1"/>
          </p:cNvSpPr>
          <p:nvPr/>
        </p:nvSpPr>
        <p:spPr>
          <a:xfrm>
            <a:off x="685800" y="342900"/>
            <a:ext cx="10820400" cy="666750"/>
          </a:xfrm>
          <a:prstGeom prst="rect">
            <a:avLst/>
          </a:prstGeom>
          <a:noFill/>
          <a:ln w="0">
            <a:noFill/>
          </a:ln>
        </p:spPr>
        <p:txBody>
          <a:bodyPr lIns="0" tIns="0" rIns="0" bIns="0" anchor="ctr">
            <a:noAutofit/>
          </a:bodyPr>
          <a:lstStyle>
            <a:defPPr>
              <a:defRPr sz="3000" b="1">
                <a:solidFill>
                  <a:srgbClr val="18364F"/>
                </a:solidFill>
                <a:latin typeface="Yu Gothic"/>
                <a:ea typeface="Yu Gothic"/>
                <a:cs typeface="Yu Gothic"/>
              </a:defRPr>
            </a:defPPr>
            <a:lvl1pPr>
              <a:buNone/>
              <a:defRPr sz="3000" b="1">
                <a:solidFill>
                  <a:srgbClr val="18364F"/>
                </a:solidFill>
                <a:latin typeface="Yu Gothic"/>
                <a:ea typeface="Yu Gothic"/>
                <a:cs typeface="Yu Gothic"/>
              </a:defRPr>
            </a:lvl1pPr>
            <a:lvl2pPr>
              <a:buNone/>
              <a:defRPr sz="3000" b="1">
                <a:solidFill>
                  <a:srgbClr val="18364F"/>
                </a:solidFill>
                <a:latin typeface="Yu Gothic"/>
                <a:ea typeface="Yu Gothic"/>
                <a:cs typeface="Yu Gothic"/>
              </a:defRPr>
            </a:lvl2pPr>
            <a:lvl3pPr>
              <a:buNone/>
              <a:defRPr sz="3000" b="1">
                <a:solidFill>
                  <a:srgbClr val="18364F"/>
                </a:solidFill>
                <a:latin typeface="Yu Gothic"/>
                <a:ea typeface="Yu Gothic"/>
                <a:cs typeface="Yu Gothic"/>
              </a:defRPr>
            </a:lvl3pPr>
            <a:lvl4pPr>
              <a:buNone/>
              <a:defRPr sz="3000" b="1">
                <a:solidFill>
                  <a:srgbClr val="18364F"/>
                </a:solidFill>
                <a:latin typeface="Yu Gothic"/>
                <a:ea typeface="Yu Gothic"/>
                <a:cs typeface="Yu Gothic"/>
              </a:defRPr>
            </a:lvl4pPr>
            <a:lvl5pPr>
              <a:buNone/>
              <a:defRPr sz="3000" b="1">
                <a:solidFill>
                  <a:srgbClr val="18364F"/>
                </a:solidFill>
                <a:latin typeface="Yu Gothic"/>
                <a:ea typeface="Yu Gothic"/>
                <a:cs typeface="Yu Gothic"/>
              </a:defRPr>
            </a:lvl5pPr>
            <a:lvl6pPr>
              <a:buNone/>
              <a:defRPr sz="3000" b="1">
                <a:solidFill>
                  <a:srgbClr val="18364F"/>
                </a:solidFill>
                <a:latin typeface="Yu Gothic"/>
                <a:ea typeface="Yu Gothic"/>
                <a:cs typeface="Yu Gothic"/>
              </a:defRPr>
            </a:lvl6pPr>
            <a:lvl7pPr>
              <a:buNone/>
              <a:defRPr sz="3000" b="1">
                <a:solidFill>
                  <a:srgbClr val="18364F"/>
                </a:solidFill>
                <a:latin typeface="Yu Gothic"/>
                <a:ea typeface="Yu Gothic"/>
                <a:cs typeface="Yu Gothic"/>
              </a:defRPr>
            </a:lvl7pPr>
            <a:lvl8pPr>
              <a:buNone/>
              <a:defRPr sz="3000" b="1">
                <a:solidFill>
                  <a:srgbClr val="18364F"/>
                </a:solidFill>
                <a:latin typeface="Yu Gothic"/>
                <a:ea typeface="Yu Gothic"/>
                <a:cs typeface="Yu Gothic"/>
              </a:defRPr>
            </a:lvl8pPr>
            <a:lvl9pPr>
              <a:buNone/>
              <a:defRPr sz="3000" b="1">
                <a:solidFill>
                  <a:srgbClr val="18364F"/>
                </a:solidFill>
                <a:latin typeface="Yu Gothic"/>
                <a:ea typeface="Yu Gothic"/>
                <a:cs typeface="Yu Gothic"/>
              </a:defRPr>
            </a:lvl9pPr>
          </a:lstStyle>
          <a:p>
            <a:pPr>
              <a:buNone/>
              <a:defRPr sz="3000" b="1">
                <a:solidFill>
                  <a:srgbClr val="18364F"/>
                </a:solidFill>
                <a:latin typeface="Yu Gothic"/>
                <a:ea typeface="Yu Gothic"/>
                <a:cs typeface="Yu Gothic"/>
              </a:defRPr>
            </a:pPr>
            <a:r>
              <a:rPr lang="ja-JP" altLang="en-US" sz="3000" b="1">
                <a:solidFill>
                  <a:srgbClr val="18364F"/>
                </a:solidFill>
                <a:latin typeface="Yu Gothic"/>
                <a:ea typeface="Yu Gothic"/>
                <a:cs typeface="Yu Gothic"/>
              </a:rPr>
              <a:t>環境演習</a:t>
            </a:r>
            <a:r>
              <a:rPr lang="en-US" altLang="ja-JP" sz="3000" b="1">
                <a:solidFill>
                  <a:srgbClr val="18364F"/>
                </a:solidFill>
                <a:latin typeface="Yu Gothic"/>
                <a:ea typeface="Yu Gothic"/>
                <a:cs typeface="Yu Gothic"/>
              </a:rPr>
              <a:t>4</a:t>
            </a:r>
            <a:r>
              <a:rPr lang="ja-JP" altLang="en-US" sz="3000" b="1">
                <a:solidFill>
                  <a:srgbClr val="18364F"/>
                </a:solidFill>
                <a:latin typeface="Yu Gothic"/>
                <a:ea typeface="Yu Gothic"/>
                <a:cs typeface="Yu Gothic"/>
              </a:rPr>
              <a:t>　乾いた木材</a:t>
            </a:r>
            <a:r>
              <a:rPr lang="en-US" altLang="ja-JP" sz="3000" b="1">
                <a:solidFill>
                  <a:srgbClr val="18364F"/>
                </a:solidFill>
                <a:latin typeface="Yu Gothic"/>
                <a:ea typeface="Yu Gothic"/>
                <a:cs typeface="Yu Gothic"/>
              </a:rPr>
              <a:t>100 kg</a:t>
            </a:r>
            <a:r>
              <a:rPr lang="ja-JP" altLang="en-US" sz="3000" b="1">
                <a:solidFill>
                  <a:srgbClr val="18364F"/>
                </a:solidFill>
                <a:latin typeface="Yu Gothic"/>
                <a:ea typeface="Yu Gothic"/>
                <a:cs typeface="Yu Gothic"/>
              </a:rPr>
              <a:t>の行き先</a:t>
            </a:r>
            <a:endParaRPr sz="3000" b="1">
              <a:solidFill>
                <a:srgbClr val="18364F"/>
              </a:solidFill>
              <a:latin typeface="Yu Gothic"/>
              <a:ea typeface="Yu Gothic"/>
              <a:cs typeface="Yu Gothic"/>
            </a:endParaRPr>
          </a:p>
        </p:txBody>
      </p:sp>
      <p:sp>
        <p:nvSpPr>
          <p:cNvPr id="2" name="正方形/長方形 1">
            <a:extLst>
              <a:ext uri="{FF2B5EF4-FFF2-40B4-BE49-F238E27FC236}">
                <a16:creationId xmlns:a16="http://schemas.microsoft.com/office/drawing/2014/main" id="{9C7514B7-3D3D-4F1A-9D2B-2B1CAD0C849A}"/>
              </a:ext>
            </a:extLst>
          </p:cNvPr>
          <p:cNvSpPr>
            <a:spLocks noGrp="1"/>
          </p:cNvSpPr>
          <p:nvPr/>
        </p:nvSpPr>
        <p:spPr>
          <a:xfrm>
            <a:off x="685800" y="1181100"/>
            <a:ext cx="10820400" cy="19050"/>
          </a:xfrm>
          <a:prstGeom prst="rect">
            <a:avLst/>
          </a:prstGeom>
          <a:solidFill>
            <a:srgbClr val="18364F"/>
          </a:solidFill>
          <a:ln w="0">
            <a:noFill/>
          </a:ln>
        </p:spPr>
      </p:sp>
      <p:sp>
        <p:nvSpPr>
          <p:cNvPr id="3" name="正方形/長方形 2">
            <a:extLst>
              <a:ext uri="{FF2B5EF4-FFF2-40B4-BE49-F238E27FC236}">
                <a16:creationId xmlns:a16="http://schemas.microsoft.com/office/drawing/2014/main" id="{6AF81F37-FFB6-4B1C-9E57-9394AA26D144}"/>
              </a:ext>
            </a:extLst>
          </p:cNvPr>
          <p:cNvSpPr>
            <a:spLocks noGrp="1"/>
          </p:cNvSpPr>
          <p:nvPr/>
        </p:nvSpPr>
        <p:spPr>
          <a:xfrm>
            <a:off x="685800" y="6419850"/>
            <a:ext cx="9334500" cy="257175"/>
          </a:xfrm>
          <a:prstGeom prst="rect">
            <a:avLst/>
          </a:prstGeom>
          <a:noFill/>
          <a:ln w="0">
            <a:noFill/>
          </a:ln>
        </p:spPr>
        <p:txBody>
          <a:bodyPr lIns="0" tIns="0" rIns="0" bIns="0" anchor="ctr">
            <a:noAutofit/>
          </a:bodyPr>
          <a:lstStyle>
            <a:defPPr>
              <a:defRPr sz="1425" b="0">
                <a:solidFill>
                  <a:srgbClr val="596875"/>
                </a:solidFill>
                <a:latin typeface="Yu Gothic"/>
                <a:ea typeface="Yu Gothic"/>
                <a:cs typeface="Yu Gothic"/>
              </a:defRPr>
            </a:defPPr>
            <a:lvl1pPr>
              <a:buNone/>
              <a:defRPr sz="1425" b="0">
                <a:solidFill>
                  <a:srgbClr val="596875"/>
                </a:solidFill>
                <a:latin typeface="Yu Gothic"/>
                <a:ea typeface="Yu Gothic"/>
                <a:cs typeface="Yu Gothic"/>
              </a:defRPr>
            </a:lvl1pPr>
            <a:lvl2pPr>
              <a:buNone/>
              <a:defRPr sz="1425" b="0">
                <a:solidFill>
                  <a:srgbClr val="596875"/>
                </a:solidFill>
                <a:latin typeface="Yu Gothic"/>
                <a:ea typeface="Yu Gothic"/>
                <a:cs typeface="Yu Gothic"/>
              </a:defRPr>
            </a:lvl2pPr>
            <a:lvl3pPr>
              <a:buNone/>
              <a:defRPr sz="1425" b="0">
                <a:solidFill>
                  <a:srgbClr val="596875"/>
                </a:solidFill>
                <a:latin typeface="Yu Gothic"/>
                <a:ea typeface="Yu Gothic"/>
                <a:cs typeface="Yu Gothic"/>
              </a:defRPr>
            </a:lvl3pPr>
            <a:lvl4pPr>
              <a:buNone/>
              <a:defRPr sz="1425" b="0">
                <a:solidFill>
                  <a:srgbClr val="596875"/>
                </a:solidFill>
                <a:latin typeface="Yu Gothic"/>
                <a:ea typeface="Yu Gothic"/>
                <a:cs typeface="Yu Gothic"/>
              </a:defRPr>
            </a:lvl4pPr>
            <a:lvl5pPr>
              <a:buNone/>
              <a:defRPr sz="1425" b="0">
                <a:solidFill>
                  <a:srgbClr val="596875"/>
                </a:solidFill>
                <a:latin typeface="Yu Gothic"/>
                <a:ea typeface="Yu Gothic"/>
                <a:cs typeface="Yu Gothic"/>
              </a:defRPr>
            </a:lvl5pPr>
            <a:lvl6pPr>
              <a:buNone/>
              <a:defRPr sz="1425" b="0">
                <a:solidFill>
                  <a:srgbClr val="596875"/>
                </a:solidFill>
                <a:latin typeface="Yu Gothic"/>
                <a:ea typeface="Yu Gothic"/>
                <a:cs typeface="Yu Gothic"/>
              </a:defRPr>
            </a:lvl6pPr>
            <a:lvl7pPr>
              <a:buNone/>
              <a:defRPr sz="1425" b="0">
                <a:solidFill>
                  <a:srgbClr val="596875"/>
                </a:solidFill>
                <a:latin typeface="Yu Gothic"/>
                <a:ea typeface="Yu Gothic"/>
                <a:cs typeface="Yu Gothic"/>
              </a:defRPr>
            </a:lvl7pPr>
            <a:lvl8pPr>
              <a:buNone/>
              <a:defRPr sz="1425" b="0">
                <a:solidFill>
                  <a:srgbClr val="596875"/>
                </a:solidFill>
                <a:latin typeface="Yu Gothic"/>
                <a:ea typeface="Yu Gothic"/>
                <a:cs typeface="Yu Gothic"/>
              </a:defRPr>
            </a:lvl8pPr>
            <a:lvl9pPr>
              <a:buNone/>
              <a:defRPr sz="1425" b="0">
                <a:solidFill>
                  <a:srgbClr val="596875"/>
                </a:solidFill>
                <a:latin typeface="Yu Gothic"/>
                <a:ea typeface="Yu Gothic"/>
                <a:cs typeface="Yu Gothic"/>
              </a:defRPr>
            </a:lvl9pPr>
          </a:lstStyle>
          <a:p>
            <a:pPr>
              <a:buNone/>
              <a:defRPr sz="1425" b="0">
                <a:solidFill>
                  <a:srgbClr val="596875"/>
                </a:solidFill>
                <a:latin typeface="Yu Gothic"/>
                <a:ea typeface="Yu Gothic"/>
                <a:cs typeface="Yu Gothic"/>
              </a:defRPr>
            </a:pPr>
            <a:r>
              <a:rPr lang="ja-JP" altLang="en-US" sz="1425" b="0">
                <a:solidFill>
                  <a:srgbClr val="596875"/>
                </a:solidFill>
                <a:latin typeface="Yu Gothic"/>
                <a:ea typeface="Yu Gothic"/>
                <a:cs typeface="Yu Gothic"/>
              </a:rPr>
              <a:t>木材及び木質材料学　新第</a:t>
            </a:r>
            <a:r>
              <a:rPr lang="en-US" altLang="ja-JP" sz="1425" b="0">
                <a:solidFill>
                  <a:srgbClr val="596875"/>
                </a:solidFill>
                <a:latin typeface="Yu Gothic"/>
                <a:ea typeface="Yu Gothic"/>
                <a:cs typeface="Yu Gothic"/>
              </a:rPr>
              <a:t>14</a:t>
            </a:r>
            <a:r>
              <a:rPr lang="ja-JP" altLang="en-US" sz="1425" b="0">
                <a:solidFill>
                  <a:srgbClr val="596875"/>
                </a:solidFill>
                <a:latin typeface="Yu Gothic"/>
                <a:ea typeface="Yu Gothic"/>
                <a:cs typeface="Yu Gothic"/>
              </a:rPr>
              <a:t>回　資源・環境</a:t>
            </a:r>
            <a:endParaRPr sz="1425" b="0">
              <a:solidFill>
                <a:srgbClr val="596875"/>
              </a:solidFill>
              <a:latin typeface="Yu Gothic"/>
              <a:ea typeface="Yu Gothic"/>
              <a:cs typeface="Yu Gothic"/>
            </a:endParaRPr>
          </a:p>
        </p:txBody>
      </p:sp>
      <p:sp>
        <p:nvSpPr>
          <p:cNvPr id="4" name="正方形/長方形 3">
            <a:extLst>
              <a:ext uri="{FF2B5EF4-FFF2-40B4-BE49-F238E27FC236}">
                <a16:creationId xmlns:a16="http://schemas.microsoft.com/office/drawing/2014/main" id="{ECA21E23-8DFE-4BE1-AED0-070DE599A314}"/>
              </a:ext>
            </a:extLst>
          </p:cNvPr>
          <p:cNvSpPr>
            <a:spLocks noGrp="1"/>
          </p:cNvSpPr>
          <p:nvPr/>
        </p:nvSpPr>
        <p:spPr>
          <a:xfrm>
            <a:off x="10763250" y="6419850"/>
            <a:ext cx="742950" cy="257175"/>
          </a:xfrm>
          <a:prstGeom prst="rect">
            <a:avLst/>
          </a:prstGeom>
          <a:noFill/>
          <a:ln w="0">
            <a:noFill/>
          </a:ln>
        </p:spPr>
        <p:txBody>
          <a:bodyPr lIns="0" tIns="0" rIns="0" bIns="0" anchor="ctr">
            <a:noAutofit/>
          </a:bodyPr>
          <a:lstStyle>
            <a:defPPr>
              <a:defRPr sz="1425" b="0">
                <a:solidFill>
                  <a:srgbClr val="596875"/>
                </a:solidFill>
                <a:latin typeface="Yu Gothic"/>
                <a:ea typeface="Yu Gothic"/>
                <a:cs typeface="Yu Gothic"/>
              </a:defRPr>
            </a:defPPr>
            <a:lvl1pPr>
              <a:buNone/>
              <a:defRPr sz="1425" b="0">
                <a:solidFill>
                  <a:srgbClr val="596875"/>
                </a:solidFill>
                <a:latin typeface="Yu Gothic"/>
                <a:ea typeface="Yu Gothic"/>
                <a:cs typeface="Yu Gothic"/>
              </a:defRPr>
            </a:lvl1pPr>
            <a:lvl2pPr>
              <a:buNone/>
              <a:defRPr sz="1425" b="0">
                <a:solidFill>
                  <a:srgbClr val="596875"/>
                </a:solidFill>
                <a:latin typeface="Yu Gothic"/>
                <a:ea typeface="Yu Gothic"/>
                <a:cs typeface="Yu Gothic"/>
              </a:defRPr>
            </a:lvl2pPr>
            <a:lvl3pPr>
              <a:buNone/>
              <a:defRPr sz="1425" b="0">
                <a:solidFill>
                  <a:srgbClr val="596875"/>
                </a:solidFill>
                <a:latin typeface="Yu Gothic"/>
                <a:ea typeface="Yu Gothic"/>
                <a:cs typeface="Yu Gothic"/>
              </a:defRPr>
            </a:lvl3pPr>
            <a:lvl4pPr>
              <a:buNone/>
              <a:defRPr sz="1425" b="0">
                <a:solidFill>
                  <a:srgbClr val="596875"/>
                </a:solidFill>
                <a:latin typeface="Yu Gothic"/>
                <a:ea typeface="Yu Gothic"/>
                <a:cs typeface="Yu Gothic"/>
              </a:defRPr>
            </a:lvl4pPr>
            <a:lvl5pPr>
              <a:buNone/>
              <a:defRPr sz="1425" b="0">
                <a:solidFill>
                  <a:srgbClr val="596875"/>
                </a:solidFill>
                <a:latin typeface="Yu Gothic"/>
                <a:ea typeface="Yu Gothic"/>
                <a:cs typeface="Yu Gothic"/>
              </a:defRPr>
            </a:lvl5pPr>
            <a:lvl6pPr>
              <a:buNone/>
              <a:defRPr sz="1425" b="0">
                <a:solidFill>
                  <a:srgbClr val="596875"/>
                </a:solidFill>
                <a:latin typeface="Yu Gothic"/>
                <a:ea typeface="Yu Gothic"/>
                <a:cs typeface="Yu Gothic"/>
              </a:defRPr>
            </a:lvl6pPr>
            <a:lvl7pPr>
              <a:buNone/>
              <a:defRPr sz="1425" b="0">
                <a:solidFill>
                  <a:srgbClr val="596875"/>
                </a:solidFill>
                <a:latin typeface="Yu Gothic"/>
                <a:ea typeface="Yu Gothic"/>
                <a:cs typeface="Yu Gothic"/>
              </a:defRPr>
            </a:lvl7pPr>
            <a:lvl8pPr>
              <a:buNone/>
              <a:defRPr sz="1425" b="0">
                <a:solidFill>
                  <a:srgbClr val="596875"/>
                </a:solidFill>
                <a:latin typeface="Yu Gothic"/>
                <a:ea typeface="Yu Gothic"/>
                <a:cs typeface="Yu Gothic"/>
              </a:defRPr>
            </a:lvl8pPr>
            <a:lvl9pPr>
              <a:buNone/>
              <a:defRPr sz="1425" b="0">
                <a:solidFill>
                  <a:srgbClr val="596875"/>
                </a:solidFill>
                <a:latin typeface="Yu Gothic"/>
                <a:ea typeface="Yu Gothic"/>
                <a:cs typeface="Yu Gothic"/>
              </a:defRPr>
            </a:lvl9pPr>
          </a:lstStyle>
          <a:p>
            <a:pPr>
              <a:buNone/>
              <a:defRPr sz="1425" b="0">
                <a:solidFill>
                  <a:srgbClr val="596875"/>
                </a:solidFill>
                <a:latin typeface="Yu Gothic"/>
                <a:ea typeface="Yu Gothic"/>
                <a:cs typeface="Yu Gothic"/>
              </a:defRPr>
            </a:pPr>
            <a:r>
              <a:rPr lang="en-US" altLang="ja-JP" sz="1425" b="0">
                <a:solidFill>
                  <a:srgbClr val="596875"/>
                </a:solidFill>
                <a:latin typeface="Yu Gothic"/>
                <a:ea typeface="Yu Gothic"/>
                <a:cs typeface="Yu Gothic"/>
              </a:rPr>
              <a:t>49</a:t>
            </a:r>
            <a:endParaRPr sz="1425" b="0">
              <a:solidFill>
                <a:srgbClr val="596875"/>
              </a:solidFill>
              <a:latin typeface="Yu Gothic"/>
              <a:ea typeface="Yu Gothic"/>
              <a:cs typeface="Yu Gothic"/>
            </a:endParaRPr>
          </a:p>
        </p:txBody>
      </p:sp>
      <p:sp>
        <p:nvSpPr>
          <p:cNvPr id="5" name="正方形/長方形 4">
            <a:extLst>
              <a:ext uri="{FF2B5EF4-FFF2-40B4-BE49-F238E27FC236}">
                <a16:creationId xmlns:a16="http://schemas.microsoft.com/office/drawing/2014/main" id="{47FA3B75-7250-464F-83BC-1E4384BDAF8C}"/>
              </a:ext>
            </a:extLst>
          </p:cNvPr>
          <p:cNvSpPr>
            <a:spLocks noGrp="1"/>
          </p:cNvSpPr>
          <p:nvPr/>
        </p:nvSpPr>
        <p:spPr>
          <a:xfrm>
            <a:off x="838200" y="2657475"/>
            <a:ext cx="6286500" cy="1381125"/>
          </a:xfrm>
          <a:prstGeom prst="rect">
            <a:avLst/>
          </a:prstGeom>
          <a:solidFill>
            <a:srgbClr val="D7B78C"/>
          </a:solidFill>
          <a:ln w="9525">
            <a:solidFill>
              <a:srgbClr val="18364F"/>
            </a:solidFill>
          </a:ln>
        </p:spPr>
      </p:sp>
      <p:sp>
        <p:nvSpPr>
          <p:cNvPr id="6" name="正方形/長方形 5">
            <a:extLst>
              <a:ext uri="{FF2B5EF4-FFF2-40B4-BE49-F238E27FC236}">
                <a16:creationId xmlns:a16="http://schemas.microsoft.com/office/drawing/2014/main" id="{5103F9E6-4802-4FA2-BD4D-800889248C4E}"/>
              </a:ext>
            </a:extLst>
          </p:cNvPr>
          <p:cNvSpPr>
            <a:spLocks noGrp="1"/>
          </p:cNvSpPr>
          <p:nvPr/>
        </p:nvSpPr>
        <p:spPr>
          <a:xfrm>
            <a:off x="952500" y="2762250"/>
            <a:ext cx="6057900" cy="1143000"/>
          </a:xfrm>
          <a:prstGeom prst="rect">
            <a:avLst/>
          </a:prstGeom>
          <a:noFill/>
          <a:ln w="0">
            <a:noFill/>
          </a:ln>
        </p:spPr>
        <p:txBody>
          <a:bodyPr lIns="0" tIns="0" rIns="0" bIns="0" anchor="ctr">
            <a:noAutofit/>
          </a:bodyPr>
          <a:lstStyle>
            <a:defPPr>
              <a:defRPr sz="2175" b="1">
                <a:solidFill>
                  <a:srgbClr val="253C4D"/>
                </a:solidFill>
                <a:latin typeface="Yu Gothic"/>
                <a:ea typeface="Yu Gothic"/>
                <a:cs typeface="Yu Gothic"/>
              </a:defRPr>
            </a:defPPr>
            <a:lvl1pPr>
              <a:buNone/>
              <a:defRPr sz="2175" b="1">
                <a:solidFill>
                  <a:srgbClr val="253C4D"/>
                </a:solidFill>
                <a:latin typeface="Yu Gothic"/>
                <a:ea typeface="Yu Gothic"/>
                <a:cs typeface="Yu Gothic"/>
              </a:defRPr>
            </a:lvl1pPr>
            <a:lvl2pPr>
              <a:buNone/>
              <a:defRPr sz="2175" b="1">
                <a:solidFill>
                  <a:srgbClr val="253C4D"/>
                </a:solidFill>
                <a:latin typeface="Yu Gothic"/>
                <a:ea typeface="Yu Gothic"/>
                <a:cs typeface="Yu Gothic"/>
              </a:defRPr>
            </a:lvl2pPr>
            <a:lvl3pPr>
              <a:buNone/>
              <a:defRPr sz="2175" b="1">
                <a:solidFill>
                  <a:srgbClr val="253C4D"/>
                </a:solidFill>
                <a:latin typeface="Yu Gothic"/>
                <a:ea typeface="Yu Gothic"/>
                <a:cs typeface="Yu Gothic"/>
              </a:defRPr>
            </a:lvl3pPr>
            <a:lvl4pPr>
              <a:buNone/>
              <a:defRPr sz="2175" b="1">
                <a:solidFill>
                  <a:srgbClr val="253C4D"/>
                </a:solidFill>
                <a:latin typeface="Yu Gothic"/>
                <a:ea typeface="Yu Gothic"/>
                <a:cs typeface="Yu Gothic"/>
              </a:defRPr>
            </a:lvl4pPr>
            <a:lvl5pPr>
              <a:buNone/>
              <a:defRPr sz="2175" b="1">
                <a:solidFill>
                  <a:srgbClr val="253C4D"/>
                </a:solidFill>
                <a:latin typeface="Yu Gothic"/>
                <a:ea typeface="Yu Gothic"/>
                <a:cs typeface="Yu Gothic"/>
              </a:defRPr>
            </a:lvl5pPr>
            <a:lvl6pPr>
              <a:buNone/>
              <a:defRPr sz="2175" b="1">
                <a:solidFill>
                  <a:srgbClr val="253C4D"/>
                </a:solidFill>
                <a:latin typeface="Yu Gothic"/>
                <a:ea typeface="Yu Gothic"/>
                <a:cs typeface="Yu Gothic"/>
              </a:defRPr>
            </a:lvl6pPr>
            <a:lvl7pPr>
              <a:buNone/>
              <a:defRPr sz="2175" b="1">
                <a:solidFill>
                  <a:srgbClr val="253C4D"/>
                </a:solidFill>
                <a:latin typeface="Yu Gothic"/>
                <a:ea typeface="Yu Gothic"/>
                <a:cs typeface="Yu Gothic"/>
              </a:defRPr>
            </a:lvl7pPr>
            <a:lvl8pPr>
              <a:buNone/>
              <a:defRPr sz="2175" b="1">
                <a:solidFill>
                  <a:srgbClr val="253C4D"/>
                </a:solidFill>
                <a:latin typeface="Yu Gothic"/>
                <a:ea typeface="Yu Gothic"/>
                <a:cs typeface="Yu Gothic"/>
              </a:defRPr>
            </a:lvl8pPr>
            <a:lvl9pPr>
              <a:buNone/>
              <a:defRPr sz="2175" b="1">
                <a:solidFill>
                  <a:srgbClr val="253C4D"/>
                </a:solidFill>
                <a:latin typeface="Yu Gothic"/>
                <a:ea typeface="Yu Gothic"/>
                <a:cs typeface="Yu Gothic"/>
              </a:defRPr>
            </a:lvl9pPr>
          </a:lstStyle>
          <a:p>
            <a:pPr>
              <a:buNone/>
              <a:defRPr sz="2175" b="1">
                <a:solidFill>
                  <a:srgbClr val="253C4D"/>
                </a:solidFill>
                <a:latin typeface="Yu Gothic"/>
                <a:ea typeface="Yu Gothic"/>
                <a:cs typeface="Yu Gothic"/>
              </a:defRPr>
            </a:pPr>
            <a:r>
              <a:rPr sz="2175" b="1">
                <a:solidFill>
                  <a:srgbClr val="253C4D"/>
                </a:solidFill>
                <a:latin typeface="Yu Gothic"/>
                <a:ea typeface="Yu Gothic"/>
                <a:cs typeface="Yu Gothic"/>
              </a:rPr>
              <a:t>製品</a:t>
            </a:r>
          </a:p>
          <a:p>
            <a:pPr>
              <a:buNone/>
              <a:defRPr sz="2175" b="1">
                <a:solidFill>
                  <a:srgbClr val="253C4D"/>
                </a:solidFill>
                <a:latin typeface="Yu Gothic"/>
                <a:ea typeface="Yu Gothic"/>
                <a:cs typeface="Yu Gothic"/>
              </a:defRPr>
            </a:pPr>
            <a:r>
              <a:rPr sz="2175" b="1">
                <a:solidFill>
                  <a:srgbClr val="253C4D"/>
                </a:solidFill>
                <a:latin typeface="Yu Gothic"/>
                <a:ea typeface="Yu Gothic"/>
                <a:cs typeface="Yu Gothic"/>
              </a:rPr>
              <a:t>60 kg</a:t>
            </a:r>
          </a:p>
        </p:txBody>
      </p:sp>
      <p:sp>
        <p:nvSpPr>
          <p:cNvPr id="7" name="正方形/長方形 6">
            <a:extLst>
              <a:ext uri="{FF2B5EF4-FFF2-40B4-BE49-F238E27FC236}">
                <a16:creationId xmlns:a16="http://schemas.microsoft.com/office/drawing/2014/main" id="{9BC2E1DB-3516-4A7D-89D2-EFFF1935AB44}"/>
              </a:ext>
            </a:extLst>
          </p:cNvPr>
          <p:cNvSpPr>
            <a:spLocks noGrp="1"/>
          </p:cNvSpPr>
          <p:nvPr/>
        </p:nvSpPr>
        <p:spPr>
          <a:xfrm>
            <a:off x="7124700" y="2657475"/>
            <a:ext cx="2619375" cy="1381125"/>
          </a:xfrm>
          <a:prstGeom prst="rect">
            <a:avLst/>
          </a:prstGeom>
          <a:solidFill>
            <a:srgbClr val="C5E2D6"/>
          </a:solidFill>
          <a:ln w="9525">
            <a:solidFill>
              <a:srgbClr val="18364F"/>
            </a:solidFill>
          </a:ln>
        </p:spPr>
      </p:sp>
      <p:sp>
        <p:nvSpPr>
          <p:cNvPr id="8" name="正方形/長方形 7">
            <a:extLst>
              <a:ext uri="{FF2B5EF4-FFF2-40B4-BE49-F238E27FC236}">
                <a16:creationId xmlns:a16="http://schemas.microsoft.com/office/drawing/2014/main" id="{253B480B-8273-43A6-81C3-943BA5603554}"/>
              </a:ext>
            </a:extLst>
          </p:cNvPr>
          <p:cNvSpPr>
            <a:spLocks noGrp="1"/>
          </p:cNvSpPr>
          <p:nvPr/>
        </p:nvSpPr>
        <p:spPr>
          <a:xfrm>
            <a:off x="7239000" y="2762250"/>
            <a:ext cx="2390775" cy="1143000"/>
          </a:xfrm>
          <a:prstGeom prst="rect">
            <a:avLst/>
          </a:prstGeom>
          <a:noFill/>
          <a:ln w="0">
            <a:noFill/>
          </a:ln>
        </p:spPr>
        <p:txBody>
          <a:bodyPr lIns="0" tIns="0" rIns="0" bIns="0" anchor="ctr">
            <a:noAutofit/>
          </a:bodyPr>
          <a:lstStyle>
            <a:defPPr>
              <a:defRPr sz="2175" b="1">
                <a:solidFill>
                  <a:srgbClr val="253C4D"/>
                </a:solidFill>
                <a:latin typeface="Yu Gothic"/>
                <a:ea typeface="Yu Gothic"/>
                <a:cs typeface="Yu Gothic"/>
              </a:defRPr>
            </a:defPPr>
            <a:lvl1pPr>
              <a:buNone/>
              <a:defRPr sz="2175" b="1">
                <a:solidFill>
                  <a:srgbClr val="253C4D"/>
                </a:solidFill>
                <a:latin typeface="Yu Gothic"/>
                <a:ea typeface="Yu Gothic"/>
                <a:cs typeface="Yu Gothic"/>
              </a:defRPr>
            </a:lvl1pPr>
            <a:lvl2pPr>
              <a:buNone/>
              <a:defRPr sz="2175" b="1">
                <a:solidFill>
                  <a:srgbClr val="253C4D"/>
                </a:solidFill>
                <a:latin typeface="Yu Gothic"/>
                <a:ea typeface="Yu Gothic"/>
                <a:cs typeface="Yu Gothic"/>
              </a:defRPr>
            </a:lvl2pPr>
            <a:lvl3pPr>
              <a:buNone/>
              <a:defRPr sz="2175" b="1">
                <a:solidFill>
                  <a:srgbClr val="253C4D"/>
                </a:solidFill>
                <a:latin typeface="Yu Gothic"/>
                <a:ea typeface="Yu Gothic"/>
                <a:cs typeface="Yu Gothic"/>
              </a:defRPr>
            </a:lvl3pPr>
            <a:lvl4pPr>
              <a:buNone/>
              <a:defRPr sz="2175" b="1">
                <a:solidFill>
                  <a:srgbClr val="253C4D"/>
                </a:solidFill>
                <a:latin typeface="Yu Gothic"/>
                <a:ea typeface="Yu Gothic"/>
                <a:cs typeface="Yu Gothic"/>
              </a:defRPr>
            </a:lvl4pPr>
            <a:lvl5pPr>
              <a:buNone/>
              <a:defRPr sz="2175" b="1">
                <a:solidFill>
                  <a:srgbClr val="253C4D"/>
                </a:solidFill>
                <a:latin typeface="Yu Gothic"/>
                <a:ea typeface="Yu Gothic"/>
                <a:cs typeface="Yu Gothic"/>
              </a:defRPr>
            </a:lvl5pPr>
            <a:lvl6pPr>
              <a:buNone/>
              <a:defRPr sz="2175" b="1">
                <a:solidFill>
                  <a:srgbClr val="253C4D"/>
                </a:solidFill>
                <a:latin typeface="Yu Gothic"/>
                <a:ea typeface="Yu Gothic"/>
                <a:cs typeface="Yu Gothic"/>
              </a:defRPr>
            </a:lvl6pPr>
            <a:lvl7pPr>
              <a:buNone/>
              <a:defRPr sz="2175" b="1">
                <a:solidFill>
                  <a:srgbClr val="253C4D"/>
                </a:solidFill>
                <a:latin typeface="Yu Gothic"/>
                <a:ea typeface="Yu Gothic"/>
                <a:cs typeface="Yu Gothic"/>
              </a:defRPr>
            </a:lvl7pPr>
            <a:lvl8pPr>
              <a:buNone/>
              <a:defRPr sz="2175" b="1">
                <a:solidFill>
                  <a:srgbClr val="253C4D"/>
                </a:solidFill>
                <a:latin typeface="Yu Gothic"/>
                <a:ea typeface="Yu Gothic"/>
                <a:cs typeface="Yu Gothic"/>
              </a:defRPr>
            </a:lvl8pPr>
            <a:lvl9pPr>
              <a:buNone/>
              <a:defRPr sz="2175" b="1">
                <a:solidFill>
                  <a:srgbClr val="253C4D"/>
                </a:solidFill>
                <a:latin typeface="Yu Gothic"/>
                <a:ea typeface="Yu Gothic"/>
                <a:cs typeface="Yu Gothic"/>
              </a:defRPr>
            </a:lvl9pPr>
          </a:lstStyle>
          <a:p>
            <a:pPr>
              <a:buNone/>
              <a:defRPr sz="2175" b="1">
                <a:solidFill>
                  <a:srgbClr val="253C4D"/>
                </a:solidFill>
                <a:latin typeface="Yu Gothic"/>
                <a:ea typeface="Yu Gothic"/>
                <a:cs typeface="Yu Gothic"/>
              </a:defRPr>
            </a:pPr>
            <a:r>
              <a:rPr sz="2175" b="1">
                <a:solidFill>
                  <a:srgbClr val="253C4D"/>
                </a:solidFill>
                <a:latin typeface="Yu Gothic"/>
                <a:ea typeface="Yu Gothic"/>
                <a:cs typeface="Yu Gothic"/>
              </a:rPr>
              <a:t>チップ</a:t>
            </a:r>
          </a:p>
          <a:p>
            <a:pPr>
              <a:buNone/>
              <a:defRPr sz="2175" b="1">
                <a:solidFill>
                  <a:srgbClr val="253C4D"/>
                </a:solidFill>
                <a:latin typeface="Yu Gothic"/>
                <a:ea typeface="Yu Gothic"/>
                <a:cs typeface="Yu Gothic"/>
              </a:defRPr>
            </a:pPr>
            <a:r>
              <a:rPr sz="2175" b="1">
                <a:solidFill>
                  <a:srgbClr val="253C4D"/>
                </a:solidFill>
                <a:latin typeface="Yu Gothic"/>
                <a:ea typeface="Yu Gothic"/>
                <a:cs typeface="Yu Gothic"/>
              </a:rPr>
              <a:t>25 kg</a:t>
            </a:r>
          </a:p>
        </p:txBody>
      </p:sp>
      <p:sp>
        <p:nvSpPr>
          <p:cNvPr id="9" name="正方形/長方形 8">
            <a:extLst>
              <a:ext uri="{FF2B5EF4-FFF2-40B4-BE49-F238E27FC236}">
                <a16:creationId xmlns:a16="http://schemas.microsoft.com/office/drawing/2014/main" id="{D0CB6AD2-73B1-4443-BC3D-D98CFA322A9B}"/>
              </a:ext>
            </a:extLst>
          </p:cNvPr>
          <p:cNvSpPr>
            <a:spLocks noGrp="1"/>
          </p:cNvSpPr>
          <p:nvPr/>
        </p:nvSpPr>
        <p:spPr>
          <a:xfrm>
            <a:off x="9744075" y="2657475"/>
            <a:ext cx="1571625" cy="1381125"/>
          </a:xfrm>
          <a:prstGeom prst="rect">
            <a:avLst/>
          </a:prstGeom>
          <a:solidFill>
            <a:srgbClr val="F7D8C5"/>
          </a:solidFill>
          <a:ln w="9525">
            <a:solidFill>
              <a:srgbClr val="18364F"/>
            </a:solidFill>
          </a:ln>
        </p:spPr>
      </p:sp>
      <p:sp>
        <p:nvSpPr>
          <p:cNvPr id="10" name="正方形/長方形 9">
            <a:extLst>
              <a:ext uri="{FF2B5EF4-FFF2-40B4-BE49-F238E27FC236}">
                <a16:creationId xmlns:a16="http://schemas.microsoft.com/office/drawing/2014/main" id="{9837346B-169E-4C50-A7C8-0FC91D0AF929}"/>
              </a:ext>
            </a:extLst>
          </p:cNvPr>
          <p:cNvSpPr>
            <a:spLocks noGrp="1"/>
          </p:cNvSpPr>
          <p:nvPr/>
        </p:nvSpPr>
        <p:spPr>
          <a:xfrm>
            <a:off x="9858375" y="2762250"/>
            <a:ext cx="1343025" cy="1143000"/>
          </a:xfrm>
          <a:prstGeom prst="rect">
            <a:avLst/>
          </a:prstGeom>
          <a:noFill/>
          <a:ln w="0">
            <a:noFill/>
          </a:ln>
        </p:spPr>
        <p:txBody>
          <a:bodyPr lIns="0" tIns="0" rIns="0" bIns="0" anchor="ctr">
            <a:noAutofit/>
          </a:bodyPr>
          <a:lstStyle>
            <a:defPPr>
              <a:defRPr sz="2175" b="1">
                <a:solidFill>
                  <a:srgbClr val="253C4D"/>
                </a:solidFill>
                <a:latin typeface="Yu Gothic"/>
                <a:ea typeface="Yu Gothic"/>
                <a:cs typeface="Yu Gothic"/>
              </a:defRPr>
            </a:defPPr>
            <a:lvl1pPr>
              <a:buNone/>
              <a:defRPr sz="2175" b="1">
                <a:solidFill>
                  <a:srgbClr val="253C4D"/>
                </a:solidFill>
                <a:latin typeface="Yu Gothic"/>
                <a:ea typeface="Yu Gothic"/>
                <a:cs typeface="Yu Gothic"/>
              </a:defRPr>
            </a:lvl1pPr>
            <a:lvl2pPr>
              <a:buNone/>
              <a:defRPr sz="2175" b="1">
                <a:solidFill>
                  <a:srgbClr val="253C4D"/>
                </a:solidFill>
                <a:latin typeface="Yu Gothic"/>
                <a:ea typeface="Yu Gothic"/>
                <a:cs typeface="Yu Gothic"/>
              </a:defRPr>
            </a:lvl2pPr>
            <a:lvl3pPr>
              <a:buNone/>
              <a:defRPr sz="2175" b="1">
                <a:solidFill>
                  <a:srgbClr val="253C4D"/>
                </a:solidFill>
                <a:latin typeface="Yu Gothic"/>
                <a:ea typeface="Yu Gothic"/>
                <a:cs typeface="Yu Gothic"/>
              </a:defRPr>
            </a:lvl3pPr>
            <a:lvl4pPr>
              <a:buNone/>
              <a:defRPr sz="2175" b="1">
                <a:solidFill>
                  <a:srgbClr val="253C4D"/>
                </a:solidFill>
                <a:latin typeface="Yu Gothic"/>
                <a:ea typeface="Yu Gothic"/>
                <a:cs typeface="Yu Gothic"/>
              </a:defRPr>
            </a:lvl4pPr>
            <a:lvl5pPr>
              <a:buNone/>
              <a:defRPr sz="2175" b="1">
                <a:solidFill>
                  <a:srgbClr val="253C4D"/>
                </a:solidFill>
                <a:latin typeface="Yu Gothic"/>
                <a:ea typeface="Yu Gothic"/>
                <a:cs typeface="Yu Gothic"/>
              </a:defRPr>
            </a:lvl5pPr>
            <a:lvl6pPr>
              <a:buNone/>
              <a:defRPr sz="2175" b="1">
                <a:solidFill>
                  <a:srgbClr val="253C4D"/>
                </a:solidFill>
                <a:latin typeface="Yu Gothic"/>
                <a:ea typeface="Yu Gothic"/>
                <a:cs typeface="Yu Gothic"/>
              </a:defRPr>
            </a:lvl6pPr>
            <a:lvl7pPr>
              <a:buNone/>
              <a:defRPr sz="2175" b="1">
                <a:solidFill>
                  <a:srgbClr val="253C4D"/>
                </a:solidFill>
                <a:latin typeface="Yu Gothic"/>
                <a:ea typeface="Yu Gothic"/>
                <a:cs typeface="Yu Gothic"/>
              </a:defRPr>
            </a:lvl7pPr>
            <a:lvl8pPr>
              <a:buNone/>
              <a:defRPr sz="2175" b="1">
                <a:solidFill>
                  <a:srgbClr val="253C4D"/>
                </a:solidFill>
                <a:latin typeface="Yu Gothic"/>
                <a:ea typeface="Yu Gothic"/>
                <a:cs typeface="Yu Gothic"/>
              </a:defRPr>
            </a:lvl8pPr>
            <a:lvl9pPr>
              <a:buNone/>
              <a:defRPr sz="2175" b="1">
                <a:solidFill>
                  <a:srgbClr val="253C4D"/>
                </a:solidFill>
                <a:latin typeface="Yu Gothic"/>
                <a:ea typeface="Yu Gothic"/>
                <a:cs typeface="Yu Gothic"/>
              </a:defRPr>
            </a:lvl9pPr>
          </a:lstStyle>
          <a:p>
            <a:pPr>
              <a:buNone/>
              <a:defRPr sz="2175" b="1">
                <a:solidFill>
                  <a:srgbClr val="253C4D"/>
                </a:solidFill>
                <a:latin typeface="Yu Gothic"/>
                <a:ea typeface="Yu Gothic"/>
                <a:cs typeface="Yu Gothic"/>
              </a:defRPr>
            </a:pPr>
            <a:r>
              <a:rPr sz="2175" b="1">
                <a:solidFill>
                  <a:srgbClr val="253C4D"/>
                </a:solidFill>
                <a:latin typeface="Yu Gothic"/>
                <a:ea typeface="Yu Gothic"/>
                <a:cs typeface="Yu Gothic"/>
              </a:rPr>
              <a:t>燃料</a:t>
            </a:r>
          </a:p>
          <a:p>
            <a:pPr>
              <a:buNone/>
              <a:defRPr sz="2175" b="1">
                <a:solidFill>
                  <a:srgbClr val="253C4D"/>
                </a:solidFill>
                <a:latin typeface="Yu Gothic"/>
                <a:ea typeface="Yu Gothic"/>
                <a:cs typeface="Yu Gothic"/>
              </a:defRPr>
            </a:pPr>
            <a:r>
              <a:rPr sz="2175" b="1">
                <a:solidFill>
                  <a:srgbClr val="253C4D"/>
                </a:solidFill>
                <a:latin typeface="Yu Gothic"/>
                <a:ea typeface="Yu Gothic"/>
                <a:cs typeface="Yu Gothic"/>
              </a:rPr>
              <a:t>15 kg</a:t>
            </a:r>
          </a:p>
        </p:txBody>
      </p:sp>
      <p:sp>
        <p:nvSpPr>
          <p:cNvPr id="11" name="正方形/長方形 10">
            <a:extLst>
              <a:ext uri="{FF2B5EF4-FFF2-40B4-BE49-F238E27FC236}">
                <a16:creationId xmlns:a16="http://schemas.microsoft.com/office/drawing/2014/main" id="{30A0AF9D-0F1A-4267-BC2B-623F32C635ED}"/>
              </a:ext>
            </a:extLst>
          </p:cNvPr>
          <p:cNvSpPr>
            <a:spLocks noGrp="1"/>
          </p:cNvSpPr>
          <p:nvPr/>
        </p:nvSpPr>
        <p:spPr>
          <a:xfrm>
            <a:off x="838200" y="1590675"/>
            <a:ext cx="10477500" cy="619125"/>
          </a:xfrm>
          <a:prstGeom prst="rect">
            <a:avLst/>
          </a:prstGeom>
          <a:noFill/>
          <a:ln w="0">
            <a:noFill/>
          </a:ln>
        </p:spPr>
        <p:txBody>
          <a:bodyPr lIns="0" tIns="0" rIns="0" bIns="0" anchor="ctr">
            <a:noAutofit/>
          </a:bodyPr>
          <a:lstStyle>
            <a:defPPr>
              <a:defRPr sz="2325" b="1">
                <a:solidFill>
                  <a:srgbClr val="253C4D"/>
                </a:solidFill>
                <a:latin typeface="Yu Gothic"/>
                <a:ea typeface="Yu Gothic"/>
                <a:cs typeface="Yu Gothic"/>
              </a:defRPr>
            </a:defPPr>
            <a:lvl1pPr>
              <a:buNone/>
              <a:defRPr sz="2325" b="1">
                <a:solidFill>
                  <a:srgbClr val="253C4D"/>
                </a:solidFill>
                <a:latin typeface="Yu Gothic"/>
                <a:ea typeface="Yu Gothic"/>
                <a:cs typeface="Yu Gothic"/>
              </a:defRPr>
            </a:lvl1pPr>
            <a:lvl2pPr>
              <a:buNone/>
              <a:defRPr sz="2325" b="1">
                <a:solidFill>
                  <a:srgbClr val="253C4D"/>
                </a:solidFill>
                <a:latin typeface="Yu Gothic"/>
                <a:ea typeface="Yu Gothic"/>
                <a:cs typeface="Yu Gothic"/>
              </a:defRPr>
            </a:lvl2pPr>
            <a:lvl3pPr>
              <a:buNone/>
              <a:defRPr sz="2325" b="1">
                <a:solidFill>
                  <a:srgbClr val="253C4D"/>
                </a:solidFill>
                <a:latin typeface="Yu Gothic"/>
                <a:ea typeface="Yu Gothic"/>
                <a:cs typeface="Yu Gothic"/>
              </a:defRPr>
            </a:lvl3pPr>
            <a:lvl4pPr>
              <a:buNone/>
              <a:defRPr sz="2325" b="1">
                <a:solidFill>
                  <a:srgbClr val="253C4D"/>
                </a:solidFill>
                <a:latin typeface="Yu Gothic"/>
                <a:ea typeface="Yu Gothic"/>
                <a:cs typeface="Yu Gothic"/>
              </a:defRPr>
            </a:lvl4pPr>
            <a:lvl5pPr>
              <a:buNone/>
              <a:defRPr sz="2325" b="1">
                <a:solidFill>
                  <a:srgbClr val="253C4D"/>
                </a:solidFill>
                <a:latin typeface="Yu Gothic"/>
                <a:ea typeface="Yu Gothic"/>
                <a:cs typeface="Yu Gothic"/>
              </a:defRPr>
            </a:lvl5pPr>
            <a:lvl6pPr>
              <a:buNone/>
              <a:defRPr sz="2325" b="1">
                <a:solidFill>
                  <a:srgbClr val="253C4D"/>
                </a:solidFill>
                <a:latin typeface="Yu Gothic"/>
                <a:ea typeface="Yu Gothic"/>
                <a:cs typeface="Yu Gothic"/>
              </a:defRPr>
            </a:lvl6pPr>
            <a:lvl7pPr>
              <a:buNone/>
              <a:defRPr sz="2325" b="1">
                <a:solidFill>
                  <a:srgbClr val="253C4D"/>
                </a:solidFill>
                <a:latin typeface="Yu Gothic"/>
                <a:ea typeface="Yu Gothic"/>
                <a:cs typeface="Yu Gothic"/>
              </a:defRPr>
            </a:lvl7pPr>
            <a:lvl8pPr>
              <a:buNone/>
              <a:defRPr sz="2325" b="1">
                <a:solidFill>
                  <a:srgbClr val="253C4D"/>
                </a:solidFill>
                <a:latin typeface="Yu Gothic"/>
                <a:ea typeface="Yu Gothic"/>
                <a:cs typeface="Yu Gothic"/>
              </a:defRPr>
            </a:lvl8pPr>
            <a:lvl9pPr>
              <a:buNone/>
              <a:defRPr sz="2325" b="1">
                <a:solidFill>
                  <a:srgbClr val="253C4D"/>
                </a:solidFill>
                <a:latin typeface="Yu Gothic"/>
                <a:ea typeface="Yu Gothic"/>
                <a:cs typeface="Yu Gothic"/>
              </a:defRPr>
            </a:lvl9pPr>
          </a:lstStyle>
          <a:p>
            <a:pPr>
              <a:buNone/>
              <a:defRPr sz="2325" b="1">
                <a:solidFill>
                  <a:srgbClr val="253C4D"/>
                </a:solidFill>
                <a:latin typeface="Yu Gothic"/>
                <a:ea typeface="Yu Gothic"/>
                <a:cs typeface="Yu Gothic"/>
              </a:defRPr>
            </a:pPr>
            <a:r>
              <a:rPr sz="2325" b="1">
                <a:solidFill>
                  <a:srgbClr val="253C4D"/>
                </a:solidFill>
                <a:latin typeface="Yu Gothic"/>
                <a:ea typeface="Yu Gothic"/>
                <a:cs typeface="Yu Gothic"/>
              </a:rPr>
              <a:t>全乾質量100 kgの配分（説明用の仮想値）</a:t>
            </a:r>
          </a:p>
        </p:txBody>
      </p:sp>
      <p:sp>
        <p:nvSpPr>
          <p:cNvPr id="12" name="正方形/長方形 11">
            <a:extLst>
              <a:ext uri="{FF2B5EF4-FFF2-40B4-BE49-F238E27FC236}">
                <a16:creationId xmlns:a16="http://schemas.microsoft.com/office/drawing/2014/main" id="{1DDDB3C2-F093-4F8A-9E3A-A95FF42790C4}"/>
              </a:ext>
            </a:extLst>
          </p:cNvPr>
          <p:cNvSpPr>
            <a:spLocks noGrp="1"/>
          </p:cNvSpPr>
          <p:nvPr/>
        </p:nvSpPr>
        <p:spPr>
          <a:xfrm>
            <a:off x="838200" y="4695825"/>
            <a:ext cx="10477500" cy="857250"/>
          </a:xfrm>
          <a:prstGeom prst="rect">
            <a:avLst/>
          </a:prstGeom>
          <a:noFill/>
          <a:ln w="0">
            <a:noFill/>
          </a:ln>
        </p:spPr>
        <p:txBody>
          <a:bodyPr lIns="0" tIns="0" rIns="0" bIns="0" anchor="ctr">
            <a:noAutofit/>
          </a:bodyPr>
          <a:lstStyle>
            <a:defPPr>
              <a:defRPr sz="2325" b="1">
                <a:solidFill>
                  <a:srgbClr val="087E8B"/>
                </a:solidFill>
                <a:latin typeface="Yu Gothic"/>
                <a:ea typeface="Yu Gothic"/>
                <a:cs typeface="Yu Gothic"/>
              </a:defRPr>
            </a:defPPr>
            <a:lvl1pPr>
              <a:buNone/>
              <a:defRPr sz="2325" b="1">
                <a:solidFill>
                  <a:srgbClr val="087E8B"/>
                </a:solidFill>
                <a:latin typeface="Yu Gothic"/>
                <a:ea typeface="Yu Gothic"/>
                <a:cs typeface="Yu Gothic"/>
              </a:defRPr>
            </a:lvl1pPr>
            <a:lvl2pPr>
              <a:buNone/>
              <a:defRPr sz="2325" b="1">
                <a:solidFill>
                  <a:srgbClr val="087E8B"/>
                </a:solidFill>
                <a:latin typeface="Yu Gothic"/>
                <a:ea typeface="Yu Gothic"/>
                <a:cs typeface="Yu Gothic"/>
              </a:defRPr>
            </a:lvl2pPr>
            <a:lvl3pPr>
              <a:buNone/>
              <a:defRPr sz="2325" b="1">
                <a:solidFill>
                  <a:srgbClr val="087E8B"/>
                </a:solidFill>
                <a:latin typeface="Yu Gothic"/>
                <a:ea typeface="Yu Gothic"/>
                <a:cs typeface="Yu Gothic"/>
              </a:defRPr>
            </a:lvl3pPr>
            <a:lvl4pPr>
              <a:buNone/>
              <a:defRPr sz="2325" b="1">
                <a:solidFill>
                  <a:srgbClr val="087E8B"/>
                </a:solidFill>
                <a:latin typeface="Yu Gothic"/>
                <a:ea typeface="Yu Gothic"/>
                <a:cs typeface="Yu Gothic"/>
              </a:defRPr>
            </a:lvl4pPr>
            <a:lvl5pPr>
              <a:buNone/>
              <a:defRPr sz="2325" b="1">
                <a:solidFill>
                  <a:srgbClr val="087E8B"/>
                </a:solidFill>
                <a:latin typeface="Yu Gothic"/>
                <a:ea typeface="Yu Gothic"/>
                <a:cs typeface="Yu Gothic"/>
              </a:defRPr>
            </a:lvl5pPr>
            <a:lvl6pPr>
              <a:buNone/>
              <a:defRPr sz="2325" b="1">
                <a:solidFill>
                  <a:srgbClr val="087E8B"/>
                </a:solidFill>
                <a:latin typeface="Yu Gothic"/>
                <a:ea typeface="Yu Gothic"/>
                <a:cs typeface="Yu Gothic"/>
              </a:defRPr>
            </a:lvl6pPr>
            <a:lvl7pPr>
              <a:buNone/>
              <a:defRPr sz="2325" b="1">
                <a:solidFill>
                  <a:srgbClr val="087E8B"/>
                </a:solidFill>
                <a:latin typeface="Yu Gothic"/>
                <a:ea typeface="Yu Gothic"/>
                <a:cs typeface="Yu Gothic"/>
              </a:defRPr>
            </a:lvl7pPr>
            <a:lvl8pPr>
              <a:buNone/>
              <a:defRPr sz="2325" b="1">
                <a:solidFill>
                  <a:srgbClr val="087E8B"/>
                </a:solidFill>
                <a:latin typeface="Yu Gothic"/>
                <a:ea typeface="Yu Gothic"/>
                <a:cs typeface="Yu Gothic"/>
              </a:defRPr>
            </a:lvl8pPr>
            <a:lvl9pPr>
              <a:buNone/>
              <a:defRPr sz="2325" b="1">
                <a:solidFill>
                  <a:srgbClr val="087E8B"/>
                </a:solidFill>
                <a:latin typeface="Yu Gothic"/>
                <a:ea typeface="Yu Gothic"/>
                <a:cs typeface="Yu Gothic"/>
              </a:defRPr>
            </a:lvl9pPr>
          </a:lstStyle>
          <a:p>
            <a:pPr>
              <a:buNone/>
              <a:defRPr sz="2325" b="1">
                <a:solidFill>
                  <a:srgbClr val="087E8B"/>
                </a:solidFill>
                <a:latin typeface="Yu Gothic"/>
                <a:ea typeface="Yu Gothic"/>
                <a:cs typeface="Yu Gothic"/>
              </a:defRPr>
            </a:pPr>
            <a:r>
              <a:rPr sz="2325" b="1">
                <a:solidFill>
                  <a:srgbClr val="087E8B"/>
                </a:solidFill>
                <a:latin typeface="Yu Gothic"/>
                <a:ea typeface="Yu Gothic"/>
                <a:cs typeface="Yu Gothic"/>
              </a:rPr>
              <a:t>製品歩留まりは？　材料利用率は？　燃料向けは？</a:t>
            </a:r>
          </a:p>
        </p:txBody>
      </p:sp>
    </p:spTree>
    <p:extLst>
      <p:ext uri="{BB962C8B-B14F-4D97-AF65-F5344CB8AC3E}">
        <p14:creationId xmlns:p14="http://schemas.microsoft.com/office/powerpoint/2010/main" val="3821526332"/>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正方形/長方形 15">
            <a:extLst>
              <a:ext uri="{FF2B5EF4-FFF2-40B4-BE49-F238E27FC236}">
                <a16:creationId xmlns:a16="http://schemas.microsoft.com/office/drawing/2014/main" id="{78C0D13B-C66A-4884-BD55-DDC1CC40D862}"/>
              </a:ext>
            </a:extLst>
          </p:cNvPr>
          <p:cNvSpPr>
            <a:spLocks noGrp="1"/>
          </p:cNvSpPr>
          <p:nvPr/>
        </p:nvSpPr>
        <p:spPr>
          <a:xfrm>
            <a:off x="685800" y="342900"/>
            <a:ext cx="10820400" cy="666750"/>
          </a:xfrm>
          <a:prstGeom prst="rect">
            <a:avLst/>
          </a:prstGeom>
          <a:noFill/>
          <a:ln w="0">
            <a:noFill/>
          </a:ln>
        </p:spPr>
        <p:txBody>
          <a:bodyPr lIns="0" tIns="0" rIns="0" bIns="0" anchor="ctr">
            <a:noAutofit/>
          </a:bodyPr>
          <a:lstStyle>
            <a:defPPr>
              <a:defRPr sz="3000" b="1">
                <a:solidFill>
                  <a:srgbClr val="18364F"/>
                </a:solidFill>
                <a:latin typeface="Yu Gothic"/>
                <a:ea typeface="Yu Gothic"/>
                <a:cs typeface="Yu Gothic"/>
              </a:defRPr>
            </a:defPPr>
            <a:lvl1pPr>
              <a:buNone/>
              <a:defRPr sz="3000" b="1">
                <a:solidFill>
                  <a:srgbClr val="18364F"/>
                </a:solidFill>
                <a:latin typeface="Yu Gothic"/>
                <a:ea typeface="Yu Gothic"/>
                <a:cs typeface="Yu Gothic"/>
              </a:defRPr>
            </a:lvl1pPr>
            <a:lvl2pPr>
              <a:buNone/>
              <a:defRPr sz="3000" b="1">
                <a:solidFill>
                  <a:srgbClr val="18364F"/>
                </a:solidFill>
                <a:latin typeface="Yu Gothic"/>
                <a:ea typeface="Yu Gothic"/>
                <a:cs typeface="Yu Gothic"/>
              </a:defRPr>
            </a:lvl2pPr>
            <a:lvl3pPr>
              <a:buNone/>
              <a:defRPr sz="3000" b="1">
                <a:solidFill>
                  <a:srgbClr val="18364F"/>
                </a:solidFill>
                <a:latin typeface="Yu Gothic"/>
                <a:ea typeface="Yu Gothic"/>
                <a:cs typeface="Yu Gothic"/>
              </a:defRPr>
            </a:lvl3pPr>
            <a:lvl4pPr>
              <a:buNone/>
              <a:defRPr sz="3000" b="1">
                <a:solidFill>
                  <a:srgbClr val="18364F"/>
                </a:solidFill>
                <a:latin typeface="Yu Gothic"/>
                <a:ea typeface="Yu Gothic"/>
                <a:cs typeface="Yu Gothic"/>
              </a:defRPr>
            </a:lvl4pPr>
            <a:lvl5pPr>
              <a:buNone/>
              <a:defRPr sz="3000" b="1">
                <a:solidFill>
                  <a:srgbClr val="18364F"/>
                </a:solidFill>
                <a:latin typeface="Yu Gothic"/>
                <a:ea typeface="Yu Gothic"/>
                <a:cs typeface="Yu Gothic"/>
              </a:defRPr>
            </a:lvl5pPr>
            <a:lvl6pPr>
              <a:buNone/>
              <a:defRPr sz="3000" b="1">
                <a:solidFill>
                  <a:srgbClr val="18364F"/>
                </a:solidFill>
                <a:latin typeface="Yu Gothic"/>
                <a:ea typeface="Yu Gothic"/>
                <a:cs typeface="Yu Gothic"/>
              </a:defRPr>
            </a:lvl6pPr>
            <a:lvl7pPr>
              <a:buNone/>
              <a:defRPr sz="3000" b="1">
                <a:solidFill>
                  <a:srgbClr val="18364F"/>
                </a:solidFill>
                <a:latin typeface="Yu Gothic"/>
                <a:ea typeface="Yu Gothic"/>
                <a:cs typeface="Yu Gothic"/>
              </a:defRPr>
            </a:lvl7pPr>
            <a:lvl8pPr>
              <a:buNone/>
              <a:defRPr sz="3000" b="1">
                <a:solidFill>
                  <a:srgbClr val="18364F"/>
                </a:solidFill>
                <a:latin typeface="Yu Gothic"/>
                <a:ea typeface="Yu Gothic"/>
                <a:cs typeface="Yu Gothic"/>
              </a:defRPr>
            </a:lvl8pPr>
            <a:lvl9pPr>
              <a:buNone/>
              <a:defRPr sz="3000" b="1">
                <a:solidFill>
                  <a:srgbClr val="18364F"/>
                </a:solidFill>
                <a:latin typeface="Yu Gothic"/>
                <a:ea typeface="Yu Gothic"/>
                <a:cs typeface="Yu Gothic"/>
              </a:defRPr>
            </a:lvl9pPr>
          </a:lstStyle>
          <a:p>
            <a:pPr>
              <a:buNone/>
              <a:defRPr sz="3000" b="1">
                <a:solidFill>
                  <a:srgbClr val="18364F"/>
                </a:solidFill>
                <a:latin typeface="Yu Gothic"/>
                <a:ea typeface="Yu Gothic"/>
                <a:cs typeface="Yu Gothic"/>
              </a:defRPr>
            </a:pPr>
            <a:r>
              <a:rPr sz="3000" b="1">
                <a:solidFill>
                  <a:srgbClr val="18364F"/>
                </a:solidFill>
                <a:latin typeface="Yu Gothic"/>
                <a:ea typeface="Yu Gothic"/>
                <a:cs typeface="Yu Gothic"/>
              </a:rPr>
              <a:t>修理・分解を考えた設計</a:t>
            </a:r>
          </a:p>
        </p:txBody>
      </p:sp>
      <p:sp>
        <p:nvSpPr>
          <p:cNvPr id="2" name="正方形/長方形 1">
            <a:extLst>
              <a:ext uri="{FF2B5EF4-FFF2-40B4-BE49-F238E27FC236}">
                <a16:creationId xmlns:a16="http://schemas.microsoft.com/office/drawing/2014/main" id="{04A18A8D-1E9C-4D06-9FF5-A5896562EBE2}"/>
              </a:ext>
            </a:extLst>
          </p:cNvPr>
          <p:cNvSpPr>
            <a:spLocks noGrp="1"/>
          </p:cNvSpPr>
          <p:nvPr/>
        </p:nvSpPr>
        <p:spPr>
          <a:xfrm>
            <a:off x="685800" y="1181100"/>
            <a:ext cx="10820400" cy="19050"/>
          </a:xfrm>
          <a:prstGeom prst="rect">
            <a:avLst/>
          </a:prstGeom>
          <a:solidFill>
            <a:srgbClr val="18364F"/>
          </a:solidFill>
          <a:ln w="0">
            <a:noFill/>
          </a:ln>
        </p:spPr>
      </p:sp>
      <p:sp>
        <p:nvSpPr>
          <p:cNvPr id="3" name="正方形/長方形 2">
            <a:extLst>
              <a:ext uri="{FF2B5EF4-FFF2-40B4-BE49-F238E27FC236}">
                <a16:creationId xmlns:a16="http://schemas.microsoft.com/office/drawing/2014/main" id="{F7B8237C-5A69-46BD-9E22-C02227A412BE}"/>
              </a:ext>
            </a:extLst>
          </p:cNvPr>
          <p:cNvSpPr>
            <a:spLocks noGrp="1"/>
          </p:cNvSpPr>
          <p:nvPr/>
        </p:nvSpPr>
        <p:spPr>
          <a:xfrm>
            <a:off x="685800" y="6419850"/>
            <a:ext cx="9334500" cy="257175"/>
          </a:xfrm>
          <a:prstGeom prst="rect">
            <a:avLst/>
          </a:prstGeom>
          <a:noFill/>
          <a:ln w="0">
            <a:noFill/>
          </a:ln>
        </p:spPr>
        <p:txBody>
          <a:bodyPr lIns="0" tIns="0" rIns="0" bIns="0" anchor="ctr">
            <a:noAutofit/>
          </a:bodyPr>
          <a:lstStyle>
            <a:defPPr>
              <a:defRPr sz="1425" b="0">
                <a:solidFill>
                  <a:srgbClr val="596875"/>
                </a:solidFill>
                <a:latin typeface="Yu Gothic"/>
                <a:ea typeface="Yu Gothic"/>
                <a:cs typeface="Yu Gothic"/>
              </a:defRPr>
            </a:defPPr>
            <a:lvl1pPr>
              <a:buNone/>
              <a:defRPr sz="1425" b="0">
                <a:solidFill>
                  <a:srgbClr val="596875"/>
                </a:solidFill>
                <a:latin typeface="Yu Gothic"/>
                <a:ea typeface="Yu Gothic"/>
                <a:cs typeface="Yu Gothic"/>
              </a:defRPr>
            </a:lvl1pPr>
            <a:lvl2pPr>
              <a:buNone/>
              <a:defRPr sz="1425" b="0">
                <a:solidFill>
                  <a:srgbClr val="596875"/>
                </a:solidFill>
                <a:latin typeface="Yu Gothic"/>
                <a:ea typeface="Yu Gothic"/>
                <a:cs typeface="Yu Gothic"/>
              </a:defRPr>
            </a:lvl2pPr>
            <a:lvl3pPr>
              <a:buNone/>
              <a:defRPr sz="1425" b="0">
                <a:solidFill>
                  <a:srgbClr val="596875"/>
                </a:solidFill>
                <a:latin typeface="Yu Gothic"/>
                <a:ea typeface="Yu Gothic"/>
                <a:cs typeface="Yu Gothic"/>
              </a:defRPr>
            </a:lvl3pPr>
            <a:lvl4pPr>
              <a:buNone/>
              <a:defRPr sz="1425" b="0">
                <a:solidFill>
                  <a:srgbClr val="596875"/>
                </a:solidFill>
                <a:latin typeface="Yu Gothic"/>
                <a:ea typeface="Yu Gothic"/>
                <a:cs typeface="Yu Gothic"/>
              </a:defRPr>
            </a:lvl4pPr>
            <a:lvl5pPr>
              <a:buNone/>
              <a:defRPr sz="1425" b="0">
                <a:solidFill>
                  <a:srgbClr val="596875"/>
                </a:solidFill>
                <a:latin typeface="Yu Gothic"/>
                <a:ea typeface="Yu Gothic"/>
                <a:cs typeface="Yu Gothic"/>
              </a:defRPr>
            </a:lvl5pPr>
            <a:lvl6pPr>
              <a:buNone/>
              <a:defRPr sz="1425" b="0">
                <a:solidFill>
                  <a:srgbClr val="596875"/>
                </a:solidFill>
                <a:latin typeface="Yu Gothic"/>
                <a:ea typeface="Yu Gothic"/>
                <a:cs typeface="Yu Gothic"/>
              </a:defRPr>
            </a:lvl6pPr>
            <a:lvl7pPr>
              <a:buNone/>
              <a:defRPr sz="1425" b="0">
                <a:solidFill>
                  <a:srgbClr val="596875"/>
                </a:solidFill>
                <a:latin typeface="Yu Gothic"/>
                <a:ea typeface="Yu Gothic"/>
                <a:cs typeface="Yu Gothic"/>
              </a:defRPr>
            </a:lvl7pPr>
            <a:lvl8pPr>
              <a:buNone/>
              <a:defRPr sz="1425" b="0">
                <a:solidFill>
                  <a:srgbClr val="596875"/>
                </a:solidFill>
                <a:latin typeface="Yu Gothic"/>
                <a:ea typeface="Yu Gothic"/>
                <a:cs typeface="Yu Gothic"/>
              </a:defRPr>
            </a:lvl8pPr>
            <a:lvl9pPr>
              <a:buNone/>
              <a:defRPr sz="1425" b="0">
                <a:solidFill>
                  <a:srgbClr val="596875"/>
                </a:solidFill>
                <a:latin typeface="Yu Gothic"/>
                <a:ea typeface="Yu Gothic"/>
                <a:cs typeface="Yu Gothic"/>
              </a:defRPr>
            </a:lvl9pPr>
          </a:lstStyle>
          <a:p>
            <a:pPr>
              <a:buNone/>
              <a:defRPr sz="1425" b="0">
                <a:solidFill>
                  <a:srgbClr val="596875"/>
                </a:solidFill>
                <a:latin typeface="Yu Gothic"/>
                <a:ea typeface="Yu Gothic"/>
                <a:cs typeface="Yu Gothic"/>
              </a:defRPr>
            </a:pPr>
            <a:r>
              <a:rPr lang="ja-JP" altLang="en-US" sz="1425" b="0">
                <a:solidFill>
                  <a:srgbClr val="596875"/>
                </a:solidFill>
                <a:latin typeface="Yu Gothic"/>
                <a:ea typeface="Yu Gothic"/>
                <a:cs typeface="Yu Gothic"/>
              </a:rPr>
              <a:t>木材及び木質材料学　新第</a:t>
            </a:r>
            <a:r>
              <a:rPr lang="en-US" altLang="ja-JP" sz="1425" b="0">
                <a:solidFill>
                  <a:srgbClr val="596875"/>
                </a:solidFill>
                <a:latin typeface="Yu Gothic"/>
                <a:ea typeface="Yu Gothic"/>
                <a:cs typeface="Yu Gothic"/>
              </a:rPr>
              <a:t>14</a:t>
            </a:r>
            <a:r>
              <a:rPr lang="ja-JP" altLang="en-US" sz="1425" b="0">
                <a:solidFill>
                  <a:srgbClr val="596875"/>
                </a:solidFill>
                <a:latin typeface="Yu Gothic"/>
                <a:ea typeface="Yu Gothic"/>
                <a:cs typeface="Yu Gothic"/>
              </a:rPr>
              <a:t>回　資源・環境</a:t>
            </a:r>
            <a:endParaRPr sz="1425" b="0">
              <a:solidFill>
                <a:srgbClr val="596875"/>
              </a:solidFill>
              <a:latin typeface="Yu Gothic"/>
              <a:ea typeface="Yu Gothic"/>
              <a:cs typeface="Yu Gothic"/>
            </a:endParaRPr>
          </a:p>
        </p:txBody>
      </p:sp>
      <p:sp>
        <p:nvSpPr>
          <p:cNvPr id="4" name="正方形/長方形 3">
            <a:extLst>
              <a:ext uri="{FF2B5EF4-FFF2-40B4-BE49-F238E27FC236}">
                <a16:creationId xmlns:a16="http://schemas.microsoft.com/office/drawing/2014/main" id="{83C32AB6-3690-4B1C-BAC3-07DF3D94D26A}"/>
              </a:ext>
            </a:extLst>
          </p:cNvPr>
          <p:cNvSpPr>
            <a:spLocks noGrp="1"/>
          </p:cNvSpPr>
          <p:nvPr/>
        </p:nvSpPr>
        <p:spPr>
          <a:xfrm>
            <a:off x="10763250" y="6419850"/>
            <a:ext cx="742950" cy="257175"/>
          </a:xfrm>
          <a:prstGeom prst="rect">
            <a:avLst/>
          </a:prstGeom>
          <a:noFill/>
          <a:ln w="0">
            <a:noFill/>
          </a:ln>
        </p:spPr>
        <p:txBody>
          <a:bodyPr lIns="0" tIns="0" rIns="0" bIns="0" anchor="ctr">
            <a:noAutofit/>
          </a:bodyPr>
          <a:lstStyle>
            <a:defPPr>
              <a:defRPr sz="1425" b="0">
                <a:solidFill>
                  <a:srgbClr val="596875"/>
                </a:solidFill>
                <a:latin typeface="Yu Gothic"/>
                <a:ea typeface="Yu Gothic"/>
                <a:cs typeface="Yu Gothic"/>
              </a:defRPr>
            </a:defPPr>
            <a:lvl1pPr>
              <a:buNone/>
              <a:defRPr sz="1425" b="0">
                <a:solidFill>
                  <a:srgbClr val="596875"/>
                </a:solidFill>
                <a:latin typeface="Yu Gothic"/>
                <a:ea typeface="Yu Gothic"/>
                <a:cs typeface="Yu Gothic"/>
              </a:defRPr>
            </a:lvl1pPr>
            <a:lvl2pPr>
              <a:buNone/>
              <a:defRPr sz="1425" b="0">
                <a:solidFill>
                  <a:srgbClr val="596875"/>
                </a:solidFill>
                <a:latin typeface="Yu Gothic"/>
                <a:ea typeface="Yu Gothic"/>
                <a:cs typeface="Yu Gothic"/>
              </a:defRPr>
            </a:lvl2pPr>
            <a:lvl3pPr>
              <a:buNone/>
              <a:defRPr sz="1425" b="0">
                <a:solidFill>
                  <a:srgbClr val="596875"/>
                </a:solidFill>
                <a:latin typeface="Yu Gothic"/>
                <a:ea typeface="Yu Gothic"/>
                <a:cs typeface="Yu Gothic"/>
              </a:defRPr>
            </a:lvl3pPr>
            <a:lvl4pPr>
              <a:buNone/>
              <a:defRPr sz="1425" b="0">
                <a:solidFill>
                  <a:srgbClr val="596875"/>
                </a:solidFill>
                <a:latin typeface="Yu Gothic"/>
                <a:ea typeface="Yu Gothic"/>
                <a:cs typeface="Yu Gothic"/>
              </a:defRPr>
            </a:lvl4pPr>
            <a:lvl5pPr>
              <a:buNone/>
              <a:defRPr sz="1425" b="0">
                <a:solidFill>
                  <a:srgbClr val="596875"/>
                </a:solidFill>
                <a:latin typeface="Yu Gothic"/>
                <a:ea typeface="Yu Gothic"/>
                <a:cs typeface="Yu Gothic"/>
              </a:defRPr>
            </a:lvl5pPr>
            <a:lvl6pPr>
              <a:buNone/>
              <a:defRPr sz="1425" b="0">
                <a:solidFill>
                  <a:srgbClr val="596875"/>
                </a:solidFill>
                <a:latin typeface="Yu Gothic"/>
                <a:ea typeface="Yu Gothic"/>
                <a:cs typeface="Yu Gothic"/>
              </a:defRPr>
            </a:lvl6pPr>
            <a:lvl7pPr>
              <a:buNone/>
              <a:defRPr sz="1425" b="0">
                <a:solidFill>
                  <a:srgbClr val="596875"/>
                </a:solidFill>
                <a:latin typeface="Yu Gothic"/>
                <a:ea typeface="Yu Gothic"/>
                <a:cs typeface="Yu Gothic"/>
              </a:defRPr>
            </a:lvl7pPr>
            <a:lvl8pPr>
              <a:buNone/>
              <a:defRPr sz="1425" b="0">
                <a:solidFill>
                  <a:srgbClr val="596875"/>
                </a:solidFill>
                <a:latin typeface="Yu Gothic"/>
                <a:ea typeface="Yu Gothic"/>
                <a:cs typeface="Yu Gothic"/>
              </a:defRPr>
            </a:lvl8pPr>
            <a:lvl9pPr>
              <a:buNone/>
              <a:defRPr sz="1425" b="0">
                <a:solidFill>
                  <a:srgbClr val="596875"/>
                </a:solidFill>
                <a:latin typeface="Yu Gothic"/>
                <a:ea typeface="Yu Gothic"/>
                <a:cs typeface="Yu Gothic"/>
              </a:defRPr>
            </a:lvl9pPr>
          </a:lstStyle>
          <a:p>
            <a:pPr>
              <a:buNone/>
              <a:defRPr sz="1425" b="0">
                <a:solidFill>
                  <a:srgbClr val="596875"/>
                </a:solidFill>
                <a:latin typeface="Yu Gothic"/>
                <a:ea typeface="Yu Gothic"/>
                <a:cs typeface="Yu Gothic"/>
              </a:defRPr>
            </a:pPr>
            <a:r>
              <a:rPr lang="en-US" altLang="ja-JP" sz="1425" b="0">
                <a:solidFill>
                  <a:srgbClr val="596875"/>
                </a:solidFill>
                <a:latin typeface="Yu Gothic"/>
                <a:ea typeface="Yu Gothic"/>
                <a:cs typeface="Yu Gothic"/>
              </a:rPr>
              <a:t>50</a:t>
            </a:r>
            <a:endParaRPr sz="1425" b="0">
              <a:solidFill>
                <a:srgbClr val="596875"/>
              </a:solidFill>
              <a:latin typeface="Yu Gothic"/>
              <a:ea typeface="Yu Gothic"/>
              <a:cs typeface="Yu Gothic"/>
            </a:endParaRPr>
          </a:p>
        </p:txBody>
      </p:sp>
      <p:sp>
        <p:nvSpPr>
          <p:cNvPr id="5" name="正方形/長方形 4">
            <a:extLst>
              <a:ext uri="{FF2B5EF4-FFF2-40B4-BE49-F238E27FC236}">
                <a16:creationId xmlns:a16="http://schemas.microsoft.com/office/drawing/2014/main" id="{BE8B68A4-8C2A-4177-9EB1-2279ECCA13DB}"/>
              </a:ext>
            </a:extLst>
          </p:cNvPr>
          <p:cNvSpPr>
            <a:spLocks noGrp="1"/>
          </p:cNvSpPr>
          <p:nvPr/>
        </p:nvSpPr>
        <p:spPr>
          <a:xfrm>
            <a:off x="1095375" y="3286125"/>
            <a:ext cx="5429250" cy="400050"/>
          </a:xfrm>
          <a:prstGeom prst="rect">
            <a:avLst/>
          </a:prstGeom>
          <a:solidFill>
            <a:srgbClr val="EBD7B8"/>
          </a:solidFill>
          <a:ln w="19050">
            <a:solidFill>
              <a:srgbClr val="18364F"/>
            </a:solidFill>
          </a:ln>
        </p:spPr>
      </p:sp>
      <p:sp>
        <p:nvSpPr>
          <p:cNvPr id="6" name="正方形/長方形 5">
            <a:extLst>
              <a:ext uri="{FF2B5EF4-FFF2-40B4-BE49-F238E27FC236}">
                <a16:creationId xmlns:a16="http://schemas.microsoft.com/office/drawing/2014/main" id="{CF975E74-C554-40F9-9815-93461B6FF26D}"/>
              </a:ext>
            </a:extLst>
          </p:cNvPr>
          <p:cNvSpPr>
            <a:spLocks noGrp="1"/>
          </p:cNvSpPr>
          <p:nvPr/>
        </p:nvSpPr>
        <p:spPr>
          <a:xfrm>
            <a:off x="1095375" y="3686175"/>
            <a:ext cx="304800" cy="1524000"/>
          </a:xfrm>
          <a:prstGeom prst="rect">
            <a:avLst/>
          </a:prstGeom>
          <a:solidFill>
            <a:srgbClr val="EBD7B8"/>
          </a:solidFill>
          <a:ln w="19050">
            <a:solidFill>
              <a:srgbClr val="18364F"/>
            </a:solidFill>
          </a:ln>
        </p:spPr>
      </p:sp>
      <p:sp>
        <p:nvSpPr>
          <p:cNvPr id="7" name="正方形/長方形 6">
            <a:extLst>
              <a:ext uri="{FF2B5EF4-FFF2-40B4-BE49-F238E27FC236}">
                <a16:creationId xmlns:a16="http://schemas.microsoft.com/office/drawing/2014/main" id="{8855EE0A-3AC3-469C-9E9F-0FD5566442B0}"/>
              </a:ext>
            </a:extLst>
          </p:cNvPr>
          <p:cNvSpPr>
            <a:spLocks noGrp="1"/>
          </p:cNvSpPr>
          <p:nvPr/>
        </p:nvSpPr>
        <p:spPr>
          <a:xfrm>
            <a:off x="6219825" y="3686175"/>
            <a:ext cx="304800" cy="1524000"/>
          </a:xfrm>
          <a:prstGeom prst="rect">
            <a:avLst/>
          </a:prstGeom>
          <a:solidFill>
            <a:srgbClr val="EBD7B8"/>
          </a:solidFill>
          <a:ln w="19050">
            <a:solidFill>
              <a:srgbClr val="18364F"/>
            </a:solidFill>
          </a:ln>
        </p:spPr>
      </p:sp>
      <p:sp>
        <p:nvSpPr>
          <p:cNvPr id="8" name="楕円 7">
            <a:extLst>
              <a:ext uri="{FF2B5EF4-FFF2-40B4-BE49-F238E27FC236}">
                <a16:creationId xmlns:a16="http://schemas.microsoft.com/office/drawing/2014/main" id="{172C60DF-A0B3-48E9-A63B-75F9892CE55F}"/>
              </a:ext>
            </a:extLst>
          </p:cNvPr>
          <p:cNvSpPr>
            <a:spLocks noGrp="1"/>
          </p:cNvSpPr>
          <p:nvPr/>
        </p:nvSpPr>
        <p:spPr>
          <a:xfrm>
            <a:off x="1171575" y="3409950"/>
            <a:ext cx="152400" cy="152400"/>
          </a:xfrm>
          <a:prstGeom prst="ellipse">
            <a:avLst/>
          </a:prstGeom>
          <a:solidFill>
            <a:srgbClr val="596875"/>
          </a:solidFill>
          <a:ln w="19050">
            <a:solidFill>
              <a:srgbClr val="18364F"/>
            </a:solidFill>
          </a:ln>
        </p:spPr>
      </p:sp>
      <p:sp>
        <p:nvSpPr>
          <p:cNvPr id="9" name="楕円 8">
            <a:extLst>
              <a:ext uri="{FF2B5EF4-FFF2-40B4-BE49-F238E27FC236}">
                <a16:creationId xmlns:a16="http://schemas.microsoft.com/office/drawing/2014/main" id="{AE6DECF4-6146-4857-86FB-8F72CDC2FBF4}"/>
              </a:ext>
            </a:extLst>
          </p:cNvPr>
          <p:cNvSpPr>
            <a:spLocks noGrp="1"/>
          </p:cNvSpPr>
          <p:nvPr/>
        </p:nvSpPr>
        <p:spPr>
          <a:xfrm>
            <a:off x="6296025" y="3409950"/>
            <a:ext cx="152400" cy="152400"/>
          </a:xfrm>
          <a:prstGeom prst="ellipse">
            <a:avLst/>
          </a:prstGeom>
          <a:solidFill>
            <a:srgbClr val="596875"/>
          </a:solidFill>
          <a:ln w="19050">
            <a:solidFill>
              <a:srgbClr val="18364F"/>
            </a:solidFill>
          </a:ln>
        </p:spPr>
      </p:sp>
      <p:sp>
        <p:nvSpPr>
          <p:cNvPr id="10" name="フリーフォーム: 図形 9">
            <a:extLst>
              <a:ext uri="{FF2B5EF4-FFF2-40B4-BE49-F238E27FC236}">
                <a16:creationId xmlns:a16="http://schemas.microsoft.com/office/drawing/2014/main" id="{71F89CC1-FCD9-4D83-BE0E-55D66F6EDD28}"/>
              </a:ext>
            </a:extLst>
          </p:cNvPr>
          <p:cNvSpPr>
            <a:spLocks noGrp="1"/>
          </p:cNvSpPr>
          <p:nvPr/>
        </p:nvSpPr>
        <p:spPr>
          <a:xfrm>
            <a:off x="3810000" y="2314575"/>
            <a:ext cx="9525" cy="847725"/>
          </a:xfrm>
          <a:custGeom>
            <a:avLst/>
            <a:gdLst/>
            <a:ahLst/>
            <a:cxnLst/>
            <a:rect l="0" t="0" r="0" b="0"/>
            <a:pathLst>
              <a:path w="9525" h="847725">
                <a:moveTo>
                  <a:pt x="0" y="0"/>
                </a:moveTo>
                <a:lnTo>
                  <a:pt x="0" y="847725"/>
                </a:lnTo>
              </a:path>
            </a:pathLst>
          </a:custGeom>
          <a:noFill/>
          <a:ln w="38100">
            <a:solidFill>
              <a:srgbClr val="087E8B"/>
            </a:solidFill>
          </a:ln>
        </p:spPr>
      </p:sp>
      <p:sp>
        <p:nvSpPr>
          <p:cNvPr id="11" name="フリーフォーム: 図形 10">
            <a:extLst>
              <a:ext uri="{FF2B5EF4-FFF2-40B4-BE49-F238E27FC236}">
                <a16:creationId xmlns:a16="http://schemas.microsoft.com/office/drawing/2014/main" id="{9573E860-2DCC-44C2-AFF0-E58249238FBC}"/>
              </a:ext>
            </a:extLst>
          </p:cNvPr>
          <p:cNvSpPr>
            <a:spLocks noGrp="1"/>
          </p:cNvSpPr>
          <p:nvPr/>
        </p:nvSpPr>
        <p:spPr>
          <a:xfrm>
            <a:off x="3740300" y="3048616"/>
            <a:ext cx="69700" cy="113684"/>
          </a:xfrm>
          <a:custGeom>
            <a:avLst/>
            <a:gdLst/>
            <a:ahLst/>
            <a:cxnLst/>
            <a:rect l="0" t="0" r="0" b="0"/>
            <a:pathLst>
              <a:path w="69700" h="113684">
                <a:moveTo>
                  <a:pt x="69700" y="113684"/>
                </a:moveTo>
                <a:lnTo>
                  <a:pt x="0" y="0"/>
                </a:lnTo>
              </a:path>
            </a:pathLst>
          </a:custGeom>
          <a:noFill/>
          <a:ln w="38100">
            <a:solidFill>
              <a:srgbClr val="087E8B"/>
            </a:solidFill>
          </a:ln>
        </p:spPr>
      </p:sp>
      <p:sp>
        <p:nvSpPr>
          <p:cNvPr id="12" name="フリーフォーム: 図形 11">
            <a:extLst>
              <a:ext uri="{FF2B5EF4-FFF2-40B4-BE49-F238E27FC236}">
                <a16:creationId xmlns:a16="http://schemas.microsoft.com/office/drawing/2014/main" id="{4F067526-A2B9-40B9-B780-ED154854C817}"/>
              </a:ext>
            </a:extLst>
          </p:cNvPr>
          <p:cNvSpPr>
            <a:spLocks noGrp="1"/>
          </p:cNvSpPr>
          <p:nvPr/>
        </p:nvSpPr>
        <p:spPr>
          <a:xfrm>
            <a:off x="3810000" y="3048616"/>
            <a:ext cx="69700" cy="113684"/>
          </a:xfrm>
          <a:custGeom>
            <a:avLst/>
            <a:gdLst/>
            <a:ahLst/>
            <a:cxnLst/>
            <a:rect l="0" t="0" r="0" b="0"/>
            <a:pathLst>
              <a:path w="69700" h="113684">
                <a:moveTo>
                  <a:pt x="0" y="113684"/>
                </a:moveTo>
                <a:lnTo>
                  <a:pt x="69700" y="0"/>
                </a:lnTo>
              </a:path>
            </a:pathLst>
          </a:custGeom>
          <a:noFill/>
          <a:ln w="38100">
            <a:solidFill>
              <a:srgbClr val="087E8B"/>
            </a:solidFill>
          </a:ln>
        </p:spPr>
      </p:sp>
      <p:sp>
        <p:nvSpPr>
          <p:cNvPr id="13" name="正方形/長方形 12">
            <a:extLst>
              <a:ext uri="{FF2B5EF4-FFF2-40B4-BE49-F238E27FC236}">
                <a16:creationId xmlns:a16="http://schemas.microsoft.com/office/drawing/2014/main" id="{31EBEF5D-46DC-47CC-826D-250F4E8C0073}"/>
              </a:ext>
            </a:extLst>
          </p:cNvPr>
          <p:cNvSpPr>
            <a:spLocks noGrp="1"/>
          </p:cNvSpPr>
          <p:nvPr/>
        </p:nvSpPr>
        <p:spPr>
          <a:xfrm>
            <a:off x="2095500" y="1657350"/>
            <a:ext cx="4095750" cy="600075"/>
          </a:xfrm>
          <a:prstGeom prst="rect">
            <a:avLst/>
          </a:prstGeom>
          <a:noFill/>
          <a:ln w="0">
            <a:noFill/>
          </a:ln>
        </p:spPr>
        <p:txBody>
          <a:bodyPr lIns="0" tIns="0" rIns="0" bIns="0" anchor="ctr">
            <a:noAutofit/>
          </a:bodyPr>
          <a:lstStyle>
            <a:defPPr>
              <a:defRPr sz="2400" b="1">
                <a:solidFill>
                  <a:srgbClr val="087E8B"/>
                </a:solidFill>
                <a:latin typeface="Yu Gothic"/>
                <a:ea typeface="Yu Gothic"/>
                <a:cs typeface="Yu Gothic"/>
              </a:defRPr>
            </a:defPPr>
            <a:lvl1pPr>
              <a:buNone/>
              <a:defRPr sz="2400" b="1">
                <a:solidFill>
                  <a:srgbClr val="087E8B"/>
                </a:solidFill>
                <a:latin typeface="Yu Gothic"/>
                <a:ea typeface="Yu Gothic"/>
                <a:cs typeface="Yu Gothic"/>
              </a:defRPr>
            </a:lvl1pPr>
            <a:lvl2pPr>
              <a:buNone/>
              <a:defRPr sz="2400" b="1">
                <a:solidFill>
                  <a:srgbClr val="087E8B"/>
                </a:solidFill>
                <a:latin typeface="Yu Gothic"/>
                <a:ea typeface="Yu Gothic"/>
                <a:cs typeface="Yu Gothic"/>
              </a:defRPr>
            </a:lvl2pPr>
            <a:lvl3pPr>
              <a:buNone/>
              <a:defRPr sz="2400" b="1">
                <a:solidFill>
                  <a:srgbClr val="087E8B"/>
                </a:solidFill>
                <a:latin typeface="Yu Gothic"/>
                <a:ea typeface="Yu Gothic"/>
                <a:cs typeface="Yu Gothic"/>
              </a:defRPr>
            </a:lvl3pPr>
            <a:lvl4pPr>
              <a:buNone/>
              <a:defRPr sz="2400" b="1">
                <a:solidFill>
                  <a:srgbClr val="087E8B"/>
                </a:solidFill>
                <a:latin typeface="Yu Gothic"/>
                <a:ea typeface="Yu Gothic"/>
                <a:cs typeface="Yu Gothic"/>
              </a:defRPr>
            </a:lvl4pPr>
            <a:lvl5pPr>
              <a:buNone/>
              <a:defRPr sz="2400" b="1">
                <a:solidFill>
                  <a:srgbClr val="087E8B"/>
                </a:solidFill>
                <a:latin typeface="Yu Gothic"/>
                <a:ea typeface="Yu Gothic"/>
                <a:cs typeface="Yu Gothic"/>
              </a:defRPr>
            </a:lvl5pPr>
            <a:lvl6pPr>
              <a:buNone/>
              <a:defRPr sz="2400" b="1">
                <a:solidFill>
                  <a:srgbClr val="087E8B"/>
                </a:solidFill>
                <a:latin typeface="Yu Gothic"/>
                <a:ea typeface="Yu Gothic"/>
                <a:cs typeface="Yu Gothic"/>
              </a:defRPr>
            </a:lvl6pPr>
            <a:lvl7pPr>
              <a:buNone/>
              <a:defRPr sz="2400" b="1">
                <a:solidFill>
                  <a:srgbClr val="087E8B"/>
                </a:solidFill>
                <a:latin typeface="Yu Gothic"/>
                <a:ea typeface="Yu Gothic"/>
                <a:cs typeface="Yu Gothic"/>
              </a:defRPr>
            </a:lvl7pPr>
            <a:lvl8pPr>
              <a:buNone/>
              <a:defRPr sz="2400" b="1">
                <a:solidFill>
                  <a:srgbClr val="087E8B"/>
                </a:solidFill>
                <a:latin typeface="Yu Gothic"/>
                <a:ea typeface="Yu Gothic"/>
                <a:cs typeface="Yu Gothic"/>
              </a:defRPr>
            </a:lvl8pPr>
            <a:lvl9pPr>
              <a:buNone/>
              <a:defRPr sz="2400" b="1">
                <a:solidFill>
                  <a:srgbClr val="087E8B"/>
                </a:solidFill>
                <a:latin typeface="Yu Gothic"/>
                <a:ea typeface="Yu Gothic"/>
                <a:cs typeface="Yu Gothic"/>
              </a:defRPr>
            </a:lvl9pPr>
          </a:lstStyle>
          <a:p>
            <a:pPr>
              <a:buNone/>
              <a:defRPr sz="2400" b="1">
                <a:solidFill>
                  <a:srgbClr val="087E8B"/>
                </a:solidFill>
                <a:latin typeface="Yu Gothic"/>
                <a:ea typeface="Yu Gothic"/>
                <a:cs typeface="Yu Gothic"/>
              </a:defRPr>
            </a:pPr>
            <a:r>
              <a:rPr sz="2400" b="1">
                <a:solidFill>
                  <a:srgbClr val="087E8B"/>
                </a:solidFill>
                <a:latin typeface="Yu Gothic"/>
                <a:ea typeface="Yu Gothic"/>
                <a:cs typeface="Yu Gothic"/>
              </a:rPr>
              <a:t>交換できる棚板</a:t>
            </a:r>
          </a:p>
        </p:txBody>
      </p:sp>
      <p:sp>
        <p:nvSpPr>
          <p:cNvPr id="14" name="正方形/長方形 13">
            <a:extLst>
              <a:ext uri="{FF2B5EF4-FFF2-40B4-BE49-F238E27FC236}">
                <a16:creationId xmlns:a16="http://schemas.microsoft.com/office/drawing/2014/main" id="{D66AA88E-3AEE-47DA-9D07-8B49CCBCA43B}"/>
              </a:ext>
            </a:extLst>
          </p:cNvPr>
          <p:cNvSpPr>
            <a:spLocks noGrp="1"/>
          </p:cNvSpPr>
          <p:nvPr/>
        </p:nvSpPr>
        <p:spPr>
          <a:xfrm>
            <a:off x="7048500" y="2276475"/>
            <a:ext cx="4333875" cy="2381250"/>
          </a:xfrm>
          <a:prstGeom prst="rect">
            <a:avLst/>
          </a:prstGeom>
          <a:noFill/>
          <a:ln w="0">
            <a:noFill/>
          </a:ln>
        </p:spPr>
        <p:txBody>
          <a:bodyPr lIns="0" tIns="0" rIns="0" bIns="0" anchor="ctr">
            <a:noAutofit/>
          </a:bodyPr>
          <a:lstStyle>
            <a:defPPr>
              <a:defRPr sz="2250" b="0">
                <a:solidFill>
                  <a:srgbClr val="253C4D"/>
                </a:solidFill>
                <a:latin typeface="Yu Gothic"/>
                <a:ea typeface="Yu Gothic"/>
                <a:cs typeface="Yu Gothic"/>
              </a:defRPr>
            </a:defPPr>
            <a:lvl1pPr>
              <a:buNone/>
              <a:defRPr sz="2250" b="0">
                <a:solidFill>
                  <a:srgbClr val="253C4D"/>
                </a:solidFill>
                <a:latin typeface="Yu Gothic"/>
                <a:ea typeface="Yu Gothic"/>
                <a:cs typeface="Yu Gothic"/>
              </a:defRPr>
            </a:lvl1pPr>
            <a:lvl2pPr>
              <a:buNone/>
              <a:defRPr sz="2250" b="0">
                <a:solidFill>
                  <a:srgbClr val="253C4D"/>
                </a:solidFill>
                <a:latin typeface="Yu Gothic"/>
                <a:ea typeface="Yu Gothic"/>
                <a:cs typeface="Yu Gothic"/>
              </a:defRPr>
            </a:lvl2pPr>
            <a:lvl3pPr>
              <a:buNone/>
              <a:defRPr sz="2250" b="0">
                <a:solidFill>
                  <a:srgbClr val="253C4D"/>
                </a:solidFill>
                <a:latin typeface="Yu Gothic"/>
                <a:ea typeface="Yu Gothic"/>
                <a:cs typeface="Yu Gothic"/>
              </a:defRPr>
            </a:lvl3pPr>
            <a:lvl4pPr>
              <a:buNone/>
              <a:defRPr sz="2250" b="0">
                <a:solidFill>
                  <a:srgbClr val="253C4D"/>
                </a:solidFill>
                <a:latin typeface="Yu Gothic"/>
                <a:ea typeface="Yu Gothic"/>
                <a:cs typeface="Yu Gothic"/>
              </a:defRPr>
            </a:lvl4pPr>
            <a:lvl5pPr>
              <a:buNone/>
              <a:defRPr sz="2250" b="0">
                <a:solidFill>
                  <a:srgbClr val="253C4D"/>
                </a:solidFill>
                <a:latin typeface="Yu Gothic"/>
                <a:ea typeface="Yu Gothic"/>
                <a:cs typeface="Yu Gothic"/>
              </a:defRPr>
            </a:lvl5pPr>
            <a:lvl6pPr>
              <a:buNone/>
              <a:defRPr sz="2250" b="0">
                <a:solidFill>
                  <a:srgbClr val="253C4D"/>
                </a:solidFill>
                <a:latin typeface="Yu Gothic"/>
                <a:ea typeface="Yu Gothic"/>
                <a:cs typeface="Yu Gothic"/>
              </a:defRPr>
            </a:lvl6pPr>
            <a:lvl7pPr>
              <a:buNone/>
              <a:defRPr sz="2250" b="0">
                <a:solidFill>
                  <a:srgbClr val="253C4D"/>
                </a:solidFill>
                <a:latin typeface="Yu Gothic"/>
                <a:ea typeface="Yu Gothic"/>
                <a:cs typeface="Yu Gothic"/>
              </a:defRPr>
            </a:lvl7pPr>
            <a:lvl8pPr>
              <a:buNone/>
              <a:defRPr sz="2250" b="0">
                <a:solidFill>
                  <a:srgbClr val="253C4D"/>
                </a:solidFill>
                <a:latin typeface="Yu Gothic"/>
                <a:ea typeface="Yu Gothic"/>
                <a:cs typeface="Yu Gothic"/>
              </a:defRPr>
            </a:lvl8pPr>
            <a:lvl9pPr>
              <a:buNone/>
              <a:defRPr sz="2250" b="0">
                <a:solidFill>
                  <a:srgbClr val="253C4D"/>
                </a:solidFill>
                <a:latin typeface="Yu Gothic"/>
                <a:ea typeface="Yu Gothic"/>
                <a:cs typeface="Yu Gothic"/>
              </a:defRPr>
            </a:lvl9pPr>
          </a:lstStyle>
          <a:p>
            <a:pPr>
              <a:buNone/>
              <a:defRPr sz="2250" b="0">
                <a:solidFill>
                  <a:srgbClr val="253C4D"/>
                </a:solidFill>
                <a:latin typeface="Yu Gothic"/>
                <a:ea typeface="Yu Gothic"/>
                <a:cs typeface="Yu Gothic"/>
              </a:defRPr>
            </a:pPr>
            <a:r>
              <a:rPr sz="2250" b="0">
                <a:solidFill>
                  <a:srgbClr val="253C4D"/>
                </a:solidFill>
                <a:latin typeface="Yu Gothic"/>
                <a:ea typeface="Yu Gothic"/>
                <a:cs typeface="Yu Gothic"/>
              </a:rPr>
              <a:t>接合部へ工具が届く</a:t>
            </a:r>
          </a:p>
          <a:p>
            <a:pPr>
              <a:buNone/>
              <a:defRPr sz="2250" b="0">
                <a:solidFill>
                  <a:srgbClr val="253C4D"/>
                </a:solidFill>
                <a:latin typeface="Yu Gothic"/>
                <a:ea typeface="Yu Gothic"/>
                <a:cs typeface="Yu Gothic"/>
              </a:defRPr>
            </a:pPr>
            <a:r>
              <a:rPr sz="2250" b="0">
                <a:solidFill>
                  <a:srgbClr val="253C4D"/>
                </a:solidFill>
                <a:latin typeface="Yu Gothic"/>
                <a:ea typeface="Yu Gothic"/>
                <a:cs typeface="Yu Gothic"/>
              </a:rPr>
              <a:t>部材と仕上げを記録する</a:t>
            </a:r>
          </a:p>
          <a:p>
            <a:pPr>
              <a:buNone/>
              <a:defRPr sz="2250" b="0">
                <a:solidFill>
                  <a:srgbClr val="253C4D"/>
                </a:solidFill>
                <a:latin typeface="Yu Gothic"/>
                <a:ea typeface="Yu Gothic"/>
                <a:cs typeface="Yu Gothic"/>
              </a:defRPr>
            </a:pPr>
            <a:r>
              <a:rPr sz="2250" b="0">
                <a:solidFill>
                  <a:srgbClr val="253C4D"/>
                </a:solidFill>
                <a:latin typeface="Yu Gothic"/>
                <a:ea typeface="Yu Gothic"/>
                <a:cs typeface="Yu Gothic"/>
              </a:rPr>
              <a:t>濡れ・汚れをためない</a:t>
            </a:r>
          </a:p>
        </p:txBody>
      </p:sp>
      <p:sp>
        <p:nvSpPr>
          <p:cNvPr id="15" name="正方形/長方形 14">
            <a:extLst>
              <a:ext uri="{FF2B5EF4-FFF2-40B4-BE49-F238E27FC236}">
                <a16:creationId xmlns:a16="http://schemas.microsoft.com/office/drawing/2014/main" id="{B168ED25-A8B5-4FED-8910-81F6FBFD39EB}"/>
              </a:ext>
            </a:extLst>
          </p:cNvPr>
          <p:cNvSpPr>
            <a:spLocks noGrp="1"/>
          </p:cNvSpPr>
          <p:nvPr/>
        </p:nvSpPr>
        <p:spPr>
          <a:xfrm>
            <a:off x="838200" y="5524500"/>
            <a:ext cx="10477500" cy="523875"/>
          </a:xfrm>
          <a:prstGeom prst="rect">
            <a:avLst/>
          </a:prstGeom>
          <a:noFill/>
          <a:ln w="0">
            <a:noFill/>
          </a:ln>
        </p:spPr>
        <p:txBody>
          <a:bodyPr lIns="0" tIns="0" rIns="0" bIns="0" anchor="ctr">
            <a:noAutofit/>
          </a:bodyPr>
          <a:lstStyle>
            <a:defPPr>
              <a:defRPr sz="2025" b="1">
                <a:solidFill>
                  <a:srgbClr val="253C4D"/>
                </a:solidFill>
                <a:latin typeface="Yu Gothic"/>
                <a:ea typeface="Yu Gothic"/>
                <a:cs typeface="Yu Gothic"/>
              </a:defRPr>
            </a:defPPr>
            <a:lvl1pPr>
              <a:buNone/>
              <a:defRPr sz="2025" b="1">
                <a:solidFill>
                  <a:srgbClr val="253C4D"/>
                </a:solidFill>
                <a:latin typeface="Yu Gothic"/>
                <a:ea typeface="Yu Gothic"/>
                <a:cs typeface="Yu Gothic"/>
              </a:defRPr>
            </a:lvl1pPr>
            <a:lvl2pPr>
              <a:buNone/>
              <a:defRPr sz="2025" b="1">
                <a:solidFill>
                  <a:srgbClr val="253C4D"/>
                </a:solidFill>
                <a:latin typeface="Yu Gothic"/>
                <a:ea typeface="Yu Gothic"/>
                <a:cs typeface="Yu Gothic"/>
              </a:defRPr>
            </a:lvl2pPr>
            <a:lvl3pPr>
              <a:buNone/>
              <a:defRPr sz="2025" b="1">
                <a:solidFill>
                  <a:srgbClr val="253C4D"/>
                </a:solidFill>
                <a:latin typeface="Yu Gothic"/>
                <a:ea typeface="Yu Gothic"/>
                <a:cs typeface="Yu Gothic"/>
              </a:defRPr>
            </a:lvl3pPr>
            <a:lvl4pPr>
              <a:buNone/>
              <a:defRPr sz="2025" b="1">
                <a:solidFill>
                  <a:srgbClr val="253C4D"/>
                </a:solidFill>
                <a:latin typeface="Yu Gothic"/>
                <a:ea typeface="Yu Gothic"/>
                <a:cs typeface="Yu Gothic"/>
              </a:defRPr>
            </a:lvl4pPr>
            <a:lvl5pPr>
              <a:buNone/>
              <a:defRPr sz="2025" b="1">
                <a:solidFill>
                  <a:srgbClr val="253C4D"/>
                </a:solidFill>
                <a:latin typeface="Yu Gothic"/>
                <a:ea typeface="Yu Gothic"/>
                <a:cs typeface="Yu Gothic"/>
              </a:defRPr>
            </a:lvl5pPr>
            <a:lvl6pPr>
              <a:buNone/>
              <a:defRPr sz="2025" b="1">
                <a:solidFill>
                  <a:srgbClr val="253C4D"/>
                </a:solidFill>
                <a:latin typeface="Yu Gothic"/>
                <a:ea typeface="Yu Gothic"/>
                <a:cs typeface="Yu Gothic"/>
              </a:defRPr>
            </a:lvl6pPr>
            <a:lvl7pPr>
              <a:buNone/>
              <a:defRPr sz="2025" b="1">
                <a:solidFill>
                  <a:srgbClr val="253C4D"/>
                </a:solidFill>
                <a:latin typeface="Yu Gothic"/>
                <a:ea typeface="Yu Gothic"/>
                <a:cs typeface="Yu Gothic"/>
              </a:defRPr>
            </a:lvl7pPr>
            <a:lvl8pPr>
              <a:buNone/>
              <a:defRPr sz="2025" b="1">
                <a:solidFill>
                  <a:srgbClr val="253C4D"/>
                </a:solidFill>
                <a:latin typeface="Yu Gothic"/>
                <a:ea typeface="Yu Gothic"/>
                <a:cs typeface="Yu Gothic"/>
              </a:defRPr>
            </a:lvl8pPr>
            <a:lvl9pPr>
              <a:buNone/>
              <a:defRPr sz="2025" b="1">
                <a:solidFill>
                  <a:srgbClr val="253C4D"/>
                </a:solidFill>
                <a:latin typeface="Yu Gothic"/>
                <a:ea typeface="Yu Gothic"/>
                <a:cs typeface="Yu Gothic"/>
              </a:defRPr>
            </a:lvl9pPr>
          </a:lstStyle>
          <a:p>
            <a:pPr>
              <a:buNone/>
              <a:defRPr sz="2025" b="1">
                <a:solidFill>
                  <a:srgbClr val="253C4D"/>
                </a:solidFill>
                <a:latin typeface="Yu Gothic"/>
                <a:ea typeface="Yu Gothic"/>
                <a:cs typeface="Yu Gothic"/>
              </a:defRPr>
            </a:pPr>
            <a:r>
              <a:rPr sz="2025" b="1">
                <a:solidFill>
                  <a:srgbClr val="253C4D"/>
                </a:solidFill>
                <a:latin typeface="Yu Gothic"/>
                <a:ea typeface="Yu Gothic"/>
                <a:cs typeface="Yu Gothic"/>
              </a:rPr>
              <a:t>強度・剛性・耐久性を満たしたうえで、手入れを考える。</a:t>
            </a:r>
          </a:p>
        </p:txBody>
      </p:sp>
    </p:spTree>
    <p:extLst>
      <p:ext uri="{BB962C8B-B14F-4D97-AF65-F5344CB8AC3E}">
        <p14:creationId xmlns:p14="http://schemas.microsoft.com/office/powerpoint/2010/main" val="1932234957"/>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正方形/長方形 5">
            <a:extLst>
              <a:ext uri="{FF2B5EF4-FFF2-40B4-BE49-F238E27FC236}">
                <a16:creationId xmlns:a16="http://schemas.microsoft.com/office/drawing/2014/main" id="{2113284A-6610-4AE5-BC3D-E68A239B9329}"/>
              </a:ext>
            </a:extLst>
          </p:cNvPr>
          <p:cNvSpPr>
            <a:spLocks noGrp="1"/>
          </p:cNvSpPr>
          <p:nvPr/>
        </p:nvSpPr>
        <p:spPr>
          <a:xfrm>
            <a:off x="685800" y="342900"/>
            <a:ext cx="10820400" cy="666750"/>
          </a:xfrm>
          <a:prstGeom prst="rect">
            <a:avLst/>
          </a:prstGeom>
          <a:noFill/>
          <a:ln w="0">
            <a:noFill/>
          </a:ln>
        </p:spPr>
        <p:txBody>
          <a:bodyPr lIns="0" tIns="0" rIns="0" bIns="0" anchor="ctr">
            <a:noAutofit/>
          </a:bodyPr>
          <a:lstStyle>
            <a:defPPr>
              <a:defRPr sz="3000" b="1">
                <a:solidFill>
                  <a:srgbClr val="18364F"/>
                </a:solidFill>
                <a:latin typeface="Yu Gothic"/>
                <a:ea typeface="Yu Gothic"/>
                <a:cs typeface="Yu Gothic"/>
              </a:defRPr>
            </a:defPPr>
            <a:lvl1pPr>
              <a:buNone/>
              <a:defRPr sz="3000" b="1">
                <a:solidFill>
                  <a:srgbClr val="18364F"/>
                </a:solidFill>
                <a:latin typeface="Yu Gothic"/>
                <a:ea typeface="Yu Gothic"/>
                <a:cs typeface="Yu Gothic"/>
              </a:defRPr>
            </a:lvl1pPr>
            <a:lvl2pPr>
              <a:buNone/>
              <a:defRPr sz="3000" b="1">
                <a:solidFill>
                  <a:srgbClr val="18364F"/>
                </a:solidFill>
                <a:latin typeface="Yu Gothic"/>
                <a:ea typeface="Yu Gothic"/>
                <a:cs typeface="Yu Gothic"/>
              </a:defRPr>
            </a:lvl2pPr>
            <a:lvl3pPr>
              <a:buNone/>
              <a:defRPr sz="3000" b="1">
                <a:solidFill>
                  <a:srgbClr val="18364F"/>
                </a:solidFill>
                <a:latin typeface="Yu Gothic"/>
                <a:ea typeface="Yu Gothic"/>
                <a:cs typeface="Yu Gothic"/>
              </a:defRPr>
            </a:lvl3pPr>
            <a:lvl4pPr>
              <a:buNone/>
              <a:defRPr sz="3000" b="1">
                <a:solidFill>
                  <a:srgbClr val="18364F"/>
                </a:solidFill>
                <a:latin typeface="Yu Gothic"/>
                <a:ea typeface="Yu Gothic"/>
                <a:cs typeface="Yu Gothic"/>
              </a:defRPr>
            </a:lvl4pPr>
            <a:lvl5pPr>
              <a:buNone/>
              <a:defRPr sz="3000" b="1">
                <a:solidFill>
                  <a:srgbClr val="18364F"/>
                </a:solidFill>
                <a:latin typeface="Yu Gothic"/>
                <a:ea typeface="Yu Gothic"/>
                <a:cs typeface="Yu Gothic"/>
              </a:defRPr>
            </a:lvl5pPr>
            <a:lvl6pPr>
              <a:buNone/>
              <a:defRPr sz="3000" b="1">
                <a:solidFill>
                  <a:srgbClr val="18364F"/>
                </a:solidFill>
                <a:latin typeface="Yu Gothic"/>
                <a:ea typeface="Yu Gothic"/>
                <a:cs typeface="Yu Gothic"/>
              </a:defRPr>
            </a:lvl6pPr>
            <a:lvl7pPr>
              <a:buNone/>
              <a:defRPr sz="3000" b="1">
                <a:solidFill>
                  <a:srgbClr val="18364F"/>
                </a:solidFill>
                <a:latin typeface="Yu Gothic"/>
                <a:ea typeface="Yu Gothic"/>
                <a:cs typeface="Yu Gothic"/>
              </a:defRPr>
            </a:lvl7pPr>
            <a:lvl8pPr>
              <a:buNone/>
              <a:defRPr sz="3000" b="1">
                <a:solidFill>
                  <a:srgbClr val="18364F"/>
                </a:solidFill>
                <a:latin typeface="Yu Gothic"/>
                <a:ea typeface="Yu Gothic"/>
                <a:cs typeface="Yu Gothic"/>
              </a:defRPr>
            </a:lvl8pPr>
            <a:lvl9pPr>
              <a:buNone/>
              <a:defRPr sz="3000" b="1">
                <a:solidFill>
                  <a:srgbClr val="18364F"/>
                </a:solidFill>
                <a:latin typeface="Yu Gothic"/>
                <a:ea typeface="Yu Gothic"/>
                <a:cs typeface="Yu Gothic"/>
              </a:defRPr>
            </a:lvl9pPr>
          </a:lstStyle>
          <a:p>
            <a:pPr>
              <a:buNone/>
              <a:defRPr sz="3000" b="1">
                <a:solidFill>
                  <a:srgbClr val="18364F"/>
                </a:solidFill>
                <a:latin typeface="Yu Gothic"/>
                <a:ea typeface="Yu Gothic"/>
                <a:cs typeface="Yu Gothic"/>
              </a:defRPr>
            </a:pPr>
            <a:r>
              <a:rPr sz="3000" b="1">
                <a:solidFill>
                  <a:srgbClr val="18364F"/>
                </a:solidFill>
                <a:latin typeface="Yu Gothic"/>
                <a:ea typeface="Yu Gothic"/>
                <a:cs typeface="Yu Gothic"/>
              </a:rPr>
              <a:t>調達の資料は、何を確かめるものか</a:t>
            </a:r>
          </a:p>
        </p:txBody>
      </p:sp>
      <p:sp>
        <p:nvSpPr>
          <p:cNvPr id="2" name="正方形/長方形 1">
            <a:extLst>
              <a:ext uri="{FF2B5EF4-FFF2-40B4-BE49-F238E27FC236}">
                <a16:creationId xmlns:a16="http://schemas.microsoft.com/office/drawing/2014/main" id="{F3525447-C587-48D8-B7C3-2AB60A40FC2C}"/>
              </a:ext>
            </a:extLst>
          </p:cNvPr>
          <p:cNvSpPr>
            <a:spLocks noGrp="1"/>
          </p:cNvSpPr>
          <p:nvPr/>
        </p:nvSpPr>
        <p:spPr>
          <a:xfrm>
            <a:off x="685800" y="1181100"/>
            <a:ext cx="10820400" cy="19050"/>
          </a:xfrm>
          <a:prstGeom prst="rect">
            <a:avLst/>
          </a:prstGeom>
          <a:solidFill>
            <a:srgbClr val="18364F"/>
          </a:solidFill>
          <a:ln w="0">
            <a:noFill/>
          </a:ln>
        </p:spPr>
      </p:sp>
      <p:sp>
        <p:nvSpPr>
          <p:cNvPr id="3" name="正方形/長方形 2">
            <a:extLst>
              <a:ext uri="{FF2B5EF4-FFF2-40B4-BE49-F238E27FC236}">
                <a16:creationId xmlns:a16="http://schemas.microsoft.com/office/drawing/2014/main" id="{8B0E0A24-B42D-4345-8D40-A5D4BCE753E8}"/>
              </a:ext>
            </a:extLst>
          </p:cNvPr>
          <p:cNvSpPr>
            <a:spLocks noGrp="1"/>
          </p:cNvSpPr>
          <p:nvPr/>
        </p:nvSpPr>
        <p:spPr>
          <a:xfrm>
            <a:off x="685800" y="6419850"/>
            <a:ext cx="9334500" cy="257175"/>
          </a:xfrm>
          <a:prstGeom prst="rect">
            <a:avLst/>
          </a:prstGeom>
          <a:noFill/>
          <a:ln w="0">
            <a:noFill/>
          </a:ln>
        </p:spPr>
        <p:txBody>
          <a:bodyPr lIns="0" tIns="0" rIns="0" bIns="0" anchor="ctr">
            <a:noAutofit/>
          </a:bodyPr>
          <a:lstStyle>
            <a:defPPr>
              <a:defRPr sz="1425" b="0">
                <a:solidFill>
                  <a:srgbClr val="596875"/>
                </a:solidFill>
                <a:latin typeface="Yu Gothic"/>
                <a:ea typeface="Yu Gothic"/>
                <a:cs typeface="Yu Gothic"/>
              </a:defRPr>
            </a:defPPr>
            <a:lvl1pPr>
              <a:buNone/>
              <a:defRPr sz="1425" b="0">
                <a:solidFill>
                  <a:srgbClr val="596875"/>
                </a:solidFill>
                <a:latin typeface="Yu Gothic"/>
                <a:ea typeface="Yu Gothic"/>
                <a:cs typeface="Yu Gothic"/>
              </a:defRPr>
            </a:lvl1pPr>
            <a:lvl2pPr>
              <a:buNone/>
              <a:defRPr sz="1425" b="0">
                <a:solidFill>
                  <a:srgbClr val="596875"/>
                </a:solidFill>
                <a:latin typeface="Yu Gothic"/>
                <a:ea typeface="Yu Gothic"/>
                <a:cs typeface="Yu Gothic"/>
              </a:defRPr>
            </a:lvl2pPr>
            <a:lvl3pPr>
              <a:buNone/>
              <a:defRPr sz="1425" b="0">
                <a:solidFill>
                  <a:srgbClr val="596875"/>
                </a:solidFill>
                <a:latin typeface="Yu Gothic"/>
                <a:ea typeface="Yu Gothic"/>
                <a:cs typeface="Yu Gothic"/>
              </a:defRPr>
            </a:lvl3pPr>
            <a:lvl4pPr>
              <a:buNone/>
              <a:defRPr sz="1425" b="0">
                <a:solidFill>
                  <a:srgbClr val="596875"/>
                </a:solidFill>
                <a:latin typeface="Yu Gothic"/>
                <a:ea typeface="Yu Gothic"/>
                <a:cs typeface="Yu Gothic"/>
              </a:defRPr>
            </a:lvl4pPr>
            <a:lvl5pPr>
              <a:buNone/>
              <a:defRPr sz="1425" b="0">
                <a:solidFill>
                  <a:srgbClr val="596875"/>
                </a:solidFill>
                <a:latin typeface="Yu Gothic"/>
                <a:ea typeface="Yu Gothic"/>
                <a:cs typeface="Yu Gothic"/>
              </a:defRPr>
            </a:lvl5pPr>
            <a:lvl6pPr>
              <a:buNone/>
              <a:defRPr sz="1425" b="0">
                <a:solidFill>
                  <a:srgbClr val="596875"/>
                </a:solidFill>
                <a:latin typeface="Yu Gothic"/>
                <a:ea typeface="Yu Gothic"/>
                <a:cs typeface="Yu Gothic"/>
              </a:defRPr>
            </a:lvl6pPr>
            <a:lvl7pPr>
              <a:buNone/>
              <a:defRPr sz="1425" b="0">
                <a:solidFill>
                  <a:srgbClr val="596875"/>
                </a:solidFill>
                <a:latin typeface="Yu Gothic"/>
                <a:ea typeface="Yu Gothic"/>
                <a:cs typeface="Yu Gothic"/>
              </a:defRPr>
            </a:lvl7pPr>
            <a:lvl8pPr>
              <a:buNone/>
              <a:defRPr sz="1425" b="0">
                <a:solidFill>
                  <a:srgbClr val="596875"/>
                </a:solidFill>
                <a:latin typeface="Yu Gothic"/>
                <a:ea typeface="Yu Gothic"/>
                <a:cs typeface="Yu Gothic"/>
              </a:defRPr>
            </a:lvl8pPr>
            <a:lvl9pPr>
              <a:buNone/>
              <a:defRPr sz="1425" b="0">
                <a:solidFill>
                  <a:srgbClr val="596875"/>
                </a:solidFill>
                <a:latin typeface="Yu Gothic"/>
                <a:ea typeface="Yu Gothic"/>
                <a:cs typeface="Yu Gothic"/>
              </a:defRPr>
            </a:lvl9pPr>
          </a:lstStyle>
          <a:p>
            <a:pPr>
              <a:buNone/>
              <a:defRPr sz="1425" b="0">
                <a:solidFill>
                  <a:srgbClr val="596875"/>
                </a:solidFill>
                <a:latin typeface="Yu Gothic"/>
                <a:ea typeface="Yu Gothic"/>
                <a:cs typeface="Yu Gothic"/>
              </a:defRPr>
            </a:pPr>
            <a:r>
              <a:rPr lang="ja-JP" altLang="en-US" sz="1425" b="0">
                <a:solidFill>
                  <a:srgbClr val="596875"/>
                </a:solidFill>
                <a:latin typeface="Yu Gothic"/>
                <a:ea typeface="Yu Gothic"/>
                <a:cs typeface="Yu Gothic"/>
              </a:rPr>
              <a:t>木材及び木質材料学　新第</a:t>
            </a:r>
            <a:r>
              <a:rPr lang="en-US" altLang="ja-JP" sz="1425" b="0">
                <a:solidFill>
                  <a:srgbClr val="596875"/>
                </a:solidFill>
                <a:latin typeface="Yu Gothic"/>
                <a:ea typeface="Yu Gothic"/>
                <a:cs typeface="Yu Gothic"/>
              </a:rPr>
              <a:t>14</a:t>
            </a:r>
            <a:r>
              <a:rPr lang="ja-JP" altLang="en-US" sz="1425" b="0">
                <a:solidFill>
                  <a:srgbClr val="596875"/>
                </a:solidFill>
                <a:latin typeface="Yu Gothic"/>
                <a:ea typeface="Yu Gothic"/>
                <a:cs typeface="Yu Gothic"/>
              </a:rPr>
              <a:t>回　資源・環境</a:t>
            </a:r>
            <a:endParaRPr sz="1425" b="0">
              <a:solidFill>
                <a:srgbClr val="596875"/>
              </a:solidFill>
              <a:latin typeface="Yu Gothic"/>
              <a:ea typeface="Yu Gothic"/>
              <a:cs typeface="Yu Gothic"/>
            </a:endParaRPr>
          </a:p>
        </p:txBody>
      </p:sp>
      <p:sp>
        <p:nvSpPr>
          <p:cNvPr id="4" name="正方形/長方形 3">
            <a:extLst>
              <a:ext uri="{FF2B5EF4-FFF2-40B4-BE49-F238E27FC236}">
                <a16:creationId xmlns:a16="http://schemas.microsoft.com/office/drawing/2014/main" id="{6B8EE3DC-E126-4307-9123-25C52FAD2D0A}"/>
              </a:ext>
            </a:extLst>
          </p:cNvPr>
          <p:cNvSpPr>
            <a:spLocks noGrp="1"/>
          </p:cNvSpPr>
          <p:nvPr/>
        </p:nvSpPr>
        <p:spPr>
          <a:xfrm>
            <a:off x="10763250" y="6419850"/>
            <a:ext cx="742950" cy="257175"/>
          </a:xfrm>
          <a:prstGeom prst="rect">
            <a:avLst/>
          </a:prstGeom>
          <a:noFill/>
          <a:ln w="0">
            <a:noFill/>
          </a:ln>
        </p:spPr>
        <p:txBody>
          <a:bodyPr lIns="0" tIns="0" rIns="0" bIns="0" anchor="ctr">
            <a:noAutofit/>
          </a:bodyPr>
          <a:lstStyle>
            <a:defPPr>
              <a:defRPr sz="1425" b="0">
                <a:solidFill>
                  <a:srgbClr val="596875"/>
                </a:solidFill>
                <a:latin typeface="Yu Gothic"/>
                <a:ea typeface="Yu Gothic"/>
                <a:cs typeface="Yu Gothic"/>
              </a:defRPr>
            </a:defPPr>
            <a:lvl1pPr>
              <a:buNone/>
              <a:defRPr sz="1425" b="0">
                <a:solidFill>
                  <a:srgbClr val="596875"/>
                </a:solidFill>
                <a:latin typeface="Yu Gothic"/>
                <a:ea typeface="Yu Gothic"/>
                <a:cs typeface="Yu Gothic"/>
              </a:defRPr>
            </a:lvl1pPr>
            <a:lvl2pPr>
              <a:buNone/>
              <a:defRPr sz="1425" b="0">
                <a:solidFill>
                  <a:srgbClr val="596875"/>
                </a:solidFill>
                <a:latin typeface="Yu Gothic"/>
                <a:ea typeface="Yu Gothic"/>
                <a:cs typeface="Yu Gothic"/>
              </a:defRPr>
            </a:lvl2pPr>
            <a:lvl3pPr>
              <a:buNone/>
              <a:defRPr sz="1425" b="0">
                <a:solidFill>
                  <a:srgbClr val="596875"/>
                </a:solidFill>
                <a:latin typeface="Yu Gothic"/>
                <a:ea typeface="Yu Gothic"/>
                <a:cs typeface="Yu Gothic"/>
              </a:defRPr>
            </a:lvl3pPr>
            <a:lvl4pPr>
              <a:buNone/>
              <a:defRPr sz="1425" b="0">
                <a:solidFill>
                  <a:srgbClr val="596875"/>
                </a:solidFill>
                <a:latin typeface="Yu Gothic"/>
                <a:ea typeface="Yu Gothic"/>
                <a:cs typeface="Yu Gothic"/>
              </a:defRPr>
            </a:lvl4pPr>
            <a:lvl5pPr>
              <a:buNone/>
              <a:defRPr sz="1425" b="0">
                <a:solidFill>
                  <a:srgbClr val="596875"/>
                </a:solidFill>
                <a:latin typeface="Yu Gothic"/>
                <a:ea typeface="Yu Gothic"/>
                <a:cs typeface="Yu Gothic"/>
              </a:defRPr>
            </a:lvl5pPr>
            <a:lvl6pPr>
              <a:buNone/>
              <a:defRPr sz="1425" b="0">
                <a:solidFill>
                  <a:srgbClr val="596875"/>
                </a:solidFill>
                <a:latin typeface="Yu Gothic"/>
                <a:ea typeface="Yu Gothic"/>
                <a:cs typeface="Yu Gothic"/>
              </a:defRPr>
            </a:lvl6pPr>
            <a:lvl7pPr>
              <a:buNone/>
              <a:defRPr sz="1425" b="0">
                <a:solidFill>
                  <a:srgbClr val="596875"/>
                </a:solidFill>
                <a:latin typeface="Yu Gothic"/>
                <a:ea typeface="Yu Gothic"/>
                <a:cs typeface="Yu Gothic"/>
              </a:defRPr>
            </a:lvl7pPr>
            <a:lvl8pPr>
              <a:buNone/>
              <a:defRPr sz="1425" b="0">
                <a:solidFill>
                  <a:srgbClr val="596875"/>
                </a:solidFill>
                <a:latin typeface="Yu Gothic"/>
                <a:ea typeface="Yu Gothic"/>
                <a:cs typeface="Yu Gothic"/>
              </a:defRPr>
            </a:lvl8pPr>
            <a:lvl9pPr>
              <a:buNone/>
              <a:defRPr sz="1425" b="0">
                <a:solidFill>
                  <a:srgbClr val="596875"/>
                </a:solidFill>
                <a:latin typeface="Yu Gothic"/>
                <a:ea typeface="Yu Gothic"/>
                <a:cs typeface="Yu Gothic"/>
              </a:defRPr>
            </a:lvl9pPr>
          </a:lstStyle>
          <a:p>
            <a:pPr>
              <a:buNone/>
              <a:defRPr sz="1425" b="0">
                <a:solidFill>
                  <a:srgbClr val="596875"/>
                </a:solidFill>
                <a:latin typeface="Yu Gothic"/>
                <a:ea typeface="Yu Gothic"/>
                <a:cs typeface="Yu Gothic"/>
              </a:defRPr>
            </a:pPr>
            <a:r>
              <a:rPr lang="en-US" altLang="ja-JP" sz="1425" b="0">
                <a:solidFill>
                  <a:srgbClr val="596875"/>
                </a:solidFill>
                <a:latin typeface="Yu Gothic"/>
                <a:ea typeface="Yu Gothic"/>
                <a:cs typeface="Yu Gothic"/>
              </a:rPr>
              <a:t>51</a:t>
            </a:r>
            <a:endParaRPr sz="1425" b="0">
              <a:solidFill>
                <a:srgbClr val="596875"/>
              </a:solidFill>
              <a:latin typeface="Yu Gothic"/>
              <a:ea typeface="Yu Gothic"/>
              <a:cs typeface="Yu Gothic"/>
            </a:endParaRPr>
          </a:p>
        </p:txBody>
      </p:sp>
      <p:graphicFrame>
        <p:nvGraphicFramePr>
          <p:cNvPr id="5" name="表 4">
            <a:extLst>
              <a:ext uri="{FF2B5EF4-FFF2-40B4-BE49-F238E27FC236}">
                <a16:creationId xmlns:a16="http://schemas.microsoft.com/office/drawing/2014/main" id="{65B0BCCA-AFE0-4905-9DAF-16EC38EF9C7D}"/>
              </a:ext>
            </a:extLst>
          </p:cNvPr>
          <p:cNvGraphicFramePr/>
          <p:nvPr/>
        </p:nvGraphicFramePr>
        <p:xfrm>
          <a:off x="838200" y="1666875"/>
          <a:ext cx="10477500" cy="3381375"/>
        </p:xfrm>
        <a:graphic>
          <a:graphicData uri="http://schemas.openxmlformats.org/drawingml/2006/table">
            <a:tbl>
              <a:tblPr/>
              <a:tblGrid>
                <a:gridCol w="3143250">
                  <a:extLst>
                    <a:ext uri="{9D8B030D-6E8A-4147-A177-3AD203B41FA5}">
                      <a16:colId xmlns:a16="http://schemas.microsoft.com/office/drawing/2014/main" val="20000"/>
                    </a:ext>
                  </a:extLst>
                </a:gridCol>
                <a:gridCol w="7334250">
                  <a:extLst>
                    <a:ext uri="{9D8B030D-6E8A-4147-A177-3AD203B41FA5}">
                      <a16:colId xmlns:a16="http://schemas.microsoft.com/office/drawing/2014/main" val="20001"/>
                    </a:ext>
                  </a:extLst>
                </a:gridCol>
              </a:tblGrid>
              <a:tr h="676275">
                <a:tc>
                  <a:txBody>
                    <a:bodyPr/>
                    <a:lstStyle/>
                    <a:p>
                      <a:r>
                        <a:rPr sz="1950" b="1">
                          <a:solidFill>
                            <a:srgbClr val="FFFFFF"/>
                          </a:solidFill>
                          <a:latin typeface="Yu Gothic"/>
                          <a:ea typeface="Yu Gothic"/>
                          <a:cs typeface="Yu Gothic"/>
                        </a:rPr>
                        <a:t>情報</a:t>
                      </a:r>
                    </a:p>
                  </a:txBody>
                  <a:tcPr>
                    <a:solidFill>
                      <a:srgbClr val="18364F"/>
                    </a:solidFill>
                  </a:tcPr>
                </a:tc>
                <a:tc>
                  <a:txBody>
                    <a:bodyPr/>
                    <a:lstStyle/>
                    <a:p>
                      <a:r>
                        <a:rPr sz="1950" b="1">
                          <a:solidFill>
                            <a:srgbClr val="FFFFFF"/>
                          </a:solidFill>
                          <a:latin typeface="Yu Gothic"/>
                          <a:ea typeface="Yu Gothic"/>
                          <a:cs typeface="Yu Gothic"/>
                        </a:rPr>
                        <a:t>確認できる範囲</a:t>
                      </a:r>
                    </a:p>
                  </a:txBody>
                  <a:tcPr>
                    <a:solidFill>
                      <a:srgbClr val="18364F"/>
                    </a:solidFill>
                  </a:tcPr>
                </a:tc>
                <a:extLst>
                  <a:ext uri="{0D108BD9-81ED-4DB2-BD59-A6C34878D82A}">
                    <a16:rowId xmlns:a16="http://schemas.microsoft.com/office/drawing/2014/main" val="10000"/>
                  </a:ext>
                </a:extLst>
              </a:tr>
              <a:tr h="676275">
                <a:tc>
                  <a:txBody>
                    <a:bodyPr/>
                    <a:lstStyle/>
                    <a:p>
                      <a:r>
                        <a:rPr sz="1950" b="0">
                          <a:solidFill>
                            <a:srgbClr val="253C4D"/>
                          </a:solidFill>
                          <a:latin typeface="Yu Gothic"/>
                          <a:ea typeface="Yu Gothic"/>
                          <a:cs typeface="Yu Gothic"/>
                        </a:rPr>
                        <a:t>産地・樹種・供給者</a:t>
                      </a:r>
                    </a:p>
                  </a:txBody>
                  <a:tcPr>
                    <a:solidFill>
                      <a:srgbClr val="F1F5F7"/>
                    </a:solidFill>
                  </a:tcPr>
                </a:tc>
                <a:tc>
                  <a:txBody>
                    <a:bodyPr/>
                    <a:lstStyle/>
                    <a:p>
                      <a:r>
                        <a:rPr sz="1950" b="0">
                          <a:solidFill>
                            <a:srgbClr val="253C4D"/>
                          </a:solidFill>
                          <a:latin typeface="Yu Gothic"/>
                          <a:ea typeface="Yu Gothic"/>
                          <a:cs typeface="Yu Gothic"/>
                        </a:rPr>
                        <a:t>由来をたどる出発点</a:t>
                      </a:r>
                    </a:p>
                  </a:txBody>
                  <a:tcPr>
                    <a:solidFill>
                      <a:srgbClr val="F1F5F7"/>
                    </a:solidFill>
                  </a:tcPr>
                </a:tc>
                <a:extLst>
                  <a:ext uri="{0D108BD9-81ED-4DB2-BD59-A6C34878D82A}">
                    <a16:rowId xmlns:a16="http://schemas.microsoft.com/office/drawing/2014/main" val="10001"/>
                  </a:ext>
                </a:extLst>
              </a:tr>
              <a:tr h="676275">
                <a:tc>
                  <a:txBody>
                    <a:bodyPr/>
                    <a:lstStyle/>
                    <a:p>
                      <a:r>
                        <a:rPr sz="1950" b="0">
                          <a:solidFill>
                            <a:srgbClr val="253C4D"/>
                          </a:solidFill>
                          <a:latin typeface="Yu Gothic"/>
                          <a:ea typeface="Yu Gothic"/>
                          <a:cs typeface="Yu Gothic"/>
                        </a:rPr>
                        <a:t>森林管理・流通の認証</a:t>
                      </a:r>
                    </a:p>
                  </a:txBody>
                  <a:tcPr>
                    <a:solidFill>
                      <a:srgbClr val="FFFFFF"/>
                    </a:solidFill>
                  </a:tcPr>
                </a:tc>
                <a:tc>
                  <a:txBody>
                    <a:bodyPr/>
                    <a:lstStyle/>
                    <a:p>
                      <a:r>
                        <a:rPr sz="1950" b="0">
                          <a:solidFill>
                            <a:srgbClr val="253C4D"/>
                          </a:solidFill>
                          <a:latin typeface="Yu Gothic"/>
                          <a:ea typeface="Yu Gothic"/>
                          <a:cs typeface="Yu Gothic"/>
                        </a:rPr>
                        <a:t>規格に基づく管理・識別の範囲</a:t>
                      </a:r>
                    </a:p>
                  </a:txBody>
                  <a:tcPr>
                    <a:solidFill>
                      <a:srgbClr val="FFFFFF"/>
                    </a:solidFill>
                  </a:tcPr>
                </a:tc>
                <a:extLst>
                  <a:ext uri="{0D108BD9-81ED-4DB2-BD59-A6C34878D82A}">
                    <a16:rowId xmlns:a16="http://schemas.microsoft.com/office/drawing/2014/main" val="10002"/>
                  </a:ext>
                </a:extLst>
              </a:tr>
              <a:tr h="676275">
                <a:tc>
                  <a:txBody>
                    <a:bodyPr/>
                    <a:lstStyle/>
                    <a:p>
                      <a:r>
                        <a:rPr sz="1950" b="0">
                          <a:solidFill>
                            <a:srgbClr val="253C4D"/>
                          </a:solidFill>
                          <a:latin typeface="Yu Gothic"/>
                          <a:ea typeface="Yu Gothic"/>
                          <a:cs typeface="Yu Gothic"/>
                        </a:rPr>
                        <a:t>製品の環境情報</a:t>
                      </a:r>
                    </a:p>
                  </a:txBody>
                  <a:tcPr>
                    <a:solidFill>
                      <a:srgbClr val="F1F5F7"/>
                    </a:solidFill>
                  </a:tcPr>
                </a:tc>
                <a:tc>
                  <a:txBody>
                    <a:bodyPr/>
                    <a:lstStyle/>
                    <a:p>
                      <a:r>
                        <a:rPr sz="1950" b="0">
                          <a:solidFill>
                            <a:srgbClr val="253C4D"/>
                          </a:solidFill>
                          <a:latin typeface="Yu Gothic"/>
                          <a:ea typeface="Yu Gothic"/>
                          <a:cs typeface="Yu Gothic"/>
                        </a:rPr>
                        <a:t>宣言された機能・工程・条件での評価</a:t>
                      </a:r>
                    </a:p>
                  </a:txBody>
                  <a:tcPr>
                    <a:solidFill>
                      <a:srgbClr val="F1F5F7"/>
                    </a:solidFill>
                  </a:tcPr>
                </a:tc>
                <a:extLst>
                  <a:ext uri="{0D108BD9-81ED-4DB2-BD59-A6C34878D82A}">
                    <a16:rowId xmlns:a16="http://schemas.microsoft.com/office/drawing/2014/main" val="10003"/>
                  </a:ext>
                </a:extLst>
              </a:tr>
              <a:tr h="676275">
                <a:tc>
                  <a:txBody>
                    <a:bodyPr/>
                    <a:lstStyle/>
                    <a:p>
                      <a:r>
                        <a:rPr sz="1950" b="0">
                          <a:solidFill>
                            <a:srgbClr val="253C4D"/>
                          </a:solidFill>
                          <a:latin typeface="Yu Gothic"/>
                          <a:ea typeface="Yu Gothic"/>
                          <a:cs typeface="Yu Gothic"/>
                        </a:rPr>
                        <a:t>不足するとき</a:t>
                      </a:r>
                    </a:p>
                  </a:txBody>
                  <a:tcPr>
                    <a:solidFill>
                      <a:srgbClr val="FFFFFF"/>
                    </a:solidFill>
                  </a:tcPr>
                </a:tc>
                <a:tc>
                  <a:txBody>
                    <a:bodyPr/>
                    <a:lstStyle/>
                    <a:p>
                      <a:r>
                        <a:rPr sz="1950" b="0">
                          <a:solidFill>
                            <a:srgbClr val="253C4D"/>
                          </a:solidFill>
                          <a:latin typeface="Yu Gothic"/>
                          <a:ea typeface="Yu Gothic"/>
                          <a:cs typeface="Yu Gothic"/>
                        </a:rPr>
                        <a:t>未確認と記し、追加資料を求める</a:t>
                      </a:r>
                    </a:p>
                  </a:txBody>
                  <a:tcPr>
                    <a:solidFill>
                      <a:srgbClr val="FFFFFF"/>
                    </a:solidFill>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728565382"/>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正方形/長方形 7">
            <a:extLst>
              <a:ext uri="{FF2B5EF4-FFF2-40B4-BE49-F238E27FC236}">
                <a16:creationId xmlns:a16="http://schemas.microsoft.com/office/drawing/2014/main" id="{6C11544A-BC39-41EA-9E09-2143612B8AE5}"/>
              </a:ext>
            </a:extLst>
          </p:cNvPr>
          <p:cNvSpPr>
            <a:spLocks noGrp="1"/>
          </p:cNvSpPr>
          <p:nvPr/>
        </p:nvSpPr>
        <p:spPr>
          <a:xfrm>
            <a:off x="685800" y="342900"/>
            <a:ext cx="10820400" cy="666750"/>
          </a:xfrm>
          <a:prstGeom prst="rect">
            <a:avLst/>
          </a:prstGeom>
          <a:noFill/>
          <a:ln w="0">
            <a:noFill/>
          </a:ln>
        </p:spPr>
        <p:txBody>
          <a:bodyPr lIns="0" tIns="0" rIns="0" bIns="0" anchor="ctr">
            <a:noAutofit/>
          </a:bodyPr>
          <a:lstStyle>
            <a:defPPr>
              <a:defRPr sz="3000" b="1">
                <a:solidFill>
                  <a:srgbClr val="18364F"/>
                </a:solidFill>
                <a:latin typeface="Yu Gothic"/>
                <a:ea typeface="Yu Gothic"/>
                <a:cs typeface="Yu Gothic"/>
              </a:defRPr>
            </a:defPPr>
            <a:lvl1pPr>
              <a:defRPr sz="3000" b="1">
                <a:solidFill>
                  <a:srgbClr val="18364F"/>
                </a:solidFill>
                <a:latin typeface="Yu Gothic"/>
                <a:ea typeface="Yu Gothic"/>
                <a:cs typeface="Yu Gothic"/>
              </a:defRPr>
            </a:lvl1pPr>
            <a:lvl2pPr>
              <a:defRPr sz="3000" b="1">
                <a:solidFill>
                  <a:srgbClr val="18364F"/>
                </a:solidFill>
                <a:latin typeface="Yu Gothic"/>
                <a:ea typeface="Yu Gothic"/>
                <a:cs typeface="Yu Gothic"/>
              </a:defRPr>
            </a:lvl2pPr>
            <a:lvl3pPr>
              <a:defRPr sz="3000" b="1">
                <a:solidFill>
                  <a:srgbClr val="18364F"/>
                </a:solidFill>
                <a:latin typeface="Yu Gothic"/>
                <a:ea typeface="Yu Gothic"/>
                <a:cs typeface="Yu Gothic"/>
              </a:defRPr>
            </a:lvl3pPr>
            <a:lvl4pPr>
              <a:defRPr sz="3000" b="1">
                <a:solidFill>
                  <a:srgbClr val="18364F"/>
                </a:solidFill>
                <a:latin typeface="Yu Gothic"/>
                <a:ea typeface="Yu Gothic"/>
                <a:cs typeface="Yu Gothic"/>
              </a:defRPr>
            </a:lvl4pPr>
            <a:lvl5pPr>
              <a:defRPr sz="3000" b="1">
                <a:solidFill>
                  <a:srgbClr val="18364F"/>
                </a:solidFill>
                <a:latin typeface="Yu Gothic"/>
                <a:ea typeface="Yu Gothic"/>
                <a:cs typeface="Yu Gothic"/>
              </a:defRPr>
            </a:lvl5pPr>
            <a:lvl6pPr>
              <a:defRPr sz="3000" b="1">
                <a:solidFill>
                  <a:srgbClr val="18364F"/>
                </a:solidFill>
                <a:latin typeface="Yu Gothic"/>
                <a:ea typeface="Yu Gothic"/>
                <a:cs typeface="Yu Gothic"/>
              </a:defRPr>
            </a:lvl6pPr>
            <a:lvl7pPr>
              <a:defRPr sz="3000" b="1">
                <a:solidFill>
                  <a:srgbClr val="18364F"/>
                </a:solidFill>
                <a:latin typeface="Yu Gothic"/>
                <a:ea typeface="Yu Gothic"/>
                <a:cs typeface="Yu Gothic"/>
              </a:defRPr>
            </a:lvl7pPr>
            <a:lvl8pPr>
              <a:defRPr sz="3000" b="1">
                <a:solidFill>
                  <a:srgbClr val="18364F"/>
                </a:solidFill>
                <a:latin typeface="Yu Gothic"/>
                <a:ea typeface="Yu Gothic"/>
                <a:cs typeface="Yu Gothic"/>
              </a:defRPr>
            </a:lvl8pPr>
            <a:lvl9pPr>
              <a:defRPr sz="3000" b="1">
                <a:solidFill>
                  <a:srgbClr val="18364F"/>
                </a:solidFill>
                <a:latin typeface="Yu Gothic"/>
                <a:ea typeface="Yu Gothic"/>
                <a:cs typeface="Yu Gothic"/>
              </a:defRPr>
            </a:lvl9pPr>
          </a:lstStyle>
          <a:p>
            <a:pPr>
              <a:defRPr sz="3000" b="1">
                <a:solidFill>
                  <a:srgbClr val="18364F"/>
                </a:solidFill>
                <a:latin typeface="Yu Gothic"/>
                <a:ea typeface="Yu Gothic"/>
                <a:cs typeface="Yu Gothic"/>
              </a:defRPr>
            </a:pPr>
            <a:r>
              <a:rPr sz="3000" b="1">
                <a:solidFill>
                  <a:srgbClr val="18364F"/>
                </a:solidFill>
                <a:latin typeface="Yu Gothic"/>
                <a:ea typeface="Yu Gothic"/>
                <a:cs typeface="Yu Gothic"/>
              </a:rPr>
              <a:t>統合演習14：比較に必要な条件をそろえる</a:t>
            </a:r>
          </a:p>
        </p:txBody>
      </p:sp>
      <p:sp>
        <p:nvSpPr>
          <p:cNvPr id="2" name="正方形/長方形 1">
            <a:extLst>
              <a:ext uri="{FF2B5EF4-FFF2-40B4-BE49-F238E27FC236}">
                <a16:creationId xmlns:a16="http://schemas.microsoft.com/office/drawing/2014/main" id="{8275030D-0CDC-4873-B913-F30F6BCAD5F4}"/>
              </a:ext>
            </a:extLst>
          </p:cNvPr>
          <p:cNvSpPr>
            <a:spLocks noGrp="1"/>
          </p:cNvSpPr>
          <p:nvPr/>
        </p:nvSpPr>
        <p:spPr>
          <a:xfrm>
            <a:off x="685800" y="1181100"/>
            <a:ext cx="10820400" cy="19050"/>
          </a:xfrm>
          <a:prstGeom prst="rect">
            <a:avLst/>
          </a:prstGeom>
          <a:solidFill>
            <a:srgbClr val="18364F"/>
          </a:solidFill>
          <a:ln w="0">
            <a:noFill/>
          </a:ln>
        </p:spPr>
      </p:sp>
      <p:sp>
        <p:nvSpPr>
          <p:cNvPr id="3" name="正方形/長方形 2">
            <a:extLst>
              <a:ext uri="{FF2B5EF4-FFF2-40B4-BE49-F238E27FC236}">
                <a16:creationId xmlns:a16="http://schemas.microsoft.com/office/drawing/2014/main" id="{15EB6462-3F5A-40A7-B22B-E97B9F090412}"/>
              </a:ext>
            </a:extLst>
          </p:cNvPr>
          <p:cNvSpPr>
            <a:spLocks noGrp="1"/>
          </p:cNvSpPr>
          <p:nvPr/>
        </p:nvSpPr>
        <p:spPr>
          <a:xfrm>
            <a:off x="685800" y="6419850"/>
            <a:ext cx="9334500" cy="257175"/>
          </a:xfrm>
          <a:prstGeom prst="rect">
            <a:avLst/>
          </a:prstGeom>
          <a:noFill/>
          <a:ln w="0">
            <a:noFill/>
          </a:ln>
        </p:spPr>
        <p:txBody>
          <a:bodyPr lIns="0" tIns="0" rIns="0" bIns="0" anchor="ctr">
            <a:noAutofit/>
          </a:bodyPr>
          <a:lstStyle>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a:pPr>
              <a:defRPr sz="1425" b="0">
                <a:solidFill>
                  <a:srgbClr val="596875"/>
                </a:solidFill>
                <a:latin typeface="Yu Gothic"/>
                <a:ea typeface="Yu Gothic"/>
                <a:cs typeface="Yu Gothic"/>
              </a:defRPr>
            </a:pPr>
            <a:r>
              <a:rPr lang="ja-JP" altLang="en-US" sz="1425" b="0">
                <a:solidFill>
                  <a:srgbClr val="596875"/>
                </a:solidFill>
                <a:latin typeface="Yu Gothic"/>
                <a:ea typeface="Yu Gothic"/>
                <a:cs typeface="Yu Gothic"/>
              </a:rPr>
              <a:t>木材及び木質材料学　新第</a:t>
            </a:r>
            <a:r>
              <a:rPr lang="en-US" altLang="ja-JP" sz="1425" b="0">
                <a:solidFill>
                  <a:srgbClr val="596875"/>
                </a:solidFill>
                <a:latin typeface="Yu Gothic"/>
                <a:ea typeface="Yu Gothic"/>
                <a:cs typeface="Yu Gothic"/>
              </a:rPr>
              <a:t>14</a:t>
            </a:r>
            <a:r>
              <a:rPr lang="ja-JP" altLang="en-US" sz="1425" b="0">
                <a:solidFill>
                  <a:srgbClr val="596875"/>
                </a:solidFill>
                <a:latin typeface="Yu Gothic"/>
                <a:ea typeface="Yu Gothic"/>
                <a:cs typeface="Yu Gothic"/>
              </a:rPr>
              <a:t>回　再構成</a:t>
            </a:r>
            <a:endParaRPr sz="1425" b="0">
              <a:solidFill>
                <a:srgbClr val="596875"/>
              </a:solidFill>
              <a:latin typeface="Yu Gothic"/>
              <a:ea typeface="Yu Gothic"/>
              <a:cs typeface="Yu Gothic"/>
            </a:endParaRPr>
          </a:p>
        </p:txBody>
      </p:sp>
      <p:sp>
        <p:nvSpPr>
          <p:cNvPr id="4" name="正方形/長方形 3">
            <a:extLst>
              <a:ext uri="{FF2B5EF4-FFF2-40B4-BE49-F238E27FC236}">
                <a16:creationId xmlns:a16="http://schemas.microsoft.com/office/drawing/2014/main" id="{64AFC87F-4964-489C-A46A-CAB8C826DB40}"/>
              </a:ext>
            </a:extLst>
          </p:cNvPr>
          <p:cNvSpPr>
            <a:spLocks noGrp="1"/>
          </p:cNvSpPr>
          <p:nvPr/>
        </p:nvSpPr>
        <p:spPr>
          <a:xfrm>
            <a:off x="10763250" y="6419850"/>
            <a:ext cx="742950" cy="257175"/>
          </a:xfrm>
          <a:prstGeom prst="rect">
            <a:avLst/>
          </a:prstGeom>
          <a:noFill/>
          <a:ln w="0">
            <a:noFill/>
          </a:ln>
        </p:spPr>
        <p:txBody>
          <a:bodyPr lIns="0" tIns="0" rIns="0" bIns="0" anchor="ctr">
            <a:noAutofit/>
          </a:bodyPr>
          <a:lstStyle>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a:pPr>
              <a:defRPr sz="1425" b="0">
                <a:solidFill>
                  <a:srgbClr val="596875"/>
                </a:solidFill>
                <a:latin typeface="Yu Gothic"/>
                <a:ea typeface="Yu Gothic"/>
                <a:cs typeface="Yu Gothic"/>
              </a:defRPr>
            </a:pPr>
            <a:r>
              <a:rPr lang="en-US" altLang="ja-JP" sz="1425" b="0">
                <a:solidFill>
                  <a:srgbClr val="596875"/>
                </a:solidFill>
                <a:latin typeface="Yu Gothic"/>
                <a:ea typeface="Yu Gothic"/>
                <a:cs typeface="Yu Gothic"/>
              </a:rPr>
              <a:t>52</a:t>
            </a:r>
            <a:endParaRPr sz="1425" b="0">
              <a:solidFill>
                <a:srgbClr val="596875"/>
              </a:solidFill>
              <a:latin typeface="Yu Gothic"/>
              <a:ea typeface="Yu Gothic"/>
              <a:cs typeface="Yu Gothic"/>
            </a:endParaRPr>
          </a:p>
        </p:txBody>
      </p:sp>
      <p:sp>
        <p:nvSpPr>
          <p:cNvPr id="5" name="正方形/長方形 4">
            <a:extLst>
              <a:ext uri="{FF2B5EF4-FFF2-40B4-BE49-F238E27FC236}">
                <a16:creationId xmlns:a16="http://schemas.microsoft.com/office/drawing/2014/main" id="{DE41470B-8F9F-4EEA-AA7B-B9670FE52669}"/>
              </a:ext>
            </a:extLst>
          </p:cNvPr>
          <p:cNvSpPr>
            <a:spLocks noGrp="1"/>
          </p:cNvSpPr>
          <p:nvPr/>
        </p:nvSpPr>
        <p:spPr>
          <a:xfrm>
            <a:off x="838200" y="1762125"/>
            <a:ext cx="10477500" cy="857250"/>
          </a:xfrm>
          <a:prstGeom prst="rect">
            <a:avLst/>
          </a:prstGeom>
          <a:noFill/>
          <a:ln w="0">
            <a:noFill/>
          </a:ln>
        </p:spPr>
        <p:txBody>
          <a:bodyPr lIns="0" tIns="0" rIns="0" bIns="0" anchor="ctr">
            <a:noAutofit/>
          </a:bodyPr>
          <a:lstStyle>
            <a:defPPr>
              <a:defRPr sz="2250" b="0">
                <a:solidFill>
                  <a:srgbClr val="18364F"/>
                </a:solidFill>
                <a:latin typeface="Yu Gothic"/>
                <a:ea typeface="Yu Gothic"/>
                <a:cs typeface="Yu Gothic"/>
              </a:defRPr>
            </a:defPPr>
            <a:lvl1pPr>
              <a:defRPr sz="2250" b="0">
                <a:solidFill>
                  <a:srgbClr val="18364F"/>
                </a:solidFill>
                <a:latin typeface="Yu Gothic"/>
                <a:ea typeface="Yu Gothic"/>
                <a:cs typeface="Yu Gothic"/>
              </a:defRPr>
            </a:lvl1pPr>
            <a:lvl2pPr>
              <a:defRPr sz="2250" b="0">
                <a:solidFill>
                  <a:srgbClr val="18364F"/>
                </a:solidFill>
                <a:latin typeface="Yu Gothic"/>
                <a:ea typeface="Yu Gothic"/>
                <a:cs typeface="Yu Gothic"/>
              </a:defRPr>
            </a:lvl2pPr>
            <a:lvl3pPr>
              <a:defRPr sz="2250" b="0">
                <a:solidFill>
                  <a:srgbClr val="18364F"/>
                </a:solidFill>
                <a:latin typeface="Yu Gothic"/>
                <a:ea typeface="Yu Gothic"/>
                <a:cs typeface="Yu Gothic"/>
              </a:defRPr>
            </a:lvl3pPr>
            <a:lvl4pPr>
              <a:defRPr sz="2250" b="0">
                <a:solidFill>
                  <a:srgbClr val="18364F"/>
                </a:solidFill>
                <a:latin typeface="Yu Gothic"/>
                <a:ea typeface="Yu Gothic"/>
                <a:cs typeface="Yu Gothic"/>
              </a:defRPr>
            </a:lvl4pPr>
            <a:lvl5pPr>
              <a:defRPr sz="2250" b="0">
                <a:solidFill>
                  <a:srgbClr val="18364F"/>
                </a:solidFill>
                <a:latin typeface="Yu Gothic"/>
                <a:ea typeface="Yu Gothic"/>
                <a:cs typeface="Yu Gothic"/>
              </a:defRPr>
            </a:lvl5pPr>
            <a:lvl6pPr>
              <a:defRPr sz="2250" b="0">
                <a:solidFill>
                  <a:srgbClr val="18364F"/>
                </a:solidFill>
                <a:latin typeface="Yu Gothic"/>
                <a:ea typeface="Yu Gothic"/>
                <a:cs typeface="Yu Gothic"/>
              </a:defRPr>
            </a:lvl6pPr>
            <a:lvl7pPr>
              <a:defRPr sz="2250" b="0">
                <a:solidFill>
                  <a:srgbClr val="18364F"/>
                </a:solidFill>
                <a:latin typeface="Yu Gothic"/>
                <a:ea typeface="Yu Gothic"/>
                <a:cs typeface="Yu Gothic"/>
              </a:defRPr>
            </a:lvl7pPr>
            <a:lvl8pPr>
              <a:defRPr sz="2250" b="0">
                <a:solidFill>
                  <a:srgbClr val="18364F"/>
                </a:solidFill>
                <a:latin typeface="Yu Gothic"/>
                <a:ea typeface="Yu Gothic"/>
                <a:cs typeface="Yu Gothic"/>
              </a:defRPr>
            </a:lvl8pPr>
            <a:lvl9pPr>
              <a:defRPr sz="2250" b="0">
                <a:solidFill>
                  <a:srgbClr val="18364F"/>
                </a:solidFill>
                <a:latin typeface="Yu Gothic"/>
                <a:ea typeface="Yu Gothic"/>
                <a:cs typeface="Yu Gothic"/>
              </a:defRPr>
            </a:lvl9pPr>
          </a:lstStyle>
          <a:p>
            <a:pPr>
              <a:defRPr sz="2250" b="0">
                <a:solidFill>
                  <a:srgbClr val="18364F"/>
                </a:solidFill>
                <a:latin typeface="Yu Gothic"/>
                <a:ea typeface="Yu Gothic"/>
                <a:cs typeface="Yu Gothic"/>
              </a:defRPr>
            </a:pPr>
            <a:r>
              <a:rPr sz="2250" b="0">
                <a:solidFill>
                  <a:srgbClr val="18364F"/>
                </a:solidFill>
                <a:latin typeface="Yu Gothic"/>
                <a:ea typeface="Yu Gothic"/>
                <a:cs typeface="Yu Gothic"/>
              </a:rPr>
              <a:t>同じ用途・床面積・使用期間の建物を想定する</a:t>
            </a:r>
          </a:p>
        </p:txBody>
      </p:sp>
      <p:sp>
        <p:nvSpPr>
          <p:cNvPr id="6" name="正方形/長方形 5">
            <a:extLst>
              <a:ext uri="{FF2B5EF4-FFF2-40B4-BE49-F238E27FC236}">
                <a16:creationId xmlns:a16="http://schemas.microsoft.com/office/drawing/2014/main" id="{14CBC47E-42D6-49F6-AB24-8B97FEC7E47A}"/>
              </a:ext>
            </a:extLst>
          </p:cNvPr>
          <p:cNvSpPr>
            <a:spLocks noGrp="1"/>
          </p:cNvSpPr>
          <p:nvPr/>
        </p:nvSpPr>
        <p:spPr>
          <a:xfrm>
            <a:off x="838200" y="2981325"/>
            <a:ext cx="10477500" cy="857250"/>
          </a:xfrm>
          <a:prstGeom prst="rect">
            <a:avLst/>
          </a:prstGeom>
          <a:noFill/>
          <a:ln w="0">
            <a:noFill/>
          </a:ln>
        </p:spPr>
        <p:txBody>
          <a:bodyPr lIns="0" tIns="0" rIns="0" bIns="0" anchor="ctr">
            <a:noAutofit/>
          </a:bodyPr>
          <a:lstStyle>
            <a:defPPr>
              <a:defRPr sz="2250" b="0">
                <a:solidFill>
                  <a:srgbClr val="253C4D"/>
                </a:solidFill>
                <a:latin typeface="Yu Gothic"/>
                <a:ea typeface="Yu Gothic"/>
                <a:cs typeface="Yu Gothic"/>
              </a:defRPr>
            </a:defPPr>
            <a:lvl1pPr>
              <a:defRPr sz="2250" b="0">
                <a:solidFill>
                  <a:srgbClr val="253C4D"/>
                </a:solidFill>
                <a:latin typeface="Yu Gothic"/>
                <a:ea typeface="Yu Gothic"/>
                <a:cs typeface="Yu Gothic"/>
              </a:defRPr>
            </a:lvl1pPr>
            <a:lvl2pPr>
              <a:defRPr sz="2250" b="0">
                <a:solidFill>
                  <a:srgbClr val="253C4D"/>
                </a:solidFill>
                <a:latin typeface="Yu Gothic"/>
                <a:ea typeface="Yu Gothic"/>
                <a:cs typeface="Yu Gothic"/>
              </a:defRPr>
            </a:lvl2pPr>
            <a:lvl3pPr>
              <a:defRPr sz="2250" b="0">
                <a:solidFill>
                  <a:srgbClr val="253C4D"/>
                </a:solidFill>
                <a:latin typeface="Yu Gothic"/>
                <a:ea typeface="Yu Gothic"/>
                <a:cs typeface="Yu Gothic"/>
              </a:defRPr>
            </a:lvl3pPr>
            <a:lvl4pPr>
              <a:defRPr sz="2250" b="0">
                <a:solidFill>
                  <a:srgbClr val="253C4D"/>
                </a:solidFill>
                <a:latin typeface="Yu Gothic"/>
                <a:ea typeface="Yu Gothic"/>
                <a:cs typeface="Yu Gothic"/>
              </a:defRPr>
            </a:lvl4pPr>
            <a:lvl5pPr>
              <a:defRPr sz="2250" b="0">
                <a:solidFill>
                  <a:srgbClr val="253C4D"/>
                </a:solidFill>
                <a:latin typeface="Yu Gothic"/>
                <a:ea typeface="Yu Gothic"/>
                <a:cs typeface="Yu Gothic"/>
              </a:defRPr>
            </a:lvl5pPr>
            <a:lvl6pPr>
              <a:defRPr sz="2250" b="0">
                <a:solidFill>
                  <a:srgbClr val="253C4D"/>
                </a:solidFill>
                <a:latin typeface="Yu Gothic"/>
                <a:ea typeface="Yu Gothic"/>
                <a:cs typeface="Yu Gothic"/>
              </a:defRPr>
            </a:lvl6pPr>
            <a:lvl7pPr>
              <a:defRPr sz="2250" b="0">
                <a:solidFill>
                  <a:srgbClr val="253C4D"/>
                </a:solidFill>
                <a:latin typeface="Yu Gothic"/>
                <a:ea typeface="Yu Gothic"/>
                <a:cs typeface="Yu Gothic"/>
              </a:defRPr>
            </a:lvl7pPr>
            <a:lvl8pPr>
              <a:defRPr sz="2250" b="0">
                <a:solidFill>
                  <a:srgbClr val="253C4D"/>
                </a:solidFill>
                <a:latin typeface="Yu Gothic"/>
                <a:ea typeface="Yu Gothic"/>
                <a:cs typeface="Yu Gothic"/>
              </a:defRPr>
            </a:lvl8pPr>
            <a:lvl9pPr>
              <a:defRPr sz="2250" b="0">
                <a:solidFill>
                  <a:srgbClr val="253C4D"/>
                </a:solidFill>
                <a:latin typeface="Yu Gothic"/>
                <a:ea typeface="Yu Gothic"/>
                <a:cs typeface="Yu Gothic"/>
              </a:defRPr>
            </a:lvl9pPr>
          </a:lstStyle>
          <a:p>
            <a:pPr>
              <a:defRPr sz="2250" b="0">
                <a:solidFill>
                  <a:srgbClr val="253C4D"/>
                </a:solidFill>
                <a:latin typeface="Yu Gothic"/>
                <a:ea typeface="Yu Gothic"/>
                <a:cs typeface="Yu Gothic"/>
              </a:defRPr>
            </a:pPr>
            <a:r>
              <a:rPr sz="2250" b="0">
                <a:solidFill>
                  <a:srgbClr val="253C4D"/>
                </a:solidFill>
                <a:latin typeface="Yu Gothic"/>
                <a:ea typeface="Yu Gothic"/>
                <a:cs typeface="Yu Gothic"/>
              </a:rPr>
              <a:t>構造・火災・環境について、別々の根拠を書く</a:t>
            </a:r>
          </a:p>
        </p:txBody>
      </p:sp>
      <p:sp>
        <p:nvSpPr>
          <p:cNvPr id="7" name="正方形/長方形 6">
            <a:extLst>
              <a:ext uri="{FF2B5EF4-FFF2-40B4-BE49-F238E27FC236}">
                <a16:creationId xmlns:a16="http://schemas.microsoft.com/office/drawing/2014/main" id="{DF029773-358A-4B47-BB34-E5EB0791A093}"/>
              </a:ext>
            </a:extLst>
          </p:cNvPr>
          <p:cNvSpPr>
            <a:spLocks noGrp="1"/>
          </p:cNvSpPr>
          <p:nvPr/>
        </p:nvSpPr>
        <p:spPr>
          <a:xfrm>
            <a:off x="838200" y="4200525"/>
            <a:ext cx="10477500" cy="857250"/>
          </a:xfrm>
          <a:prstGeom prst="rect">
            <a:avLst/>
          </a:prstGeom>
          <a:noFill/>
          <a:ln w="0">
            <a:noFill/>
          </a:ln>
        </p:spPr>
        <p:txBody>
          <a:bodyPr lIns="0" tIns="0" rIns="0" bIns="0" anchor="ctr">
            <a:noAutofit/>
          </a:bodyPr>
          <a:lstStyle>
            <a:defPPr>
              <a:defRPr sz="2250" b="0">
                <a:solidFill>
                  <a:srgbClr val="253C4D"/>
                </a:solidFill>
                <a:latin typeface="Yu Gothic"/>
                <a:ea typeface="Yu Gothic"/>
                <a:cs typeface="Yu Gothic"/>
              </a:defRPr>
            </a:defPPr>
            <a:lvl1pPr>
              <a:defRPr sz="2250" b="0">
                <a:solidFill>
                  <a:srgbClr val="253C4D"/>
                </a:solidFill>
                <a:latin typeface="Yu Gothic"/>
                <a:ea typeface="Yu Gothic"/>
                <a:cs typeface="Yu Gothic"/>
              </a:defRPr>
            </a:lvl1pPr>
            <a:lvl2pPr>
              <a:defRPr sz="2250" b="0">
                <a:solidFill>
                  <a:srgbClr val="253C4D"/>
                </a:solidFill>
                <a:latin typeface="Yu Gothic"/>
                <a:ea typeface="Yu Gothic"/>
                <a:cs typeface="Yu Gothic"/>
              </a:defRPr>
            </a:lvl2pPr>
            <a:lvl3pPr>
              <a:defRPr sz="2250" b="0">
                <a:solidFill>
                  <a:srgbClr val="253C4D"/>
                </a:solidFill>
                <a:latin typeface="Yu Gothic"/>
                <a:ea typeface="Yu Gothic"/>
                <a:cs typeface="Yu Gothic"/>
              </a:defRPr>
            </a:lvl3pPr>
            <a:lvl4pPr>
              <a:defRPr sz="2250" b="0">
                <a:solidFill>
                  <a:srgbClr val="253C4D"/>
                </a:solidFill>
                <a:latin typeface="Yu Gothic"/>
                <a:ea typeface="Yu Gothic"/>
                <a:cs typeface="Yu Gothic"/>
              </a:defRPr>
            </a:lvl4pPr>
            <a:lvl5pPr>
              <a:defRPr sz="2250" b="0">
                <a:solidFill>
                  <a:srgbClr val="253C4D"/>
                </a:solidFill>
                <a:latin typeface="Yu Gothic"/>
                <a:ea typeface="Yu Gothic"/>
                <a:cs typeface="Yu Gothic"/>
              </a:defRPr>
            </a:lvl5pPr>
            <a:lvl6pPr>
              <a:defRPr sz="2250" b="0">
                <a:solidFill>
                  <a:srgbClr val="253C4D"/>
                </a:solidFill>
                <a:latin typeface="Yu Gothic"/>
                <a:ea typeface="Yu Gothic"/>
                <a:cs typeface="Yu Gothic"/>
              </a:defRPr>
            </a:lvl6pPr>
            <a:lvl7pPr>
              <a:defRPr sz="2250" b="0">
                <a:solidFill>
                  <a:srgbClr val="253C4D"/>
                </a:solidFill>
                <a:latin typeface="Yu Gothic"/>
                <a:ea typeface="Yu Gothic"/>
                <a:cs typeface="Yu Gothic"/>
              </a:defRPr>
            </a:lvl7pPr>
            <a:lvl8pPr>
              <a:defRPr sz="2250" b="0">
                <a:solidFill>
                  <a:srgbClr val="253C4D"/>
                </a:solidFill>
                <a:latin typeface="Yu Gothic"/>
                <a:ea typeface="Yu Gothic"/>
                <a:cs typeface="Yu Gothic"/>
              </a:defRPr>
            </a:lvl8pPr>
            <a:lvl9pPr>
              <a:defRPr sz="2250" b="0">
                <a:solidFill>
                  <a:srgbClr val="253C4D"/>
                </a:solidFill>
                <a:latin typeface="Yu Gothic"/>
                <a:ea typeface="Yu Gothic"/>
                <a:cs typeface="Yu Gothic"/>
              </a:defRPr>
            </a:lvl9pPr>
          </a:lstStyle>
          <a:p>
            <a:pPr>
              <a:defRPr sz="2250" b="0">
                <a:solidFill>
                  <a:srgbClr val="253C4D"/>
                </a:solidFill>
                <a:latin typeface="Yu Gothic"/>
                <a:ea typeface="Yu Gothic"/>
                <a:cs typeface="Yu Gothic"/>
              </a:defRPr>
            </a:pPr>
            <a:r>
              <a:rPr sz="2250" b="0">
                <a:solidFill>
                  <a:srgbClr val="253C4D"/>
                </a:solidFill>
                <a:latin typeface="Yu Gothic"/>
                <a:ea typeface="Yu Gothic"/>
                <a:cs typeface="Yu Gothic"/>
              </a:rPr>
              <a:t>未確認の性能値を、材料名から補わない</a:t>
            </a:r>
          </a:p>
        </p:txBody>
      </p:sp>
    </p:spTree>
    <p:extLst>
      <p:ext uri="{BB962C8B-B14F-4D97-AF65-F5344CB8AC3E}">
        <p14:creationId xmlns:p14="http://schemas.microsoft.com/office/powerpoint/2010/main" val="4002482685"/>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正方形/長方形 7">
            <a:extLst>
              <a:ext uri="{FF2B5EF4-FFF2-40B4-BE49-F238E27FC236}">
                <a16:creationId xmlns:a16="http://schemas.microsoft.com/office/drawing/2014/main" id="{E3CFB2B6-BB97-4A16-B5DF-B693D4A1F1E3}"/>
              </a:ext>
            </a:extLst>
          </p:cNvPr>
          <p:cNvSpPr>
            <a:spLocks noGrp="1"/>
          </p:cNvSpPr>
          <p:nvPr/>
        </p:nvSpPr>
        <p:spPr>
          <a:xfrm>
            <a:off x="685800" y="342900"/>
            <a:ext cx="10820400" cy="666750"/>
          </a:xfrm>
          <a:prstGeom prst="rect">
            <a:avLst/>
          </a:prstGeom>
          <a:noFill/>
          <a:ln w="0">
            <a:noFill/>
          </a:ln>
        </p:spPr>
        <p:txBody>
          <a:bodyPr lIns="0" tIns="0" rIns="0" bIns="0" anchor="ctr">
            <a:noAutofit/>
          </a:bodyPr>
          <a:lstStyle>
            <a:defPPr>
              <a:defRPr sz="3000" b="1">
                <a:solidFill>
                  <a:srgbClr val="18364F"/>
                </a:solidFill>
                <a:latin typeface="Yu Gothic"/>
                <a:ea typeface="Yu Gothic"/>
                <a:cs typeface="Yu Gothic"/>
              </a:defRPr>
            </a:defPPr>
            <a:lvl1pPr>
              <a:defRPr sz="3000" b="1">
                <a:solidFill>
                  <a:srgbClr val="18364F"/>
                </a:solidFill>
                <a:latin typeface="Yu Gothic"/>
                <a:ea typeface="Yu Gothic"/>
                <a:cs typeface="Yu Gothic"/>
              </a:defRPr>
            </a:lvl1pPr>
            <a:lvl2pPr>
              <a:defRPr sz="3000" b="1">
                <a:solidFill>
                  <a:srgbClr val="18364F"/>
                </a:solidFill>
                <a:latin typeface="Yu Gothic"/>
                <a:ea typeface="Yu Gothic"/>
                <a:cs typeface="Yu Gothic"/>
              </a:defRPr>
            </a:lvl2pPr>
            <a:lvl3pPr>
              <a:defRPr sz="3000" b="1">
                <a:solidFill>
                  <a:srgbClr val="18364F"/>
                </a:solidFill>
                <a:latin typeface="Yu Gothic"/>
                <a:ea typeface="Yu Gothic"/>
                <a:cs typeface="Yu Gothic"/>
              </a:defRPr>
            </a:lvl3pPr>
            <a:lvl4pPr>
              <a:defRPr sz="3000" b="1">
                <a:solidFill>
                  <a:srgbClr val="18364F"/>
                </a:solidFill>
                <a:latin typeface="Yu Gothic"/>
                <a:ea typeface="Yu Gothic"/>
                <a:cs typeface="Yu Gothic"/>
              </a:defRPr>
            </a:lvl4pPr>
            <a:lvl5pPr>
              <a:defRPr sz="3000" b="1">
                <a:solidFill>
                  <a:srgbClr val="18364F"/>
                </a:solidFill>
                <a:latin typeface="Yu Gothic"/>
                <a:ea typeface="Yu Gothic"/>
                <a:cs typeface="Yu Gothic"/>
              </a:defRPr>
            </a:lvl5pPr>
            <a:lvl6pPr>
              <a:defRPr sz="3000" b="1">
                <a:solidFill>
                  <a:srgbClr val="18364F"/>
                </a:solidFill>
                <a:latin typeface="Yu Gothic"/>
                <a:ea typeface="Yu Gothic"/>
                <a:cs typeface="Yu Gothic"/>
              </a:defRPr>
            </a:lvl6pPr>
            <a:lvl7pPr>
              <a:defRPr sz="3000" b="1">
                <a:solidFill>
                  <a:srgbClr val="18364F"/>
                </a:solidFill>
                <a:latin typeface="Yu Gothic"/>
                <a:ea typeface="Yu Gothic"/>
                <a:cs typeface="Yu Gothic"/>
              </a:defRPr>
            </a:lvl7pPr>
            <a:lvl8pPr>
              <a:defRPr sz="3000" b="1">
                <a:solidFill>
                  <a:srgbClr val="18364F"/>
                </a:solidFill>
                <a:latin typeface="Yu Gothic"/>
                <a:ea typeface="Yu Gothic"/>
                <a:cs typeface="Yu Gothic"/>
              </a:defRPr>
            </a:lvl8pPr>
            <a:lvl9pPr>
              <a:defRPr sz="3000" b="1">
                <a:solidFill>
                  <a:srgbClr val="18364F"/>
                </a:solidFill>
                <a:latin typeface="Yu Gothic"/>
                <a:ea typeface="Yu Gothic"/>
                <a:cs typeface="Yu Gothic"/>
              </a:defRPr>
            </a:lvl9pPr>
          </a:lstStyle>
          <a:p>
            <a:pPr>
              <a:defRPr sz="3000" b="1">
                <a:solidFill>
                  <a:srgbClr val="18364F"/>
                </a:solidFill>
                <a:latin typeface="Yu Gothic"/>
                <a:ea typeface="Yu Gothic"/>
                <a:cs typeface="Yu Gothic"/>
              </a:defRPr>
            </a:pPr>
            <a:r>
              <a:rPr sz="3000" b="1">
                <a:solidFill>
                  <a:srgbClr val="18364F"/>
                </a:solidFill>
                <a:latin typeface="Yu Gothic"/>
                <a:ea typeface="Yu Gothic"/>
                <a:cs typeface="Yu Gothic"/>
              </a:rPr>
              <a:t>統合演習の見直し方</a:t>
            </a:r>
          </a:p>
        </p:txBody>
      </p:sp>
      <p:sp>
        <p:nvSpPr>
          <p:cNvPr id="2" name="正方形/長方形 1">
            <a:extLst>
              <a:ext uri="{FF2B5EF4-FFF2-40B4-BE49-F238E27FC236}">
                <a16:creationId xmlns:a16="http://schemas.microsoft.com/office/drawing/2014/main" id="{A9542A09-93C4-4532-9E96-A369A658E9E9}"/>
              </a:ext>
            </a:extLst>
          </p:cNvPr>
          <p:cNvSpPr>
            <a:spLocks noGrp="1"/>
          </p:cNvSpPr>
          <p:nvPr/>
        </p:nvSpPr>
        <p:spPr>
          <a:xfrm>
            <a:off x="685800" y="1181100"/>
            <a:ext cx="10820400" cy="19050"/>
          </a:xfrm>
          <a:prstGeom prst="rect">
            <a:avLst/>
          </a:prstGeom>
          <a:solidFill>
            <a:srgbClr val="18364F"/>
          </a:solidFill>
          <a:ln w="0">
            <a:noFill/>
          </a:ln>
        </p:spPr>
      </p:sp>
      <p:sp>
        <p:nvSpPr>
          <p:cNvPr id="3" name="正方形/長方形 2">
            <a:extLst>
              <a:ext uri="{FF2B5EF4-FFF2-40B4-BE49-F238E27FC236}">
                <a16:creationId xmlns:a16="http://schemas.microsoft.com/office/drawing/2014/main" id="{D275D080-72A9-4875-BEA3-97F270F9EBF4}"/>
              </a:ext>
            </a:extLst>
          </p:cNvPr>
          <p:cNvSpPr>
            <a:spLocks noGrp="1"/>
          </p:cNvSpPr>
          <p:nvPr/>
        </p:nvSpPr>
        <p:spPr>
          <a:xfrm>
            <a:off x="685800" y="6419850"/>
            <a:ext cx="9334500" cy="257175"/>
          </a:xfrm>
          <a:prstGeom prst="rect">
            <a:avLst/>
          </a:prstGeom>
          <a:noFill/>
          <a:ln w="0">
            <a:noFill/>
          </a:ln>
        </p:spPr>
        <p:txBody>
          <a:bodyPr lIns="0" tIns="0" rIns="0" bIns="0" anchor="ctr">
            <a:noAutofit/>
          </a:bodyPr>
          <a:lstStyle>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a:pPr>
              <a:defRPr sz="1425" b="0">
                <a:solidFill>
                  <a:srgbClr val="596875"/>
                </a:solidFill>
                <a:latin typeface="Yu Gothic"/>
                <a:ea typeface="Yu Gothic"/>
                <a:cs typeface="Yu Gothic"/>
              </a:defRPr>
            </a:pPr>
            <a:r>
              <a:rPr lang="ja-JP" altLang="en-US" sz="1425" b="0">
                <a:solidFill>
                  <a:srgbClr val="596875"/>
                </a:solidFill>
                <a:latin typeface="Yu Gothic"/>
                <a:ea typeface="Yu Gothic"/>
                <a:cs typeface="Yu Gothic"/>
              </a:rPr>
              <a:t>木材及び木質材料学　新第</a:t>
            </a:r>
            <a:r>
              <a:rPr lang="en-US" altLang="ja-JP" sz="1425" b="0">
                <a:solidFill>
                  <a:srgbClr val="596875"/>
                </a:solidFill>
                <a:latin typeface="Yu Gothic"/>
                <a:ea typeface="Yu Gothic"/>
                <a:cs typeface="Yu Gothic"/>
              </a:rPr>
              <a:t>14</a:t>
            </a:r>
            <a:r>
              <a:rPr lang="ja-JP" altLang="en-US" sz="1425" b="0">
                <a:solidFill>
                  <a:srgbClr val="596875"/>
                </a:solidFill>
                <a:latin typeface="Yu Gothic"/>
                <a:ea typeface="Yu Gothic"/>
                <a:cs typeface="Yu Gothic"/>
              </a:rPr>
              <a:t>回　再構成</a:t>
            </a:r>
            <a:endParaRPr sz="1425" b="0">
              <a:solidFill>
                <a:srgbClr val="596875"/>
              </a:solidFill>
              <a:latin typeface="Yu Gothic"/>
              <a:ea typeface="Yu Gothic"/>
              <a:cs typeface="Yu Gothic"/>
            </a:endParaRPr>
          </a:p>
        </p:txBody>
      </p:sp>
      <p:sp>
        <p:nvSpPr>
          <p:cNvPr id="4" name="正方形/長方形 3">
            <a:extLst>
              <a:ext uri="{FF2B5EF4-FFF2-40B4-BE49-F238E27FC236}">
                <a16:creationId xmlns:a16="http://schemas.microsoft.com/office/drawing/2014/main" id="{CFCC06B3-ACEB-4EC7-90D2-E0ABCBD0766D}"/>
              </a:ext>
            </a:extLst>
          </p:cNvPr>
          <p:cNvSpPr>
            <a:spLocks noGrp="1"/>
          </p:cNvSpPr>
          <p:nvPr/>
        </p:nvSpPr>
        <p:spPr>
          <a:xfrm>
            <a:off x="10763250" y="6419850"/>
            <a:ext cx="742950" cy="257175"/>
          </a:xfrm>
          <a:prstGeom prst="rect">
            <a:avLst/>
          </a:prstGeom>
          <a:noFill/>
          <a:ln w="0">
            <a:noFill/>
          </a:ln>
        </p:spPr>
        <p:txBody>
          <a:bodyPr lIns="0" tIns="0" rIns="0" bIns="0" anchor="ctr">
            <a:noAutofit/>
          </a:bodyPr>
          <a:lstStyle>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a:pPr>
              <a:defRPr sz="1425" b="0">
                <a:solidFill>
                  <a:srgbClr val="596875"/>
                </a:solidFill>
                <a:latin typeface="Yu Gothic"/>
                <a:ea typeface="Yu Gothic"/>
                <a:cs typeface="Yu Gothic"/>
              </a:defRPr>
            </a:pPr>
            <a:r>
              <a:rPr lang="en-US" altLang="ja-JP" sz="1425" b="0">
                <a:solidFill>
                  <a:srgbClr val="596875"/>
                </a:solidFill>
                <a:latin typeface="Yu Gothic"/>
                <a:ea typeface="Yu Gothic"/>
                <a:cs typeface="Yu Gothic"/>
              </a:rPr>
              <a:t>53</a:t>
            </a:r>
            <a:endParaRPr sz="1425" b="0">
              <a:solidFill>
                <a:srgbClr val="596875"/>
              </a:solidFill>
              <a:latin typeface="Yu Gothic"/>
              <a:ea typeface="Yu Gothic"/>
              <a:cs typeface="Yu Gothic"/>
            </a:endParaRPr>
          </a:p>
        </p:txBody>
      </p:sp>
      <p:sp>
        <p:nvSpPr>
          <p:cNvPr id="5" name="正方形/長方形 4">
            <a:extLst>
              <a:ext uri="{FF2B5EF4-FFF2-40B4-BE49-F238E27FC236}">
                <a16:creationId xmlns:a16="http://schemas.microsoft.com/office/drawing/2014/main" id="{19735A6E-0EFA-4736-90E4-92B1F334A114}"/>
              </a:ext>
            </a:extLst>
          </p:cNvPr>
          <p:cNvSpPr>
            <a:spLocks noGrp="1"/>
          </p:cNvSpPr>
          <p:nvPr/>
        </p:nvSpPr>
        <p:spPr>
          <a:xfrm>
            <a:off x="838200" y="1762125"/>
            <a:ext cx="10477500" cy="857250"/>
          </a:xfrm>
          <a:prstGeom prst="rect">
            <a:avLst/>
          </a:prstGeom>
          <a:noFill/>
          <a:ln w="0">
            <a:noFill/>
          </a:ln>
        </p:spPr>
        <p:txBody>
          <a:bodyPr lIns="0" tIns="0" rIns="0" bIns="0" anchor="ctr">
            <a:noAutofit/>
          </a:bodyPr>
          <a:lstStyle>
            <a:defPPr>
              <a:defRPr sz="2250" b="0">
                <a:solidFill>
                  <a:srgbClr val="18364F"/>
                </a:solidFill>
                <a:latin typeface="Yu Gothic"/>
                <a:ea typeface="Yu Gothic"/>
                <a:cs typeface="Yu Gothic"/>
              </a:defRPr>
            </a:defPPr>
            <a:lvl1pPr>
              <a:defRPr sz="2250" b="0">
                <a:solidFill>
                  <a:srgbClr val="18364F"/>
                </a:solidFill>
                <a:latin typeface="Yu Gothic"/>
                <a:ea typeface="Yu Gothic"/>
                <a:cs typeface="Yu Gothic"/>
              </a:defRPr>
            </a:lvl1pPr>
            <a:lvl2pPr>
              <a:defRPr sz="2250" b="0">
                <a:solidFill>
                  <a:srgbClr val="18364F"/>
                </a:solidFill>
                <a:latin typeface="Yu Gothic"/>
                <a:ea typeface="Yu Gothic"/>
                <a:cs typeface="Yu Gothic"/>
              </a:defRPr>
            </a:lvl2pPr>
            <a:lvl3pPr>
              <a:defRPr sz="2250" b="0">
                <a:solidFill>
                  <a:srgbClr val="18364F"/>
                </a:solidFill>
                <a:latin typeface="Yu Gothic"/>
                <a:ea typeface="Yu Gothic"/>
                <a:cs typeface="Yu Gothic"/>
              </a:defRPr>
            </a:lvl3pPr>
            <a:lvl4pPr>
              <a:defRPr sz="2250" b="0">
                <a:solidFill>
                  <a:srgbClr val="18364F"/>
                </a:solidFill>
                <a:latin typeface="Yu Gothic"/>
                <a:ea typeface="Yu Gothic"/>
                <a:cs typeface="Yu Gothic"/>
              </a:defRPr>
            </a:lvl4pPr>
            <a:lvl5pPr>
              <a:defRPr sz="2250" b="0">
                <a:solidFill>
                  <a:srgbClr val="18364F"/>
                </a:solidFill>
                <a:latin typeface="Yu Gothic"/>
                <a:ea typeface="Yu Gothic"/>
                <a:cs typeface="Yu Gothic"/>
              </a:defRPr>
            </a:lvl5pPr>
            <a:lvl6pPr>
              <a:defRPr sz="2250" b="0">
                <a:solidFill>
                  <a:srgbClr val="18364F"/>
                </a:solidFill>
                <a:latin typeface="Yu Gothic"/>
                <a:ea typeface="Yu Gothic"/>
                <a:cs typeface="Yu Gothic"/>
              </a:defRPr>
            </a:lvl6pPr>
            <a:lvl7pPr>
              <a:defRPr sz="2250" b="0">
                <a:solidFill>
                  <a:srgbClr val="18364F"/>
                </a:solidFill>
                <a:latin typeface="Yu Gothic"/>
                <a:ea typeface="Yu Gothic"/>
                <a:cs typeface="Yu Gothic"/>
              </a:defRPr>
            </a:lvl7pPr>
            <a:lvl8pPr>
              <a:defRPr sz="2250" b="0">
                <a:solidFill>
                  <a:srgbClr val="18364F"/>
                </a:solidFill>
                <a:latin typeface="Yu Gothic"/>
                <a:ea typeface="Yu Gothic"/>
                <a:cs typeface="Yu Gothic"/>
              </a:defRPr>
            </a:lvl8pPr>
            <a:lvl9pPr>
              <a:defRPr sz="2250" b="0">
                <a:solidFill>
                  <a:srgbClr val="18364F"/>
                </a:solidFill>
                <a:latin typeface="Yu Gothic"/>
                <a:ea typeface="Yu Gothic"/>
                <a:cs typeface="Yu Gothic"/>
              </a:defRPr>
            </a:lvl9pPr>
          </a:lstStyle>
          <a:p>
            <a:pPr>
              <a:defRPr sz="2250" b="0">
                <a:solidFill>
                  <a:srgbClr val="18364F"/>
                </a:solidFill>
                <a:latin typeface="Yu Gothic"/>
                <a:ea typeface="Yu Gothic"/>
                <a:cs typeface="Yu Gothic"/>
              </a:defRPr>
            </a:pPr>
            <a:r>
              <a:rPr sz="2250" b="0">
                <a:solidFill>
                  <a:srgbClr val="18364F"/>
                </a:solidFill>
                <a:latin typeface="Yu Gothic"/>
                <a:ea typeface="Yu Gothic"/>
                <a:cs typeface="Yu Gothic"/>
              </a:rPr>
              <a:t>構造：部材・支持・接合と、必要な性能値</a:t>
            </a:r>
          </a:p>
        </p:txBody>
      </p:sp>
      <p:sp>
        <p:nvSpPr>
          <p:cNvPr id="6" name="正方形/長方形 5">
            <a:extLst>
              <a:ext uri="{FF2B5EF4-FFF2-40B4-BE49-F238E27FC236}">
                <a16:creationId xmlns:a16="http://schemas.microsoft.com/office/drawing/2014/main" id="{0993B76C-B10E-4B89-BC3A-2733D5080AA1}"/>
              </a:ext>
            </a:extLst>
          </p:cNvPr>
          <p:cNvSpPr>
            <a:spLocks noGrp="1"/>
          </p:cNvSpPr>
          <p:nvPr/>
        </p:nvSpPr>
        <p:spPr>
          <a:xfrm>
            <a:off x="838200" y="2981325"/>
            <a:ext cx="10477500" cy="857250"/>
          </a:xfrm>
          <a:prstGeom prst="rect">
            <a:avLst/>
          </a:prstGeom>
          <a:noFill/>
          <a:ln w="0">
            <a:noFill/>
          </a:ln>
        </p:spPr>
        <p:txBody>
          <a:bodyPr lIns="0" tIns="0" rIns="0" bIns="0" anchor="ctr">
            <a:noAutofit/>
          </a:bodyPr>
          <a:lstStyle>
            <a:defPPr>
              <a:defRPr sz="2250" b="0">
                <a:solidFill>
                  <a:srgbClr val="253C4D"/>
                </a:solidFill>
                <a:latin typeface="Yu Gothic"/>
                <a:ea typeface="Yu Gothic"/>
                <a:cs typeface="Yu Gothic"/>
              </a:defRPr>
            </a:defPPr>
            <a:lvl1pPr>
              <a:defRPr sz="2250" b="0">
                <a:solidFill>
                  <a:srgbClr val="253C4D"/>
                </a:solidFill>
                <a:latin typeface="Yu Gothic"/>
                <a:ea typeface="Yu Gothic"/>
                <a:cs typeface="Yu Gothic"/>
              </a:defRPr>
            </a:lvl1pPr>
            <a:lvl2pPr>
              <a:defRPr sz="2250" b="0">
                <a:solidFill>
                  <a:srgbClr val="253C4D"/>
                </a:solidFill>
                <a:latin typeface="Yu Gothic"/>
                <a:ea typeface="Yu Gothic"/>
                <a:cs typeface="Yu Gothic"/>
              </a:defRPr>
            </a:lvl2pPr>
            <a:lvl3pPr>
              <a:defRPr sz="2250" b="0">
                <a:solidFill>
                  <a:srgbClr val="253C4D"/>
                </a:solidFill>
                <a:latin typeface="Yu Gothic"/>
                <a:ea typeface="Yu Gothic"/>
                <a:cs typeface="Yu Gothic"/>
              </a:defRPr>
            </a:lvl3pPr>
            <a:lvl4pPr>
              <a:defRPr sz="2250" b="0">
                <a:solidFill>
                  <a:srgbClr val="253C4D"/>
                </a:solidFill>
                <a:latin typeface="Yu Gothic"/>
                <a:ea typeface="Yu Gothic"/>
                <a:cs typeface="Yu Gothic"/>
              </a:defRPr>
            </a:lvl4pPr>
            <a:lvl5pPr>
              <a:defRPr sz="2250" b="0">
                <a:solidFill>
                  <a:srgbClr val="253C4D"/>
                </a:solidFill>
                <a:latin typeface="Yu Gothic"/>
                <a:ea typeface="Yu Gothic"/>
                <a:cs typeface="Yu Gothic"/>
              </a:defRPr>
            </a:lvl5pPr>
            <a:lvl6pPr>
              <a:defRPr sz="2250" b="0">
                <a:solidFill>
                  <a:srgbClr val="253C4D"/>
                </a:solidFill>
                <a:latin typeface="Yu Gothic"/>
                <a:ea typeface="Yu Gothic"/>
                <a:cs typeface="Yu Gothic"/>
              </a:defRPr>
            </a:lvl6pPr>
            <a:lvl7pPr>
              <a:defRPr sz="2250" b="0">
                <a:solidFill>
                  <a:srgbClr val="253C4D"/>
                </a:solidFill>
                <a:latin typeface="Yu Gothic"/>
                <a:ea typeface="Yu Gothic"/>
                <a:cs typeface="Yu Gothic"/>
              </a:defRPr>
            </a:lvl7pPr>
            <a:lvl8pPr>
              <a:defRPr sz="2250" b="0">
                <a:solidFill>
                  <a:srgbClr val="253C4D"/>
                </a:solidFill>
                <a:latin typeface="Yu Gothic"/>
                <a:ea typeface="Yu Gothic"/>
                <a:cs typeface="Yu Gothic"/>
              </a:defRPr>
            </a:lvl8pPr>
            <a:lvl9pPr>
              <a:defRPr sz="2250" b="0">
                <a:solidFill>
                  <a:srgbClr val="253C4D"/>
                </a:solidFill>
                <a:latin typeface="Yu Gothic"/>
                <a:ea typeface="Yu Gothic"/>
                <a:cs typeface="Yu Gothic"/>
              </a:defRPr>
            </a:lvl9pPr>
          </a:lstStyle>
          <a:p>
            <a:pPr>
              <a:defRPr sz="2250" b="0">
                <a:solidFill>
                  <a:srgbClr val="253C4D"/>
                </a:solidFill>
                <a:latin typeface="Yu Gothic"/>
                <a:ea typeface="Yu Gothic"/>
                <a:cs typeface="Yu Gothic"/>
              </a:defRPr>
            </a:pPr>
            <a:r>
              <a:rPr sz="2250" b="0">
                <a:solidFill>
                  <a:srgbClr val="253C4D"/>
                </a:solidFill>
                <a:latin typeface="Yu Gothic"/>
                <a:ea typeface="Yu Gothic"/>
                <a:cs typeface="Yu Gothic"/>
              </a:rPr>
              <a:t>火災：対象部位・加熱条件・求める性能</a:t>
            </a:r>
          </a:p>
        </p:txBody>
      </p:sp>
      <p:sp>
        <p:nvSpPr>
          <p:cNvPr id="7" name="正方形/長方形 6">
            <a:extLst>
              <a:ext uri="{FF2B5EF4-FFF2-40B4-BE49-F238E27FC236}">
                <a16:creationId xmlns:a16="http://schemas.microsoft.com/office/drawing/2014/main" id="{C40C9517-DEE3-4945-8524-111ECD855ABD}"/>
              </a:ext>
            </a:extLst>
          </p:cNvPr>
          <p:cNvSpPr>
            <a:spLocks noGrp="1"/>
          </p:cNvSpPr>
          <p:nvPr/>
        </p:nvSpPr>
        <p:spPr>
          <a:xfrm>
            <a:off x="838200" y="4200525"/>
            <a:ext cx="10477500" cy="857250"/>
          </a:xfrm>
          <a:prstGeom prst="rect">
            <a:avLst/>
          </a:prstGeom>
          <a:noFill/>
          <a:ln w="0">
            <a:noFill/>
          </a:ln>
        </p:spPr>
        <p:txBody>
          <a:bodyPr lIns="0" tIns="0" rIns="0" bIns="0" anchor="ctr">
            <a:noAutofit/>
          </a:bodyPr>
          <a:lstStyle>
            <a:defPPr>
              <a:defRPr sz="2250" b="0">
                <a:solidFill>
                  <a:srgbClr val="253C4D"/>
                </a:solidFill>
                <a:latin typeface="Yu Gothic"/>
                <a:ea typeface="Yu Gothic"/>
                <a:cs typeface="Yu Gothic"/>
              </a:defRPr>
            </a:defPPr>
            <a:lvl1pPr>
              <a:defRPr sz="2250" b="0">
                <a:solidFill>
                  <a:srgbClr val="253C4D"/>
                </a:solidFill>
                <a:latin typeface="Yu Gothic"/>
                <a:ea typeface="Yu Gothic"/>
                <a:cs typeface="Yu Gothic"/>
              </a:defRPr>
            </a:lvl1pPr>
            <a:lvl2pPr>
              <a:defRPr sz="2250" b="0">
                <a:solidFill>
                  <a:srgbClr val="253C4D"/>
                </a:solidFill>
                <a:latin typeface="Yu Gothic"/>
                <a:ea typeface="Yu Gothic"/>
                <a:cs typeface="Yu Gothic"/>
              </a:defRPr>
            </a:lvl2pPr>
            <a:lvl3pPr>
              <a:defRPr sz="2250" b="0">
                <a:solidFill>
                  <a:srgbClr val="253C4D"/>
                </a:solidFill>
                <a:latin typeface="Yu Gothic"/>
                <a:ea typeface="Yu Gothic"/>
                <a:cs typeface="Yu Gothic"/>
              </a:defRPr>
            </a:lvl3pPr>
            <a:lvl4pPr>
              <a:defRPr sz="2250" b="0">
                <a:solidFill>
                  <a:srgbClr val="253C4D"/>
                </a:solidFill>
                <a:latin typeface="Yu Gothic"/>
                <a:ea typeface="Yu Gothic"/>
                <a:cs typeface="Yu Gothic"/>
              </a:defRPr>
            </a:lvl4pPr>
            <a:lvl5pPr>
              <a:defRPr sz="2250" b="0">
                <a:solidFill>
                  <a:srgbClr val="253C4D"/>
                </a:solidFill>
                <a:latin typeface="Yu Gothic"/>
                <a:ea typeface="Yu Gothic"/>
                <a:cs typeface="Yu Gothic"/>
              </a:defRPr>
            </a:lvl5pPr>
            <a:lvl6pPr>
              <a:defRPr sz="2250" b="0">
                <a:solidFill>
                  <a:srgbClr val="253C4D"/>
                </a:solidFill>
                <a:latin typeface="Yu Gothic"/>
                <a:ea typeface="Yu Gothic"/>
                <a:cs typeface="Yu Gothic"/>
              </a:defRPr>
            </a:lvl6pPr>
            <a:lvl7pPr>
              <a:defRPr sz="2250" b="0">
                <a:solidFill>
                  <a:srgbClr val="253C4D"/>
                </a:solidFill>
                <a:latin typeface="Yu Gothic"/>
                <a:ea typeface="Yu Gothic"/>
                <a:cs typeface="Yu Gothic"/>
              </a:defRPr>
            </a:lvl7pPr>
            <a:lvl8pPr>
              <a:defRPr sz="2250" b="0">
                <a:solidFill>
                  <a:srgbClr val="253C4D"/>
                </a:solidFill>
                <a:latin typeface="Yu Gothic"/>
                <a:ea typeface="Yu Gothic"/>
                <a:cs typeface="Yu Gothic"/>
              </a:defRPr>
            </a:lvl8pPr>
            <a:lvl9pPr>
              <a:defRPr sz="2250" b="0">
                <a:solidFill>
                  <a:srgbClr val="253C4D"/>
                </a:solidFill>
                <a:latin typeface="Yu Gothic"/>
                <a:ea typeface="Yu Gothic"/>
                <a:cs typeface="Yu Gothic"/>
              </a:defRPr>
            </a:lvl9pPr>
          </a:lstStyle>
          <a:p>
            <a:pPr>
              <a:defRPr sz="2250" b="0">
                <a:solidFill>
                  <a:srgbClr val="253C4D"/>
                </a:solidFill>
                <a:latin typeface="Yu Gothic"/>
                <a:ea typeface="Yu Gothic"/>
                <a:cs typeface="Yu Gothic"/>
              </a:defRPr>
            </a:pPr>
            <a:r>
              <a:rPr sz="2250" b="0">
                <a:solidFill>
                  <a:srgbClr val="253C4D"/>
                </a:solidFill>
                <a:latin typeface="Yu Gothic"/>
                <a:ea typeface="Yu Gothic"/>
                <a:cs typeface="Yu Gothic"/>
              </a:rPr>
              <a:t>環境：機能・期間・工程と、炭素の扱い</a:t>
            </a:r>
          </a:p>
        </p:txBody>
      </p:sp>
    </p:spTree>
    <p:extLst>
      <p:ext uri="{BB962C8B-B14F-4D97-AF65-F5344CB8AC3E}">
        <p14:creationId xmlns:p14="http://schemas.microsoft.com/office/powerpoint/2010/main" val="1446034709"/>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正方形/長方形 7">
            <a:extLst>
              <a:ext uri="{FF2B5EF4-FFF2-40B4-BE49-F238E27FC236}">
                <a16:creationId xmlns:a16="http://schemas.microsoft.com/office/drawing/2014/main" id="{B920133F-2C77-495C-B3F0-DE4C6233AAE9}"/>
              </a:ext>
            </a:extLst>
          </p:cNvPr>
          <p:cNvSpPr>
            <a:spLocks noGrp="1"/>
          </p:cNvSpPr>
          <p:nvPr/>
        </p:nvSpPr>
        <p:spPr>
          <a:xfrm>
            <a:off x="685800" y="342900"/>
            <a:ext cx="10820400" cy="666750"/>
          </a:xfrm>
          <a:prstGeom prst="rect">
            <a:avLst/>
          </a:prstGeom>
          <a:noFill/>
          <a:ln w="0">
            <a:noFill/>
          </a:ln>
        </p:spPr>
        <p:txBody>
          <a:bodyPr lIns="0" tIns="0" rIns="0" bIns="0" anchor="ctr">
            <a:noAutofit/>
          </a:bodyPr>
          <a:lstStyle>
            <a:defPPr>
              <a:defRPr sz="3000" b="1">
                <a:solidFill>
                  <a:srgbClr val="18364F"/>
                </a:solidFill>
                <a:latin typeface="Yu Gothic"/>
                <a:ea typeface="Yu Gothic"/>
                <a:cs typeface="Yu Gothic"/>
              </a:defRPr>
            </a:defPPr>
            <a:lvl1pPr>
              <a:defRPr sz="3000" b="1">
                <a:solidFill>
                  <a:srgbClr val="18364F"/>
                </a:solidFill>
                <a:latin typeface="Yu Gothic"/>
                <a:ea typeface="Yu Gothic"/>
                <a:cs typeface="Yu Gothic"/>
              </a:defRPr>
            </a:lvl1pPr>
            <a:lvl2pPr>
              <a:defRPr sz="3000" b="1">
                <a:solidFill>
                  <a:srgbClr val="18364F"/>
                </a:solidFill>
                <a:latin typeface="Yu Gothic"/>
                <a:ea typeface="Yu Gothic"/>
                <a:cs typeface="Yu Gothic"/>
              </a:defRPr>
            </a:lvl2pPr>
            <a:lvl3pPr>
              <a:defRPr sz="3000" b="1">
                <a:solidFill>
                  <a:srgbClr val="18364F"/>
                </a:solidFill>
                <a:latin typeface="Yu Gothic"/>
                <a:ea typeface="Yu Gothic"/>
                <a:cs typeface="Yu Gothic"/>
              </a:defRPr>
            </a:lvl3pPr>
            <a:lvl4pPr>
              <a:defRPr sz="3000" b="1">
                <a:solidFill>
                  <a:srgbClr val="18364F"/>
                </a:solidFill>
                <a:latin typeface="Yu Gothic"/>
                <a:ea typeface="Yu Gothic"/>
                <a:cs typeface="Yu Gothic"/>
              </a:defRPr>
            </a:lvl4pPr>
            <a:lvl5pPr>
              <a:defRPr sz="3000" b="1">
                <a:solidFill>
                  <a:srgbClr val="18364F"/>
                </a:solidFill>
                <a:latin typeface="Yu Gothic"/>
                <a:ea typeface="Yu Gothic"/>
                <a:cs typeface="Yu Gothic"/>
              </a:defRPr>
            </a:lvl5pPr>
            <a:lvl6pPr>
              <a:defRPr sz="3000" b="1">
                <a:solidFill>
                  <a:srgbClr val="18364F"/>
                </a:solidFill>
                <a:latin typeface="Yu Gothic"/>
                <a:ea typeface="Yu Gothic"/>
                <a:cs typeface="Yu Gothic"/>
              </a:defRPr>
            </a:lvl6pPr>
            <a:lvl7pPr>
              <a:defRPr sz="3000" b="1">
                <a:solidFill>
                  <a:srgbClr val="18364F"/>
                </a:solidFill>
                <a:latin typeface="Yu Gothic"/>
                <a:ea typeface="Yu Gothic"/>
                <a:cs typeface="Yu Gothic"/>
              </a:defRPr>
            </a:lvl7pPr>
            <a:lvl8pPr>
              <a:defRPr sz="3000" b="1">
                <a:solidFill>
                  <a:srgbClr val="18364F"/>
                </a:solidFill>
                <a:latin typeface="Yu Gothic"/>
                <a:ea typeface="Yu Gothic"/>
                <a:cs typeface="Yu Gothic"/>
              </a:defRPr>
            </a:lvl8pPr>
            <a:lvl9pPr>
              <a:defRPr sz="3000" b="1">
                <a:solidFill>
                  <a:srgbClr val="18364F"/>
                </a:solidFill>
                <a:latin typeface="Yu Gothic"/>
                <a:ea typeface="Yu Gothic"/>
                <a:cs typeface="Yu Gothic"/>
              </a:defRPr>
            </a:lvl9pPr>
          </a:lstStyle>
          <a:p>
            <a:pPr>
              <a:defRPr sz="3000" b="1">
                <a:solidFill>
                  <a:srgbClr val="18364F"/>
                </a:solidFill>
                <a:latin typeface="Yu Gothic"/>
                <a:ea typeface="Yu Gothic"/>
                <a:cs typeface="Yu Gothic"/>
              </a:defRPr>
            </a:pPr>
            <a:r>
              <a:rPr sz="3000" b="1">
                <a:solidFill>
                  <a:srgbClr val="18364F"/>
                </a:solidFill>
                <a:latin typeface="Yu Gothic"/>
                <a:ea typeface="Yu Gothic"/>
                <a:cs typeface="Yu Gothic"/>
              </a:rPr>
              <a:t>部材の性質から、建物と資源の判断へ</a:t>
            </a:r>
          </a:p>
        </p:txBody>
      </p:sp>
      <p:sp>
        <p:nvSpPr>
          <p:cNvPr id="2" name="正方形/長方形 1">
            <a:extLst>
              <a:ext uri="{FF2B5EF4-FFF2-40B4-BE49-F238E27FC236}">
                <a16:creationId xmlns:a16="http://schemas.microsoft.com/office/drawing/2014/main" id="{99AA667B-E167-4433-8C1F-C311F214576F}"/>
              </a:ext>
            </a:extLst>
          </p:cNvPr>
          <p:cNvSpPr>
            <a:spLocks noGrp="1"/>
          </p:cNvSpPr>
          <p:nvPr/>
        </p:nvSpPr>
        <p:spPr>
          <a:xfrm>
            <a:off x="685800" y="1181100"/>
            <a:ext cx="10820400" cy="19050"/>
          </a:xfrm>
          <a:prstGeom prst="rect">
            <a:avLst/>
          </a:prstGeom>
          <a:solidFill>
            <a:srgbClr val="18364F"/>
          </a:solidFill>
          <a:ln w="0">
            <a:noFill/>
          </a:ln>
        </p:spPr>
      </p:sp>
      <p:sp>
        <p:nvSpPr>
          <p:cNvPr id="3" name="正方形/長方形 2">
            <a:extLst>
              <a:ext uri="{FF2B5EF4-FFF2-40B4-BE49-F238E27FC236}">
                <a16:creationId xmlns:a16="http://schemas.microsoft.com/office/drawing/2014/main" id="{645E275D-2E13-4F7A-88DA-22B5F6E8E311}"/>
              </a:ext>
            </a:extLst>
          </p:cNvPr>
          <p:cNvSpPr>
            <a:spLocks noGrp="1"/>
          </p:cNvSpPr>
          <p:nvPr/>
        </p:nvSpPr>
        <p:spPr>
          <a:xfrm>
            <a:off x="685800" y="6419850"/>
            <a:ext cx="9334500" cy="257175"/>
          </a:xfrm>
          <a:prstGeom prst="rect">
            <a:avLst/>
          </a:prstGeom>
          <a:noFill/>
          <a:ln w="0">
            <a:noFill/>
          </a:ln>
        </p:spPr>
        <p:txBody>
          <a:bodyPr lIns="0" tIns="0" rIns="0" bIns="0" anchor="ctr">
            <a:noAutofit/>
          </a:bodyPr>
          <a:lstStyle>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a:pPr>
              <a:defRPr sz="1425" b="0">
                <a:solidFill>
                  <a:srgbClr val="596875"/>
                </a:solidFill>
                <a:latin typeface="Yu Gothic"/>
                <a:ea typeface="Yu Gothic"/>
                <a:cs typeface="Yu Gothic"/>
              </a:defRPr>
            </a:pPr>
            <a:r>
              <a:rPr lang="ja-JP" altLang="en-US" sz="1425" b="0">
                <a:solidFill>
                  <a:srgbClr val="596875"/>
                </a:solidFill>
                <a:latin typeface="Yu Gothic"/>
                <a:ea typeface="Yu Gothic"/>
                <a:cs typeface="Yu Gothic"/>
              </a:rPr>
              <a:t>木材及び木質材料学　新第</a:t>
            </a:r>
            <a:r>
              <a:rPr lang="en-US" altLang="ja-JP" sz="1425" b="0">
                <a:solidFill>
                  <a:srgbClr val="596875"/>
                </a:solidFill>
                <a:latin typeface="Yu Gothic"/>
                <a:ea typeface="Yu Gothic"/>
                <a:cs typeface="Yu Gothic"/>
              </a:rPr>
              <a:t>14</a:t>
            </a:r>
            <a:r>
              <a:rPr lang="ja-JP" altLang="en-US" sz="1425" b="0">
                <a:solidFill>
                  <a:srgbClr val="596875"/>
                </a:solidFill>
                <a:latin typeface="Yu Gothic"/>
                <a:ea typeface="Yu Gothic"/>
                <a:cs typeface="Yu Gothic"/>
              </a:rPr>
              <a:t>回　再構成</a:t>
            </a:r>
            <a:endParaRPr sz="1425" b="0">
              <a:solidFill>
                <a:srgbClr val="596875"/>
              </a:solidFill>
              <a:latin typeface="Yu Gothic"/>
              <a:ea typeface="Yu Gothic"/>
              <a:cs typeface="Yu Gothic"/>
            </a:endParaRPr>
          </a:p>
        </p:txBody>
      </p:sp>
      <p:sp>
        <p:nvSpPr>
          <p:cNvPr id="4" name="正方形/長方形 3">
            <a:extLst>
              <a:ext uri="{FF2B5EF4-FFF2-40B4-BE49-F238E27FC236}">
                <a16:creationId xmlns:a16="http://schemas.microsoft.com/office/drawing/2014/main" id="{FC7067E2-3177-4A0F-916D-C91E3093F068}"/>
              </a:ext>
            </a:extLst>
          </p:cNvPr>
          <p:cNvSpPr>
            <a:spLocks noGrp="1"/>
          </p:cNvSpPr>
          <p:nvPr/>
        </p:nvSpPr>
        <p:spPr>
          <a:xfrm>
            <a:off x="10763250" y="6419850"/>
            <a:ext cx="742950" cy="257175"/>
          </a:xfrm>
          <a:prstGeom prst="rect">
            <a:avLst/>
          </a:prstGeom>
          <a:noFill/>
          <a:ln w="0">
            <a:noFill/>
          </a:ln>
        </p:spPr>
        <p:txBody>
          <a:bodyPr lIns="0" tIns="0" rIns="0" bIns="0" anchor="ctr">
            <a:noAutofit/>
          </a:bodyPr>
          <a:lstStyle>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a:pPr>
              <a:defRPr sz="1425" b="0">
                <a:solidFill>
                  <a:srgbClr val="596875"/>
                </a:solidFill>
                <a:latin typeface="Yu Gothic"/>
                <a:ea typeface="Yu Gothic"/>
                <a:cs typeface="Yu Gothic"/>
              </a:defRPr>
            </a:pPr>
            <a:r>
              <a:rPr lang="en-US" altLang="ja-JP" sz="1425" b="0">
                <a:solidFill>
                  <a:srgbClr val="596875"/>
                </a:solidFill>
                <a:latin typeface="Yu Gothic"/>
                <a:ea typeface="Yu Gothic"/>
                <a:cs typeface="Yu Gothic"/>
              </a:rPr>
              <a:t>54</a:t>
            </a:r>
            <a:endParaRPr sz="1425" b="0">
              <a:solidFill>
                <a:srgbClr val="596875"/>
              </a:solidFill>
              <a:latin typeface="Yu Gothic"/>
              <a:ea typeface="Yu Gothic"/>
              <a:cs typeface="Yu Gothic"/>
            </a:endParaRPr>
          </a:p>
        </p:txBody>
      </p:sp>
      <p:sp>
        <p:nvSpPr>
          <p:cNvPr id="5" name="正方形/長方形 4">
            <a:extLst>
              <a:ext uri="{FF2B5EF4-FFF2-40B4-BE49-F238E27FC236}">
                <a16:creationId xmlns:a16="http://schemas.microsoft.com/office/drawing/2014/main" id="{546CF445-5DD3-41EB-A31A-D95C767FCC37}"/>
              </a:ext>
            </a:extLst>
          </p:cNvPr>
          <p:cNvSpPr>
            <a:spLocks noGrp="1"/>
          </p:cNvSpPr>
          <p:nvPr/>
        </p:nvSpPr>
        <p:spPr>
          <a:xfrm>
            <a:off x="838200" y="1762125"/>
            <a:ext cx="10477500" cy="857250"/>
          </a:xfrm>
          <a:prstGeom prst="rect">
            <a:avLst/>
          </a:prstGeom>
          <a:noFill/>
          <a:ln w="0">
            <a:noFill/>
          </a:ln>
        </p:spPr>
        <p:txBody>
          <a:bodyPr lIns="0" tIns="0" rIns="0" bIns="0" anchor="ctr">
            <a:noAutofit/>
          </a:bodyPr>
          <a:lstStyle>
            <a:defPPr>
              <a:defRPr sz="2250" b="0">
                <a:solidFill>
                  <a:srgbClr val="18364F"/>
                </a:solidFill>
                <a:latin typeface="Yu Gothic"/>
                <a:ea typeface="Yu Gothic"/>
                <a:cs typeface="Yu Gothic"/>
              </a:defRPr>
            </a:defPPr>
            <a:lvl1pPr>
              <a:defRPr sz="2250" b="0">
                <a:solidFill>
                  <a:srgbClr val="18364F"/>
                </a:solidFill>
                <a:latin typeface="Yu Gothic"/>
                <a:ea typeface="Yu Gothic"/>
                <a:cs typeface="Yu Gothic"/>
              </a:defRPr>
            </a:lvl1pPr>
            <a:lvl2pPr>
              <a:defRPr sz="2250" b="0">
                <a:solidFill>
                  <a:srgbClr val="18364F"/>
                </a:solidFill>
                <a:latin typeface="Yu Gothic"/>
                <a:ea typeface="Yu Gothic"/>
                <a:cs typeface="Yu Gothic"/>
              </a:defRPr>
            </a:lvl2pPr>
            <a:lvl3pPr>
              <a:defRPr sz="2250" b="0">
                <a:solidFill>
                  <a:srgbClr val="18364F"/>
                </a:solidFill>
                <a:latin typeface="Yu Gothic"/>
                <a:ea typeface="Yu Gothic"/>
                <a:cs typeface="Yu Gothic"/>
              </a:defRPr>
            </a:lvl3pPr>
            <a:lvl4pPr>
              <a:defRPr sz="2250" b="0">
                <a:solidFill>
                  <a:srgbClr val="18364F"/>
                </a:solidFill>
                <a:latin typeface="Yu Gothic"/>
                <a:ea typeface="Yu Gothic"/>
                <a:cs typeface="Yu Gothic"/>
              </a:defRPr>
            </a:lvl4pPr>
            <a:lvl5pPr>
              <a:defRPr sz="2250" b="0">
                <a:solidFill>
                  <a:srgbClr val="18364F"/>
                </a:solidFill>
                <a:latin typeface="Yu Gothic"/>
                <a:ea typeface="Yu Gothic"/>
                <a:cs typeface="Yu Gothic"/>
              </a:defRPr>
            </a:lvl5pPr>
            <a:lvl6pPr>
              <a:defRPr sz="2250" b="0">
                <a:solidFill>
                  <a:srgbClr val="18364F"/>
                </a:solidFill>
                <a:latin typeface="Yu Gothic"/>
                <a:ea typeface="Yu Gothic"/>
                <a:cs typeface="Yu Gothic"/>
              </a:defRPr>
            </a:lvl6pPr>
            <a:lvl7pPr>
              <a:defRPr sz="2250" b="0">
                <a:solidFill>
                  <a:srgbClr val="18364F"/>
                </a:solidFill>
                <a:latin typeface="Yu Gothic"/>
                <a:ea typeface="Yu Gothic"/>
                <a:cs typeface="Yu Gothic"/>
              </a:defRPr>
            </a:lvl7pPr>
            <a:lvl8pPr>
              <a:defRPr sz="2250" b="0">
                <a:solidFill>
                  <a:srgbClr val="18364F"/>
                </a:solidFill>
                <a:latin typeface="Yu Gothic"/>
                <a:ea typeface="Yu Gothic"/>
                <a:cs typeface="Yu Gothic"/>
              </a:defRPr>
            </a:lvl8pPr>
            <a:lvl9pPr>
              <a:defRPr sz="2250" b="0">
                <a:solidFill>
                  <a:srgbClr val="18364F"/>
                </a:solidFill>
                <a:latin typeface="Yu Gothic"/>
                <a:ea typeface="Yu Gothic"/>
                <a:cs typeface="Yu Gothic"/>
              </a:defRPr>
            </a:lvl9pPr>
          </a:lstStyle>
          <a:p>
            <a:pPr>
              <a:defRPr sz="2250" b="0">
                <a:solidFill>
                  <a:srgbClr val="18364F"/>
                </a:solidFill>
                <a:latin typeface="Yu Gothic"/>
                <a:ea typeface="Yu Gothic"/>
                <a:cs typeface="Yu Gothic"/>
              </a:defRPr>
            </a:pPr>
            <a:r>
              <a:rPr sz="2250" b="0">
                <a:solidFill>
                  <a:srgbClr val="18364F"/>
                </a:solidFill>
                <a:latin typeface="Yu Gothic"/>
                <a:ea typeface="Yu Gothic"/>
                <a:cs typeface="Yu Gothic"/>
              </a:rPr>
              <a:t>集成材・CLTは、配向と接合の条件を読む</a:t>
            </a:r>
          </a:p>
        </p:txBody>
      </p:sp>
      <p:sp>
        <p:nvSpPr>
          <p:cNvPr id="6" name="正方形/長方形 5">
            <a:extLst>
              <a:ext uri="{FF2B5EF4-FFF2-40B4-BE49-F238E27FC236}">
                <a16:creationId xmlns:a16="http://schemas.microsoft.com/office/drawing/2014/main" id="{741D3972-0D9C-4A9D-BDF7-79CA0FA57722}"/>
              </a:ext>
            </a:extLst>
          </p:cNvPr>
          <p:cNvSpPr>
            <a:spLocks noGrp="1"/>
          </p:cNvSpPr>
          <p:nvPr/>
        </p:nvSpPr>
        <p:spPr>
          <a:xfrm>
            <a:off x="838200" y="2981325"/>
            <a:ext cx="10477500" cy="857250"/>
          </a:xfrm>
          <a:prstGeom prst="rect">
            <a:avLst/>
          </a:prstGeom>
          <a:noFill/>
          <a:ln w="0">
            <a:noFill/>
          </a:ln>
        </p:spPr>
        <p:txBody>
          <a:bodyPr lIns="0" tIns="0" rIns="0" bIns="0" anchor="ctr">
            <a:noAutofit/>
          </a:bodyPr>
          <a:lstStyle>
            <a:defPPr>
              <a:defRPr sz="2250" b="0">
                <a:solidFill>
                  <a:srgbClr val="253C4D"/>
                </a:solidFill>
                <a:latin typeface="Yu Gothic"/>
                <a:ea typeface="Yu Gothic"/>
                <a:cs typeface="Yu Gothic"/>
              </a:defRPr>
            </a:defPPr>
            <a:lvl1pPr>
              <a:defRPr sz="2250" b="0">
                <a:solidFill>
                  <a:srgbClr val="253C4D"/>
                </a:solidFill>
                <a:latin typeface="Yu Gothic"/>
                <a:ea typeface="Yu Gothic"/>
                <a:cs typeface="Yu Gothic"/>
              </a:defRPr>
            </a:lvl1pPr>
            <a:lvl2pPr>
              <a:defRPr sz="2250" b="0">
                <a:solidFill>
                  <a:srgbClr val="253C4D"/>
                </a:solidFill>
                <a:latin typeface="Yu Gothic"/>
                <a:ea typeface="Yu Gothic"/>
                <a:cs typeface="Yu Gothic"/>
              </a:defRPr>
            </a:lvl2pPr>
            <a:lvl3pPr>
              <a:defRPr sz="2250" b="0">
                <a:solidFill>
                  <a:srgbClr val="253C4D"/>
                </a:solidFill>
                <a:latin typeface="Yu Gothic"/>
                <a:ea typeface="Yu Gothic"/>
                <a:cs typeface="Yu Gothic"/>
              </a:defRPr>
            </a:lvl3pPr>
            <a:lvl4pPr>
              <a:defRPr sz="2250" b="0">
                <a:solidFill>
                  <a:srgbClr val="253C4D"/>
                </a:solidFill>
                <a:latin typeface="Yu Gothic"/>
                <a:ea typeface="Yu Gothic"/>
                <a:cs typeface="Yu Gothic"/>
              </a:defRPr>
            </a:lvl4pPr>
            <a:lvl5pPr>
              <a:defRPr sz="2250" b="0">
                <a:solidFill>
                  <a:srgbClr val="253C4D"/>
                </a:solidFill>
                <a:latin typeface="Yu Gothic"/>
                <a:ea typeface="Yu Gothic"/>
                <a:cs typeface="Yu Gothic"/>
              </a:defRPr>
            </a:lvl5pPr>
            <a:lvl6pPr>
              <a:defRPr sz="2250" b="0">
                <a:solidFill>
                  <a:srgbClr val="253C4D"/>
                </a:solidFill>
                <a:latin typeface="Yu Gothic"/>
                <a:ea typeface="Yu Gothic"/>
                <a:cs typeface="Yu Gothic"/>
              </a:defRPr>
            </a:lvl6pPr>
            <a:lvl7pPr>
              <a:defRPr sz="2250" b="0">
                <a:solidFill>
                  <a:srgbClr val="253C4D"/>
                </a:solidFill>
                <a:latin typeface="Yu Gothic"/>
                <a:ea typeface="Yu Gothic"/>
                <a:cs typeface="Yu Gothic"/>
              </a:defRPr>
            </a:lvl7pPr>
            <a:lvl8pPr>
              <a:defRPr sz="2250" b="0">
                <a:solidFill>
                  <a:srgbClr val="253C4D"/>
                </a:solidFill>
                <a:latin typeface="Yu Gothic"/>
                <a:ea typeface="Yu Gothic"/>
                <a:cs typeface="Yu Gothic"/>
              </a:defRPr>
            </a:lvl8pPr>
            <a:lvl9pPr>
              <a:defRPr sz="2250" b="0">
                <a:solidFill>
                  <a:srgbClr val="253C4D"/>
                </a:solidFill>
                <a:latin typeface="Yu Gothic"/>
                <a:ea typeface="Yu Gothic"/>
                <a:cs typeface="Yu Gothic"/>
              </a:defRPr>
            </a:lvl9pPr>
          </a:lstStyle>
          <a:p>
            <a:pPr>
              <a:defRPr sz="2250" b="0">
                <a:solidFill>
                  <a:srgbClr val="253C4D"/>
                </a:solidFill>
                <a:latin typeface="Yu Gothic"/>
                <a:ea typeface="Yu Gothic"/>
                <a:cs typeface="Yu Gothic"/>
              </a:defRPr>
            </a:pPr>
            <a:r>
              <a:rPr sz="2250" b="0">
                <a:solidFill>
                  <a:srgbClr val="253C4D"/>
                </a:solidFill>
                <a:latin typeface="Yu Gothic"/>
                <a:ea typeface="Yu Gothic"/>
                <a:cs typeface="Yu Gothic"/>
              </a:rPr>
              <a:t>燃焼・耐火・環境影響は、それぞれ評価する</a:t>
            </a:r>
          </a:p>
        </p:txBody>
      </p:sp>
      <p:sp>
        <p:nvSpPr>
          <p:cNvPr id="7" name="正方形/長方形 6">
            <a:extLst>
              <a:ext uri="{FF2B5EF4-FFF2-40B4-BE49-F238E27FC236}">
                <a16:creationId xmlns:a16="http://schemas.microsoft.com/office/drawing/2014/main" id="{091AC5CB-8A08-44EF-82AF-0B58E43C570C}"/>
              </a:ext>
            </a:extLst>
          </p:cNvPr>
          <p:cNvSpPr>
            <a:spLocks noGrp="1"/>
          </p:cNvSpPr>
          <p:nvPr/>
        </p:nvSpPr>
        <p:spPr>
          <a:xfrm>
            <a:off x="838200" y="4200525"/>
            <a:ext cx="10477500" cy="857250"/>
          </a:xfrm>
          <a:prstGeom prst="rect">
            <a:avLst/>
          </a:prstGeom>
          <a:noFill/>
          <a:ln w="0">
            <a:noFill/>
          </a:ln>
        </p:spPr>
        <p:txBody>
          <a:bodyPr lIns="0" tIns="0" rIns="0" bIns="0" anchor="ctr">
            <a:noAutofit/>
          </a:bodyPr>
          <a:lstStyle>
            <a:defPPr>
              <a:defRPr sz="2250" b="0">
                <a:solidFill>
                  <a:srgbClr val="253C4D"/>
                </a:solidFill>
                <a:latin typeface="Yu Gothic"/>
                <a:ea typeface="Yu Gothic"/>
                <a:cs typeface="Yu Gothic"/>
              </a:defRPr>
            </a:defPPr>
            <a:lvl1pPr>
              <a:defRPr sz="2250" b="0">
                <a:solidFill>
                  <a:srgbClr val="253C4D"/>
                </a:solidFill>
                <a:latin typeface="Yu Gothic"/>
                <a:ea typeface="Yu Gothic"/>
                <a:cs typeface="Yu Gothic"/>
              </a:defRPr>
            </a:lvl1pPr>
            <a:lvl2pPr>
              <a:defRPr sz="2250" b="0">
                <a:solidFill>
                  <a:srgbClr val="253C4D"/>
                </a:solidFill>
                <a:latin typeface="Yu Gothic"/>
                <a:ea typeface="Yu Gothic"/>
                <a:cs typeface="Yu Gothic"/>
              </a:defRPr>
            </a:lvl2pPr>
            <a:lvl3pPr>
              <a:defRPr sz="2250" b="0">
                <a:solidFill>
                  <a:srgbClr val="253C4D"/>
                </a:solidFill>
                <a:latin typeface="Yu Gothic"/>
                <a:ea typeface="Yu Gothic"/>
                <a:cs typeface="Yu Gothic"/>
              </a:defRPr>
            </a:lvl3pPr>
            <a:lvl4pPr>
              <a:defRPr sz="2250" b="0">
                <a:solidFill>
                  <a:srgbClr val="253C4D"/>
                </a:solidFill>
                <a:latin typeface="Yu Gothic"/>
                <a:ea typeface="Yu Gothic"/>
                <a:cs typeface="Yu Gothic"/>
              </a:defRPr>
            </a:lvl4pPr>
            <a:lvl5pPr>
              <a:defRPr sz="2250" b="0">
                <a:solidFill>
                  <a:srgbClr val="253C4D"/>
                </a:solidFill>
                <a:latin typeface="Yu Gothic"/>
                <a:ea typeface="Yu Gothic"/>
                <a:cs typeface="Yu Gothic"/>
              </a:defRPr>
            </a:lvl5pPr>
            <a:lvl6pPr>
              <a:defRPr sz="2250" b="0">
                <a:solidFill>
                  <a:srgbClr val="253C4D"/>
                </a:solidFill>
                <a:latin typeface="Yu Gothic"/>
                <a:ea typeface="Yu Gothic"/>
                <a:cs typeface="Yu Gothic"/>
              </a:defRPr>
            </a:lvl6pPr>
            <a:lvl7pPr>
              <a:defRPr sz="2250" b="0">
                <a:solidFill>
                  <a:srgbClr val="253C4D"/>
                </a:solidFill>
                <a:latin typeface="Yu Gothic"/>
                <a:ea typeface="Yu Gothic"/>
                <a:cs typeface="Yu Gothic"/>
              </a:defRPr>
            </a:lvl7pPr>
            <a:lvl8pPr>
              <a:defRPr sz="2250" b="0">
                <a:solidFill>
                  <a:srgbClr val="253C4D"/>
                </a:solidFill>
                <a:latin typeface="Yu Gothic"/>
                <a:ea typeface="Yu Gothic"/>
                <a:cs typeface="Yu Gothic"/>
              </a:defRPr>
            </a:lvl8pPr>
            <a:lvl9pPr>
              <a:defRPr sz="2250" b="0">
                <a:solidFill>
                  <a:srgbClr val="253C4D"/>
                </a:solidFill>
                <a:latin typeface="Yu Gothic"/>
                <a:ea typeface="Yu Gothic"/>
                <a:cs typeface="Yu Gothic"/>
              </a:defRPr>
            </a:lvl9pPr>
          </a:lstStyle>
          <a:p>
            <a:pPr>
              <a:defRPr sz="2250" b="0">
                <a:solidFill>
                  <a:srgbClr val="253C4D"/>
                </a:solidFill>
                <a:latin typeface="Yu Gothic"/>
                <a:ea typeface="Yu Gothic"/>
                <a:cs typeface="Yu Gothic"/>
              </a:defRPr>
            </a:pPr>
            <a:r>
              <a:rPr sz="2250" b="0">
                <a:solidFill>
                  <a:srgbClr val="253C4D"/>
                </a:solidFill>
                <a:latin typeface="Yu Gothic"/>
                <a:ea typeface="Yu Gothic"/>
                <a:cs typeface="Yu Gothic"/>
              </a:rPr>
              <a:t>次回は、加工・材料選択を技術科の教材へまとめる</a:t>
            </a:r>
          </a:p>
        </p:txBody>
      </p:sp>
    </p:spTree>
    <p:extLst>
      <p:ext uri="{BB962C8B-B14F-4D97-AF65-F5344CB8AC3E}">
        <p14:creationId xmlns:p14="http://schemas.microsoft.com/office/powerpoint/2010/main" val="931618014"/>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正方形/長方形 13">
            <a:extLst>
              <a:ext uri="{FF2B5EF4-FFF2-40B4-BE49-F238E27FC236}">
                <a16:creationId xmlns:a16="http://schemas.microsoft.com/office/drawing/2014/main" id="{A5AEDBA4-A747-4816-A047-1C2088B99476}"/>
              </a:ext>
            </a:extLst>
          </p:cNvPr>
          <p:cNvSpPr>
            <a:spLocks noGrp="1"/>
          </p:cNvSpPr>
          <p:nvPr/>
        </p:nvSpPr>
        <p:spPr>
          <a:xfrm>
            <a:off x="685800" y="361950"/>
            <a:ext cx="10820400" cy="647700"/>
          </a:xfrm>
          <a:prstGeom prst="rect">
            <a:avLst/>
          </a:prstGeom>
          <a:noFill/>
          <a:ln w="0">
            <a:noFill/>
          </a:ln>
        </p:spPr>
        <p:txBody>
          <a:bodyPr lIns="0" tIns="0" rIns="0" bIns="0" anchor="ctr">
            <a:noAutofit/>
          </a:bodyPr>
          <a:lstStyle>
            <a:defPPr algn="l">
              <a:defRPr sz="3000" b="1">
                <a:solidFill>
                  <a:srgbClr val="18364F"/>
                </a:solidFill>
                <a:latin typeface="Yu Gothic"/>
                <a:ea typeface="Yu Gothic"/>
                <a:cs typeface="Yu Gothic"/>
              </a:defRPr>
            </a:defPPr>
            <a:lvl1pPr algn="l">
              <a:buNone/>
              <a:defRPr sz="3000" b="1">
                <a:solidFill>
                  <a:srgbClr val="18364F"/>
                </a:solidFill>
                <a:latin typeface="Yu Gothic"/>
                <a:ea typeface="Yu Gothic"/>
                <a:cs typeface="Yu Gothic"/>
              </a:defRPr>
            </a:lvl1pPr>
            <a:lvl2pPr algn="l">
              <a:buNone/>
              <a:defRPr sz="3000" b="1">
                <a:solidFill>
                  <a:srgbClr val="18364F"/>
                </a:solidFill>
                <a:latin typeface="Yu Gothic"/>
                <a:ea typeface="Yu Gothic"/>
                <a:cs typeface="Yu Gothic"/>
              </a:defRPr>
            </a:lvl2pPr>
            <a:lvl3pPr algn="l">
              <a:buNone/>
              <a:defRPr sz="3000" b="1">
                <a:solidFill>
                  <a:srgbClr val="18364F"/>
                </a:solidFill>
                <a:latin typeface="Yu Gothic"/>
                <a:ea typeface="Yu Gothic"/>
                <a:cs typeface="Yu Gothic"/>
              </a:defRPr>
            </a:lvl3pPr>
            <a:lvl4pPr algn="l">
              <a:buNone/>
              <a:defRPr sz="3000" b="1">
                <a:solidFill>
                  <a:srgbClr val="18364F"/>
                </a:solidFill>
                <a:latin typeface="Yu Gothic"/>
                <a:ea typeface="Yu Gothic"/>
                <a:cs typeface="Yu Gothic"/>
              </a:defRPr>
            </a:lvl4pPr>
            <a:lvl5pPr algn="l">
              <a:buNone/>
              <a:defRPr sz="3000" b="1">
                <a:solidFill>
                  <a:srgbClr val="18364F"/>
                </a:solidFill>
                <a:latin typeface="Yu Gothic"/>
                <a:ea typeface="Yu Gothic"/>
                <a:cs typeface="Yu Gothic"/>
              </a:defRPr>
            </a:lvl5pPr>
            <a:lvl6pPr algn="l">
              <a:buNone/>
              <a:defRPr sz="3000" b="1">
                <a:solidFill>
                  <a:srgbClr val="18364F"/>
                </a:solidFill>
                <a:latin typeface="Yu Gothic"/>
                <a:ea typeface="Yu Gothic"/>
                <a:cs typeface="Yu Gothic"/>
              </a:defRPr>
            </a:lvl6pPr>
            <a:lvl7pPr algn="l">
              <a:buNone/>
              <a:defRPr sz="3000" b="1">
                <a:solidFill>
                  <a:srgbClr val="18364F"/>
                </a:solidFill>
                <a:latin typeface="Yu Gothic"/>
                <a:ea typeface="Yu Gothic"/>
                <a:cs typeface="Yu Gothic"/>
              </a:defRPr>
            </a:lvl7pPr>
            <a:lvl8pPr algn="l">
              <a:buNone/>
              <a:defRPr sz="3000" b="1">
                <a:solidFill>
                  <a:srgbClr val="18364F"/>
                </a:solidFill>
                <a:latin typeface="Yu Gothic"/>
                <a:ea typeface="Yu Gothic"/>
                <a:cs typeface="Yu Gothic"/>
              </a:defRPr>
            </a:lvl8pPr>
            <a:lvl9pPr algn="l">
              <a:buNone/>
              <a:defRPr sz="3000" b="1">
                <a:solidFill>
                  <a:srgbClr val="18364F"/>
                </a:solidFill>
                <a:latin typeface="Yu Gothic"/>
                <a:ea typeface="Yu Gothic"/>
                <a:cs typeface="Yu Gothic"/>
              </a:defRPr>
            </a:lvl9pPr>
          </a:lstStyle>
          <a:p>
            <a:pPr algn="l">
              <a:buNone/>
              <a:defRPr sz="3000" b="1">
                <a:solidFill>
                  <a:srgbClr val="18364F"/>
                </a:solidFill>
                <a:latin typeface="Yu Gothic"/>
                <a:ea typeface="Yu Gothic"/>
                <a:cs typeface="Yu Gothic"/>
              </a:defRPr>
            </a:pPr>
            <a:r>
              <a:rPr sz="3000" b="1">
                <a:solidFill>
                  <a:srgbClr val="18364F"/>
                </a:solidFill>
                <a:latin typeface="Yu Gothic"/>
                <a:ea typeface="Yu Gothic"/>
                <a:cs typeface="Yu Gothic"/>
              </a:rPr>
              <a:t>参考資料：事例と原理を確かめる</a:t>
            </a:r>
          </a:p>
        </p:txBody>
      </p:sp>
      <p:cxnSp>
        <p:nvCxnSpPr>
          <p:cNvPr id="2" name="直線矢印コネクタ 1">
            <a:extLst>
              <a:ext uri="{FF2B5EF4-FFF2-40B4-BE49-F238E27FC236}">
                <a16:creationId xmlns:a16="http://schemas.microsoft.com/office/drawing/2014/main" id="{0732DF1E-3F0C-41DF-B565-E8438483291A}"/>
              </a:ext>
            </a:extLst>
          </p:cNvPr>
          <p:cNvCxnSpPr/>
          <p:nvPr/>
        </p:nvCxnSpPr>
        <p:spPr>
          <a:xfrm>
            <a:off x="685800" y="1190625"/>
            <a:ext cx="10820400" cy="0"/>
          </a:xfrm>
          <a:prstGeom prst="straightConnector1">
            <a:avLst/>
          </a:prstGeom>
          <a:ln w="22860">
            <a:solidFill>
              <a:srgbClr val="18364F"/>
            </a:solidFill>
          </a:ln>
        </p:spPr>
      </p:cxnSp>
      <p:sp>
        <p:nvSpPr>
          <p:cNvPr id="3" name="正方形/長方形 2">
            <a:extLst>
              <a:ext uri="{FF2B5EF4-FFF2-40B4-BE49-F238E27FC236}">
                <a16:creationId xmlns:a16="http://schemas.microsoft.com/office/drawing/2014/main" id="{FCF6588A-9A23-4BA8-96B4-23C62160E23B}"/>
              </a:ext>
            </a:extLst>
          </p:cNvPr>
          <p:cNvSpPr>
            <a:spLocks noGrp="1"/>
          </p:cNvSpPr>
          <p:nvPr/>
        </p:nvSpPr>
        <p:spPr>
          <a:xfrm>
            <a:off x="685800" y="1590675"/>
            <a:ext cx="10820400" cy="400050"/>
          </a:xfrm>
          <a:prstGeom prst="rect">
            <a:avLst/>
          </a:prstGeom>
          <a:noFill/>
          <a:ln w="0">
            <a:noFill/>
          </a:ln>
        </p:spPr>
        <p:txBody>
          <a:bodyPr lIns="0" tIns="0" rIns="0" bIns="0" anchor="ctr">
            <a:noAutofit/>
          </a:bodyPr>
          <a:lstStyle>
            <a:defPPr algn="l">
              <a:defRPr sz="2025" b="1">
                <a:solidFill>
                  <a:srgbClr val="18364F"/>
                </a:solidFill>
                <a:latin typeface="Yu Gothic"/>
                <a:ea typeface="Yu Gothic"/>
                <a:cs typeface="Yu Gothic"/>
              </a:defRPr>
            </a:defPPr>
            <a:lvl1pPr algn="l">
              <a:buNone/>
              <a:defRPr sz="2025" b="1">
                <a:solidFill>
                  <a:srgbClr val="18364F"/>
                </a:solidFill>
                <a:latin typeface="Yu Gothic"/>
                <a:ea typeface="Yu Gothic"/>
                <a:cs typeface="Yu Gothic"/>
              </a:defRPr>
            </a:lvl1pPr>
            <a:lvl2pPr algn="l">
              <a:buNone/>
              <a:defRPr sz="2025" b="1">
                <a:solidFill>
                  <a:srgbClr val="18364F"/>
                </a:solidFill>
                <a:latin typeface="Yu Gothic"/>
                <a:ea typeface="Yu Gothic"/>
                <a:cs typeface="Yu Gothic"/>
              </a:defRPr>
            </a:lvl2pPr>
            <a:lvl3pPr algn="l">
              <a:buNone/>
              <a:defRPr sz="2025" b="1">
                <a:solidFill>
                  <a:srgbClr val="18364F"/>
                </a:solidFill>
                <a:latin typeface="Yu Gothic"/>
                <a:ea typeface="Yu Gothic"/>
                <a:cs typeface="Yu Gothic"/>
              </a:defRPr>
            </a:lvl3pPr>
            <a:lvl4pPr algn="l">
              <a:buNone/>
              <a:defRPr sz="2025" b="1">
                <a:solidFill>
                  <a:srgbClr val="18364F"/>
                </a:solidFill>
                <a:latin typeface="Yu Gothic"/>
                <a:ea typeface="Yu Gothic"/>
                <a:cs typeface="Yu Gothic"/>
              </a:defRPr>
            </a:lvl4pPr>
            <a:lvl5pPr algn="l">
              <a:buNone/>
              <a:defRPr sz="2025" b="1">
                <a:solidFill>
                  <a:srgbClr val="18364F"/>
                </a:solidFill>
                <a:latin typeface="Yu Gothic"/>
                <a:ea typeface="Yu Gothic"/>
                <a:cs typeface="Yu Gothic"/>
              </a:defRPr>
            </a:lvl5pPr>
            <a:lvl6pPr algn="l">
              <a:buNone/>
              <a:defRPr sz="2025" b="1">
                <a:solidFill>
                  <a:srgbClr val="18364F"/>
                </a:solidFill>
                <a:latin typeface="Yu Gothic"/>
                <a:ea typeface="Yu Gothic"/>
                <a:cs typeface="Yu Gothic"/>
              </a:defRPr>
            </a:lvl6pPr>
            <a:lvl7pPr algn="l">
              <a:buNone/>
              <a:defRPr sz="2025" b="1">
                <a:solidFill>
                  <a:srgbClr val="18364F"/>
                </a:solidFill>
                <a:latin typeface="Yu Gothic"/>
                <a:ea typeface="Yu Gothic"/>
                <a:cs typeface="Yu Gothic"/>
              </a:defRPr>
            </a:lvl7pPr>
            <a:lvl8pPr algn="l">
              <a:buNone/>
              <a:defRPr sz="2025" b="1">
                <a:solidFill>
                  <a:srgbClr val="18364F"/>
                </a:solidFill>
                <a:latin typeface="Yu Gothic"/>
                <a:ea typeface="Yu Gothic"/>
                <a:cs typeface="Yu Gothic"/>
              </a:defRPr>
            </a:lvl8pPr>
            <a:lvl9pPr algn="l">
              <a:buNone/>
              <a:defRPr sz="2025" b="1">
                <a:solidFill>
                  <a:srgbClr val="18364F"/>
                </a:solidFill>
                <a:latin typeface="Yu Gothic"/>
                <a:ea typeface="Yu Gothic"/>
                <a:cs typeface="Yu Gothic"/>
              </a:defRPr>
            </a:lvl9pPr>
          </a:lstStyle>
          <a:p>
            <a:pPr algn="l">
              <a:buNone/>
              <a:defRPr sz="2025" b="1">
                <a:solidFill>
                  <a:srgbClr val="18364F"/>
                </a:solidFill>
                <a:latin typeface="Yu Gothic"/>
                <a:ea typeface="Yu Gothic"/>
                <a:cs typeface="Yu Gothic"/>
              </a:defRPr>
            </a:pPr>
            <a:r>
              <a:rPr sz="2025" b="1">
                <a:solidFill>
                  <a:srgbClr val="18364F"/>
                </a:solidFill>
                <a:latin typeface="Yu Gothic"/>
                <a:ea typeface="Yu Gothic"/>
                <a:cs typeface="Yu Gothic"/>
              </a:rPr>
              <a:t>材料の原理・製造：USDA Wood Handbook</a:t>
            </a:r>
          </a:p>
        </p:txBody>
      </p:sp>
      <p:sp>
        <p:nvSpPr>
          <p:cNvPr id="4" name="正方形/長方形 3">
            <a:extLst>
              <a:ext uri="{FF2B5EF4-FFF2-40B4-BE49-F238E27FC236}">
                <a16:creationId xmlns:a16="http://schemas.microsoft.com/office/drawing/2014/main" id="{8B753DE7-6807-4E56-885F-B3624FC96B23}"/>
              </a:ext>
            </a:extLst>
          </p:cNvPr>
          <p:cNvSpPr>
            <a:spLocks noGrp="1"/>
          </p:cNvSpPr>
          <p:nvPr/>
        </p:nvSpPr>
        <p:spPr>
          <a:xfrm>
            <a:off x="685800" y="2000250"/>
            <a:ext cx="10820400" cy="514350"/>
          </a:xfrm>
          <a:prstGeom prst="rect">
            <a:avLst/>
          </a:prstGeom>
          <a:noFill/>
          <a:ln w="0">
            <a:noFill/>
          </a:ln>
        </p:spPr>
        <p:txBody>
          <a:bodyPr lIns="0" tIns="0" rIns="0" bIns="0" anchor="ctr">
            <a:noAutofit/>
          </a:bodyPr>
          <a:lstStyle>
            <a:defPPr algn="l">
              <a:defRPr sz="1500" b="0">
                <a:solidFill>
                  <a:srgbClr val="253C4D"/>
                </a:solidFill>
                <a:latin typeface="Yu Gothic"/>
                <a:ea typeface="Yu Gothic"/>
                <a:cs typeface="Yu Gothic"/>
              </a:defRPr>
            </a:defPPr>
            <a:lvl1pPr algn="l">
              <a:buNone/>
              <a:defRPr sz="1500" b="0">
                <a:solidFill>
                  <a:srgbClr val="253C4D"/>
                </a:solidFill>
                <a:latin typeface="Yu Gothic"/>
                <a:ea typeface="Yu Gothic"/>
                <a:cs typeface="Yu Gothic"/>
              </a:defRPr>
            </a:lvl1pPr>
            <a:lvl2pPr algn="l">
              <a:buNone/>
              <a:defRPr sz="1500" b="0">
                <a:solidFill>
                  <a:srgbClr val="253C4D"/>
                </a:solidFill>
                <a:latin typeface="Yu Gothic"/>
                <a:ea typeface="Yu Gothic"/>
                <a:cs typeface="Yu Gothic"/>
              </a:defRPr>
            </a:lvl2pPr>
            <a:lvl3pPr algn="l">
              <a:buNone/>
              <a:defRPr sz="1500" b="0">
                <a:solidFill>
                  <a:srgbClr val="253C4D"/>
                </a:solidFill>
                <a:latin typeface="Yu Gothic"/>
                <a:ea typeface="Yu Gothic"/>
                <a:cs typeface="Yu Gothic"/>
              </a:defRPr>
            </a:lvl3pPr>
            <a:lvl4pPr algn="l">
              <a:buNone/>
              <a:defRPr sz="1500" b="0">
                <a:solidFill>
                  <a:srgbClr val="253C4D"/>
                </a:solidFill>
                <a:latin typeface="Yu Gothic"/>
                <a:ea typeface="Yu Gothic"/>
                <a:cs typeface="Yu Gothic"/>
              </a:defRPr>
            </a:lvl4pPr>
            <a:lvl5pPr algn="l">
              <a:buNone/>
              <a:defRPr sz="1500" b="0">
                <a:solidFill>
                  <a:srgbClr val="253C4D"/>
                </a:solidFill>
                <a:latin typeface="Yu Gothic"/>
                <a:ea typeface="Yu Gothic"/>
                <a:cs typeface="Yu Gothic"/>
              </a:defRPr>
            </a:lvl5pPr>
            <a:lvl6pPr algn="l">
              <a:buNone/>
              <a:defRPr sz="1500" b="0">
                <a:solidFill>
                  <a:srgbClr val="253C4D"/>
                </a:solidFill>
                <a:latin typeface="Yu Gothic"/>
                <a:ea typeface="Yu Gothic"/>
                <a:cs typeface="Yu Gothic"/>
              </a:defRPr>
            </a:lvl6pPr>
            <a:lvl7pPr algn="l">
              <a:buNone/>
              <a:defRPr sz="1500" b="0">
                <a:solidFill>
                  <a:srgbClr val="253C4D"/>
                </a:solidFill>
                <a:latin typeface="Yu Gothic"/>
                <a:ea typeface="Yu Gothic"/>
                <a:cs typeface="Yu Gothic"/>
              </a:defRPr>
            </a:lvl7pPr>
            <a:lvl8pPr algn="l">
              <a:buNone/>
              <a:defRPr sz="1500" b="0">
                <a:solidFill>
                  <a:srgbClr val="253C4D"/>
                </a:solidFill>
                <a:latin typeface="Yu Gothic"/>
                <a:ea typeface="Yu Gothic"/>
                <a:cs typeface="Yu Gothic"/>
              </a:defRPr>
            </a:lvl8pPr>
            <a:lvl9pPr algn="l">
              <a:buNone/>
              <a:defRPr sz="1500" b="0">
                <a:solidFill>
                  <a:srgbClr val="253C4D"/>
                </a:solidFill>
                <a:latin typeface="Yu Gothic"/>
                <a:ea typeface="Yu Gothic"/>
                <a:cs typeface="Yu Gothic"/>
              </a:defRPr>
            </a:lvl9pPr>
          </a:lstStyle>
          <a:p>
            <a:pPr algn="l">
              <a:buNone/>
              <a:defRPr sz="1500" b="0">
                <a:solidFill>
                  <a:srgbClr val="253C4D"/>
                </a:solidFill>
                <a:latin typeface="Yu Gothic"/>
                <a:ea typeface="Yu Gothic"/>
                <a:cs typeface="Yu Gothic"/>
              </a:defRPr>
            </a:pPr>
            <a:r>
              <a:rPr sz="1500" b="0">
                <a:solidFill>
                  <a:srgbClr val="253C4D"/>
                </a:solidFill>
                <a:latin typeface="Yu Gothic"/>
                <a:ea typeface="Yu Gothic"/>
                <a:cs typeface="Yu Gothic"/>
                <a:hlinkClick r:id="rId3"/>
              </a:rPr>
              <a:t>第11章：集成材の製造 ／ 第12章：CLT</a:t>
            </a:r>
          </a:p>
        </p:txBody>
      </p:sp>
      <p:sp>
        <p:nvSpPr>
          <p:cNvPr id="5" name="正方形/長方形 4">
            <a:extLst>
              <a:ext uri="{FF2B5EF4-FFF2-40B4-BE49-F238E27FC236}">
                <a16:creationId xmlns:a16="http://schemas.microsoft.com/office/drawing/2014/main" id="{FF47264C-2851-485C-8D8C-A9D17F0476F3}"/>
              </a:ext>
            </a:extLst>
          </p:cNvPr>
          <p:cNvSpPr>
            <a:spLocks noGrp="1"/>
          </p:cNvSpPr>
          <p:nvPr/>
        </p:nvSpPr>
        <p:spPr>
          <a:xfrm>
            <a:off x="685800" y="2590800"/>
            <a:ext cx="10820400" cy="400050"/>
          </a:xfrm>
          <a:prstGeom prst="rect">
            <a:avLst/>
          </a:prstGeom>
          <a:noFill/>
          <a:ln w="0">
            <a:noFill/>
          </a:ln>
        </p:spPr>
        <p:txBody>
          <a:bodyPr lIns="0" tIns="0" rIns="0" bIns="0" anchor="ctr">
            <a:noAutofit/>
          </a:bodyPr>
          <a:lstStyle>
            <a:defPPr algn="l">
              <a:defRPr sz="2025" b="1">
                <a:solidFill>
                  <a:srgbClr val="18364F"/>
                </a:solidFill>
                <a:latin typeface="Yu Gothic"/>
                <a:ea typeface="Yu Gothic"/>
                <a:cs typeface="Yu Gothic"/>
              </a:defRPr>
            </a:defPPr>
            <a:lvl1pPr algn="l">
              <a:buNone/>
              <a:defRPr sz="2025" b="1">
                <a:solidFill>
                  <a:srgbClr val="18364F"/>
                </a:solidFill>
                <a:latin typeface="Yu Gothic"/>
                <a:ea typeface="Yu Gothic"/>
                <a:cs typeface="Yu Gothic"/>
              </a:defRPr>
            </a:lvl1pPr>
            <a:lvl2pPr algn="l">
              <a:buNone/>
              <a:defRPr sz="2025" b="1">
                <a:solidFill>
                  <a:srgbClr val="18364F"/>
                </a:solidFill>
                <a:latin typeface="Yu Gothic"/>
                <a:ea typeface="Yu Gothic"/>
                <a:cs typeface="Yu Gothic"/>
              </a:defRPr>
            </a:lvl2pPr>
            <a:lvl3pPr algn="l">
              <a:buNone/>
              <a:defRPr sz="2025" b="1">
                <a:solidFill>
                  <a:srgbClr val="18364F"/>
                </a:solidFill>
                <a:latin typeface="Yu Gothic"/>
                <a:ea typeface="Yu Gothic"/>
                <a:cs typeface="Yu Gothic"/>
              </a:defRPr>
            </a:lvl3pPr>
            <a:lvl4pPr algn="l">
              <a:buNone/>
              <a:defRPr sz="2025" b="1">
                <a:solidFill>
                  <a:srgbClr val="18364F"/>
                </a:solidFill>
                <a:latin typeface="Yu Gothic"/>
                <a:ea typeface="Yu Gothic"/>
                <a:cs typeface="Yu Gothic"/>
              </a:defRPr>
            </a:lvl4pPr>
            <a:lvl5pPr algn="l">
              <a:buNone/>
              <a:defRPr sz="2025" b="1">
                <a:solidFill>
                  <a:srgbClr val="18364F"/>
                </a:solidFill>
                <a:latin typeface="Yu Gothic"/>
                <a:ea typeface="Yu Gothic"/>
                <a:cs typeface="Yu Gothic"/>
              </a:defRPr>
            </a:lvl5pPr>
            <a:lvl6pPr algn="l">
              <a:buNone/>
              <a:defRPr sz="2025" b="1">
                <a:solidFill>
                  <a:srgbClr val="18364F"/>
                </a:solidFill>
                <a:latin typeface="Yu Gothic"/>
                <a:ea typeface="Yu Gothic"/>
                <a:cs typeface="Yu Gothic"/>
              </a:defRPr>
            </a:lvl6pPr>
            <a:lvl7pPr algn="l">
              <a:buNone/>
              <a:defRPr sz="2025" b="1">
                <a:solidFill>
                  <a:srgbClr val="18364F"/>
                </a:solidFill>
                <a:latin typeface="Yu Gothic"/>
                <a:ea typeface="Yu Gothic"/>
                <a:cs typeface="Yu Gothic"/>
              </a:defRPr>
            </a:lvl7pPr>
            <a:lvl8pPr algn="l">
              <a:buNone/>
              <a:defRPr sz="2025" b="1">
                <a:solidFill>
                  <a:srgbClr val="18364F"/>
                </a:solidFill>
                <a:latin typeface="Yu Gothic"/>
                <a:ea typeface="Yu Gothic"/>
                <a:cs typeface="Yu Gothic"/>
              </a:defRPr>
            </a:lvl8pPr>
            <a:lvl9pPr algn="l">
              <a:buNone/>
              <a:defRPr sz="2025" b="1">
                <a:solidFill>
                  <a:srgbClr val="18364F"/>
                </a:solidFill>
                <a:latin typeface="Yu Gothic"/>
                <a:ea typeface="Yu Gothic"/>
                <a:cs typeface="Yu Gothic"/>
              </a:defRPr>
            </a:lvl9pPr>
          </a:lstStyle>
          <a:p>
            <a:pPr algn="l">
              <a:buNone/>
              <a:defRPr sz="2025" b="1">
                <a:solidFill>
                  <a:srgbClr val="18364F"/>
                </a:solidFill>
                <a:latin typeface="Yu Gothic"/>
                <a:ea typeface="Yu Gothic"/>
                <a:cs typeface="Yu Gothic"/>
              </a:defRPr>
            </a:pPr>
            <a:r>
              <a:rPr sz="2025" b="1">
                <a:solidFill>
                  <a:srgbClr val="18364F"/>
                </a:solidFill>
                <a:latin typeface="Yu Gothic"/>
                <a:ea typeface="Yu Gothic"/>
                <a:cs typeface="Yu Gothic"/>
              </a:rPr>
              <a:t>集成材の大空間：大館樹海ドーム</a:t>
            </a:r>
          </a:p>
        </p:txBody>
      </p:sp>
      <p:sp>
        <p:nvSpPr>
          <p:cNvPr id="6" name="正方形/長方形 5">
            <a:extLst>
              <a:ext uri="{FF2B5EF4-FFF2-40B4-BE49-F238E27FC236}">
                <a16:creationId xmlns:a16="http://schemas.microsoft.com/office/drawing/2014/main" id="{03AA8BC5-FF43-408B-8E21-FDCF7DDBE879}"/>
              </a:ext>
            </a:extLst>
          </p:cNvPr>
          <p:cNvSpPr>
            <a:spLocks noGrp="1"/>
          </p:cNvSpPr>
          <p:nvPr/>
        </p:nvSpPr>
        <p:spPr>
          <a:xfrm>
            <a:off x="685800" y="3000375"/>
            <a:ext cx="10820400" cy="514350"/>
          </a:xfrm>
          <a:prstGeom prst="rect">
            <a:avLst/>
          </a:prstGeom>
          <a:noFill/>
          <a:ln w="0">
            <a:noFill/>
          </a:ln>
        </p:spPr>
        <p:txBody>
          <a:bodyPr lIns="0" tIns="0" rIns="0" bIns="0" anchor="ctr">
            <a:noAutofit/>
          </a:bodyPr>
          <a:lstStyle>
            <a:defPPr algn="l">
              <a:defRPr sz="1500" b="0">
                <a:solidFill>
                  <a:srgbClr val="253C4D"/>
                </a:solidFill>
                <a:latin typeface="Yu Gothic"/>
                <a:ea typeface="Yu Gothic"/>
                <a:cs typeface="Yu Gothic"/>
              </a:defRPr>
            </a:defPPr>
            <a:lvl1pPr algn="l">
              <a:buNone/>
              <a:defRPr sz="1500" b="0">
                <a:solidFill>
                  <a:srgbClr val="253C4D"/>
                </a:solidFill>
                <a:latin typeface="Yu Gothic"/>
                <a:ea typeface="Yu Gothic"/>
                <a:cs typeface="Yu Gothic"/>
              </a:defRPr>
            </a:lvl1pPr>
            <a:lvl2pPr algn="l">
              <a:buNone/>
              <a:defRPr sz="1500" b="0">
                <a:solidFill>
                  <a:srgbClr val="253C4D"/>
                </a:solidFill>
                <a:latin typeface="Yu Gothic"/>
                <a:ea typeface="Yu Gothic"/>
                <a:cs typeface="Yu Gothic"/>
              </a:defRPr>
            </a:lvl2pPr>
            <a:lvl3pPr algn="l">
              <a:buNone/>
              <a:defRPr sz="1500" b="0">
                <a:solidFill>
                  <a:srgbClr val="253C4D"/>
                </a:solidFill>
                <a:latin typeface="Yu Gothic"/>
                <a:ea typeface="Yu Gothic"/>
                <a:cs typeface="Yu Gothic"/>
              </a:defRPr>
            </a:lvl3pPr>
            <a:lvl4pPr algn="l">
              <a:buNone/>
              <a:defRPr sz="1500" b="0">
                <a:solidFill>
                  <a:srgbClr val="253C4D"/>
                </a:solidFill>
                <a:latin typeface="Yu Gothic"/>
                <a:ea typeface="Yu Gothic"/>
                <a:cs typeface="Yu Gothic"/>
              </a:defRPr>
            </a:lvl4pPr>
            <a:lvl5pPr algn="l">
              <a:buNone/>
              <a:defRPr sz="1500" b="0">
                <a:solidFill>
                  <a:srgbClr val="253C4D"/>
                </a:solidFill>
                <a:latin typeface="Yu Gothic"/>
                <a:ea typeface="Yu Gothic"/>
                <a:cs typeface="Yu Gothic"/>
              </a:defRPr>
            </a:lvl5pPr>
            <a:lvl6pPr algn="l">
              <a:buNone/>
              <a:defRPr sz="1500" b="0">
                <a:solidFill>
                  <a:srgbClr val="253C4D"/>
                </a:solidFill>
                <a:latin typeface="Yu Gothic"/>
                <a:ea typeface="Yu Gothic"/>
                <a:cs typeface="Yu Gothic"/>
              </a:defRPr>
            </a:lvl6pPr>
            <a:lvl7pPr algn="l">
              <a:buNone/>
              <a:defRPr sz="1500" b="0">
                <a:solidFill>
                  <a:srgbClr val="253C4D"/>
                </a:solidFill>
                <a:latin typeface="Yu Gothic"/>
                <a:ea typeface="Yu Gothic"/>
                <a:cs typeface="Yu Gothic"/>
              </a:defRPr>
            </a:lvl7pPr>
            <a:lvl8pPr algn="l">
              <a:buNone/>
              <a:defRPr sz="1500" b="0">
                <a:solidFill>
                  <a:srgbClr val="253C4D"/>
                </a:solidFill>
                <a:latin typeface="Yu Gothic"/>
                <a:ea typeface="Yu Gothic"/>
                <a:cs typeface="Yu Gothic"/>
              </a:defRPr>
            </a:lvl8pPr>
            <a:lvl9pPr algn="l">
              <a:buNone/>
              <a:defRPr sz="1500" b="0">
                <a:solidFill>
                  <a:srgbClr val="253C4D"/>
                </a:solidFill>
                <a:latin typeface="Yu Gothic"/>
                <a:ea typeface="Yu Gothic"/>
                <a:cs typeface="Yu Gothic"/>
              </a:defRPr>
            </a:lvl9pPr>
          </a:lstStyle>
          <a:p>
            <a:pPr algn="l">
              <a:buNone/>
              <a:defRPr sz="1500" b="0">
                <a:solidFill>
                  <a:srgbClr val="253C4D"/>
                </a:solidFill>
                <a:latin typeface="Yu Gothic"/>
                <a:ea typeface="Yu Gothic"/>
                <a:cs typeface="Yu Gothic"/>
              </a:defRPr>
            </a:pPr>
            <a:r>
              <a:rPr sz="1500" b="0">
                <a:solidFill>
                  <a:srgbClr val="253C4D"/>
                </a:solidFill>
                <a:latin typeface="Yu Gothic"/>
                <a:ea typeface="Yu Gothic"/>
                <a:cs typeface="Yu Gothic"/>
                <a:hlinkClick r:id="rId4"/>
              </a:rPr>
              <a:t>日本建築家協会（規模・竣工年）／設計者講演録</a:t>
            </a:r>
          </a:p>
        </p:txBody>
      </p:sp>
      <p:sp>
        <p:nvSpPr>
          <p:cNvPr id="7" name="正方形/長方形 6">
            <a:extLst>
              <a:ext uri="{FF2B5EF4-FFF2-40B4-BE49-F238E27FC236}">
                <a16:creationId xmlns:a16="http://schemas.microsoft.com/office/drawing/2014/main" id="{30B01541-B8A6-44F7-BBE8-0DB7225DC757}"/>
              </a:ext>
            </a:extLst>
          </p:cNvPr>
          <p:cNvSpPr>
            <a:spLocks noGrp="1"/>
          </p:cNvSpPr>
          <p:nvPr/>
        </p:nvSpPr>
        <p:spPr>
          <a:xfrm>
            <a:off x="685800" y="3590925"/>
            <a:ext cx="10820400" cy="400050"/>
          </a:xfrm>
          <a:prstGeom prst="rect">
            <a:avLst/>
          </a:prstGeom>
          <a:noFill/>
          <a:ln w="0">
            <a:noFill/>
          </a:ln>
        </p:spPr>
        <p:txBody>
          <a:bodyPr lIns="0" tIns="0" rIns="0" bIns="0" anchor="ctr">
            <a:noAutofit/>
          </a:bodyPr>
          <a:lstStyle>
            <a:defPPr algn="l">
              <a:defRPr sz="2025" b="1">
                <a:solidFill>
                  <a:srgbClr val="18364F"/>
                </a:solidFill>
                <a:latin typeface="Yu Gothic"/>
                <a:ea typeface="Yu Gothic"/>
                <a:cs typeface="Yu Gothic"/>
              </a:defRPr>
            </a:defPPr>
            <a:lvl1pPr algn="l">
              <a:buNone/>
              <a:defRPr sz="2025" b="1">
                <a:solidFill>
                  <a:srgbClr val="18364F"/>
                </a:solidFill>
                <a:latin typeface="Yu Gothic"/>
                <a:ea typeface="Yu Gothic"/>
                <a:cs typeface="Yu Gothic"/>
              </a:defRPr>
            </a:lvl1pPr>
            <a:lvl2pPr algn="l">
              <a:buNone/>
              <a:defRPr sz="2025" b="1">
                <a:solidFill>
                  <a:srgbClr val="18364F"/>
                </a:solidFill>
                <a:latin typeface="Yu Gothic"/>
                <a:ea typeface="Yu Gothic"/>
                <a:cs typeface="Yu Gothic"/>
              </a:defRPr>
            </a:lvl2pPr>
            <a:lvl3pPr algn="l">
              <a:buNone/>
              <a:defRPr sz="2025" b="1">
                <a:solidFill>
                  <a:srgbClr val="18364F"/>
                </a:solidFill>
                <a:latin typeface="Yu Gothic"/>
                <a:ea typeface="Yu Gothic"/>
                <a:cs typeface="Yu Gothic"/>
              </a:defRPr>
            </a:lvl3pPr>
            <a:lvl4pPr algn="l">
              <a:buNone/>
              <a:defRPr sz="2025" b="1">
                <a:solidFill>
                  <a:srgbClr val="18364F"/>
                </a:solidFill>
                <a:latin typeface="Yu Gothic"/>
                <a:ea typeface="Yu Gothic"/>
                <a:cs typeface="Yu Gothic"/>
              </a:defRPr>
            </a:lvl4pPr>
            <a:lvl5pPr algn="l">
              <a:buNone/>
              <a:defRPr sz="2025" b="1">
                <a:solidFill>
                  <a:srgbClr val="18364F"/>
                </a:solidFill>
                <a:latin typeface="Yu Gothic"/>
                <a:ea typeface="Yu Gothic"/>
                <a:cs typeface="Yu Gothic"/>
              </a:defRPr>
            </a:lvl5pPr>
            <a:lvl6pPr algn="l">
              <a:buNone/>
              <a:defRPr sz="2025" b="1">
                <a:solidFill>
                  <a:srgbClr val="18364F"/>
                </a:solidFill>
                <a:latin typeface="Yu Gothic"/>
                <a:ea typeface="Yu Gothic"/>
                <a:cs typeface="Yu Gothic"/>
              </a:defRPr>
            </a:lvl6pPr>
            <a:lvl7pPr algn="l">
              <a:buNone/>
              <a:defRPr sz="2025" b="1">
                <a:solidFill>
                  <a:srgbClr val="18364F"/>
                </a:solidFill>
                <a:latin typeface="Yu Gothic"/>
                <a:ea typeface="Yu Gothic"/>
                <a:cs typeface="Yu Gothic"/>
              </a:defRPr>
            </a:lvl7pPr>
            <a:lvl8pPr algn="l">
              <a:buNone/>
              <a:defRPr sz="2025" b="1">
                <a:solidFill>
                  <a:srgbClr val="18364F"/>
                </a:solidFill>
                <a:latin typeface="Yu Gothic"/>
                <a:ea typeface="Yu Gothic"/>
                <a:cs typeface="Yu Gothic"/>
              </a:defRPr>
            </a:lvl8pPr>
            <a:lvl9pPr algn="l">
              <a:buNone/>
              <a:defRPr sz="2025" b="1">
                <a:solidFill>
                  <a:srgbClr val="18364F"/>
                </a:solidFill>
                <a:latin typeface="Yu Gothic"/>
                <a:ea typeface="Yu Gothic"/>
                <a:cs typeface="Yu Gothic"/>
              </a:defRPr>
            </a:lvl9pPr>
          </a:lstStyle>
          <a:p>
            <a:pPr algn="l">
              <a:buNone/>
              <a:defRPr sz="2025" b="1">
                <a:solidFill>
                  <a:srgbClr val="18364F"/>
                </a:solidFill>
                <a:latin typeface="Yu Gothic"/>
                <a:ea typeface="Yu Gothic"/>
                <a:cs typeface="Yu Gothic"/>
              </a:defRPr>
            </a:pPr>
            <a:r>
              <a:rPr sz="2025" b="1">
                <a:solidFill>
                  <a:srgbClr val="18364F"/>
                </a:solidFill>
                <a:latin typeface="Yu Gothic"/>
                <a:ea typeface="Yu Gothic"/>
                <a:cs typeface="Yu Gothic"/>
              </a:rPr>
              <a:t>CLTを用いる高層建築：Brock Commons／Sara</a:t>
            </a:r>
          </a:p>
        </p:txBody>
      </p:sp>
      <p:sp>
        <p:nvSpPr>
          <p:cNvPr id="8" name="正方形/長方形 7">
            <a:extLst>
              <a:ext uri="{FF2B5EF4-FFF2-40B4-BE49-F238E27FC236}">
                <a16:creationId xmlns:a16="http://schemas.microsoft.com/office/drawing/2014/main" id="{7A8B4043-6B68-489C-B545-5CF126459CEA}"/>
              </a:ext>
            </a:extLst>
          </p:cNvPr>
          <p:cNvSpPr>
            <a:spLocks noGrp="1"/>
          </p:cNvSpPr>
          <p:nvPr/>
        </p:nvSpPr>
        <p:spPr>
          <a:xfrm>
            <a:off x="685800" y="4000500"/>
            <a:ext cx="10820400" cy="514350"/>
          </a:xfrm>
          <a:prstGeom prst="rect">
            <a:avLst/>
          </a:prstGeom>
          <a:noFill/>
          <a:ln w="0">
            <a:noFill/>
          </a:ln>
        </p:spPr>
        <p:txBody>
          <a:bodyPr lIns="0" tIns="0" rIns="0" bIns="0" anchor="ctr">
            <a:noAutofit/>
          </a:bodyPr>
          <a:lstStyle>
            <a:defPPr algn="l">
              <a:defRPr sz="1500" b="0">
                <a:solidFill>
                  <a:srgbClr val="253C4D"/>
                </a:solidFill>
                <a:latin typeface="Yu Gothic"/>
                <a:ea typeface="Yu Gothic"/>
                <a:cs typeface="Yu Gothic"/>
              </a:defRPr>
            </a:defPPr>
            <a:lvl1pPr algn="l">
              <a:buNone/>
              <a:defRPr sz="1500" b="0">
                <a:solidFill>
                  <a:srgbClr val="253C4D"/>
                </a:solidFill>
                <a:latin typeface="Yu Gothic"/>
                <a:ea typeface="Yu Gothic"/>
                <a:cs typeface="Yu Gothic"/>
              </a:defRPr>
            </a:lvl1pPr>
            <a:lvl2pPr algn="l">
              <a:buNone/>
              <a:defRPr sz="1500" b="0">
                <a:solidFill>
                  <a:srgbClr val="253C4D"/>
                </a:solidFill>
                <a:latin typeface="Yu Gothic"/>
                <a:ea typeface="Yu Gothic"/>
                <a:cs typeface="Yu Gothic"/>
              </a:defRPr>
            </a:lvl2pPr>
            <a:lvl3pPr algn="l">
              <a:buNone/>
              <a:defRPr sz="1500" b="0">
                <a:solidFill>
                  <a:srgbClr val="253C4D"/>
                </a:solidFill>
                <a:latin typeface="Yu Gothic"/>
                <a:ea typeface="Yu Gothic"/>
                <a:cs typeface="Yu Gothic"/>
              </a:defRPr>
            </a:lvl3pPr>
            <a:lvl4pPr algn="l">
              <a:buNone/>
              <a:defRPr sz="1500" b="0">
                <a:solidFill>
                  <a:srgbClr val="253C4D"/>
                </a:solidFill>
                <a:latin typeface="Yu Gothic"/>
                <a:ea typeface="Yu Gothic"/>
                <a:cs typeface="Yu Gothic"/>
              </a:defRPr>
            </a:lvl4pPr>
            <a:lvl5pPr algn="l">
              <a:buNone/>
              <a:defRPr sz="1500" b="0">
                <a:solidFill>
                  <a:srgbClr val="253C4D"/>
                </a:solidFill>
                <a:latin typeface="Yu Gothic"/>
                <a:ea typeface="Yu Gothic"/>
                <a:cs typeface="Yu Gothic"/>
              </a:defRPr>
            </a:lvl5pPr>
            <a:lvl6pPr algn="l">
              <a:buNone/>
              <a:defRPr sz="1500" b="0">
                <a:solidFill>
                  <a:srgbClr val="253C4D"/>
                </a:solidFill>
                <a:latin typeface="Yu Gothic"/>
                <a:ea typeface="Yu Gothic"/>
                <a:cs typeface="Yu Gothic"/>
              </a:defRPr>
            </a:lvl6pPr>
            <a:lvl7pPr algn="l">
              <a:buNone/>
              <a:defRPr sz="1500" b="0">
                <a:solidFill>
                  <a:srgbClr val="253C4D"/>
                </a:solidFill>
                <a:latin typeface="Yu Gothic"/>
                <a:ea typeface="Yu Gothic"/>
                <a:cs typeface="Yu Gothic"/>
              </a:defRPr>
            </a:lvl7pPr>
            <a:lvl8pPr algn="l">
              <a:buNone/>
              <a:defRPr sz="1500" b="0">
                <a:solidFill>
                  <a:srgbClr val="253C4D"/>
                </a:solidFill>
                <a:latin typeface="Yu Gothic"/>
                <a:ea typeface="Yu Gothic"/>
                <a:cs typeface="Yu Gothic"/>
              </a:defRPr>
            </a:lvl8pPr>
            <a:lvl9pPr algn="l">
              <a:buNone/>
              <a:defRPr sz="1500" b="0">
                <a:solidFill>
                  <a:srgbClr val="253C4D"/>
                </a:solidFill>
                <a:latin typeface="Yu Gothic"/>
                <a:ea typeface="Yu Gothic"/>
                <a:cs typeface="Yu Gothic"/>
              </a:defRPr>
            </a:lvl9pPr>
          </a:lstStyle>
          <a:p>
            <a:pPr algn="l">
              <a:buNone/>
              <a:defRPr sz="1500" b="0">
                <a:solidFill>
                  <a:srgbClr val="253C4D"/>
                </a:solidFill>
                <a:latin typeface="Yu Gothic"/>
                <a:ea typeface="Yu Gothic"/>
                <a:cs typeface="Yu Gothic"/>
              </a:defRPr>
            </a:pPr>
            <a:r>
              <a:rPr sz="1500" b="0">
                <a:solidFill>
                  <a:srgbClr val="253C4D"/>
                </a:solidFill>
                <a:latin typeface="Yu Gothic"/>
                <a:ea typeface="Yu Gothic"/>
                <a:cs typeface="Yu Gothic"/>
                <a:hlinkClick r:id="rId5"/>
              </a:rPr>
              <a:t>UBC公式資料 ／ White Arkitekterの設計事例</a:t>
            </a:r>
          </a:p>
        </p:txBody>
      </p:sp>
      <p:sp>
        <p:nvSpPr>
          <p:cNvPr id="9" name="正方形/長方形 8">
            <a:extLst>
              <a:ext uri="{FF2B5EF4-FFF2-40B4-BE49-F238E27FC236}">
                <a16:creationId xmlns:a16="http://schemas.microsoft.com/office/drawing/2014/main" id="{1BE7B46F-F0F7-456B-A490-98BF397D978E}"/>
              </a:ext>
            </a:extLst>
          </p:cNvPr>
          <p:cNvSpPr>
            <a:spLocks noGrp="1"/>
          </p:cNvSpPr>
          <p:nvPr/>
        </p:nvSpPr>
        <p:spPr>
          <a:xfrm>
            <a:off x="685800" y="4591050"/>
            <a:ext cx="10820400" cy="400050"/>
          </a:xfrm>
          <a:prstGeom prst="rect">
            <a:avLst/>
          </a:prstGeom>
          <a:noFill/>
          <a:ln w="0">
            <a:noFill/>
          </a:ln>
        </p:spPr>
        <p:txBody>
          <a:bodyPr lIns="0" tIns="0" rIns="0" bIns="0" anchor="ctr">
            <a:noAutofit/>
          </a:bodyPr>
          <a:lstStyle>
            <a:defPPr algn="l">
              <a:defRPr sz="2025" b="1">
                <a:solidFill>
                  <a:srgbClr val="18364F"/>
                </a:solidFill>
                <a:latin typeface="Yu Gothic"/>
                <a:ea typeface="Yu Gothic"/>
                <a:cs typeface="Yu Gothic"/>
              </a:defRPr>
            </a:defPPr>
            <a:lvl1pPr algn="l">
              <a:buNone/>
              <a:defRPr sz="2025" b="1">
                <a:solidFill>
                  <a:srgbClr val="18364F"/>
                </a:solidFill>
                <a:latin typeface="Yu Gothic"/>
                <a:ea typeface="Yu Gothic"/>
                <a:cs typeface="Yu Gothic"/>
              </a:defRPr>
            </a:lvl1pPr>
            <a:lvl2pPr algn="l">
              <a:buNone/>
              <a:defRPr sz="2025" b="1">
                <a:solidFill>
                  <a:srgbClr val="18364F"/>
                </a:solidFill>
                <a:latin typeface="Yu Gothic"/>
                <a:ea typeface="Yu Gothic"/>
                <a:cs typeface="Yu Gothic"/>
              </a:defRPr>
            </a:lvl2pPr>
            <a:lvl3pPr algn="l">
              <a:buNone/>
              <a:defRPr sz="2025" b="1">
                <a:solidFill>
                  <a:srgbClr val="18364F"/>
                </a:solidFill>
                <a:latin typeface="Yu Gothic"/>
                <a:ea typeface="Yu Gothic"/>
                <a:cs typeface="Yu Gothic"/>
              </a:defRPr>
            </a:lvl3pPr>
            <a:lvl4pPr algn="l">
              <a:buNone/>
              <a:defRPr sz="2025" b="1">
                <a:solidFill>
                  <a:srgbClr val="18364F"/>
                </a:solidFill>
                <a:latin typeface="Yu Gothic"/>
                <a:ea typeface="Yu Gothic"/>
                <a:cs typeface="Yu Gothic"/>
              </a:defRPr>
            </a:lvl4pPr>
            <a:lvl5pPr algn="l">
              <a:buNone/>
              <a:defRPr sz="2025" b="1">
                <a:solidFill>
                  <a:srgbClr val="18364F"/>
                </a:solidFill>
                <a:latin typeface="Yu Gothic"/>
                <a:ea typeface="Yu Gothic"/>
                <a:cs typeface="Yu Gothic"/>
              </a:defRPr>
            </a:lvl5pPr>
            <a:lvl6pPr algn="l">
              <a:buNone/>
              <a:defRPr sz="2025" b="1">
                <a:solidFill>
                  <a:srgbClr val="18364F"/>
                </a:solidFill>
                <a:latin typeface="Yu Gothic"/>
                <a:ea typeface="Yu Gothic"/>
                <a:cs typeface="Yu Gothic"/>
              </a:defRPr>
            </a:lvl6pPr>
            <a:lvl7pPr algn="l">
              <a:buNone/>
              <a:defRPr sz="2025" b="1">
                <a:solidFill>
                  <a:srgbClr val="18364F"/>
                </a:solidFill>
                <a:latin typeface="Yu Gothic"/>
                <a:ea typeface="Yu Gothic"/>
                <a:cs typeface="Yu Gothic"/>
              </a:defRPr>
            </a:lvl7pPr>
            <a:lvl8pPr algn="l">
              <a:buNone/>
              <a:defRPr sz="2025" b="1">
                <a:solidFill>
                  <a:srgbClr val="18364F"/>
                </a:solidFill>
                <a:latin typeface="Yu Gothic"/>
                <a:ea typeface="Yu Gothic"/>
                <a:cs typeface="Yu Gothic"/>
              </a:defRPr>
            </a:lvl8pPr>
            <a:lvl9pPr algn="l">
              <a:buNone/>
              <a:defRPr sz="2025" b="1">
                <a:solidFill>
                  <a:srgbClr val="18364F"/>
                </a:solidFill>
                <a:latin typeface="Yu Gothic"/>
                <a:ea typeface="Yu Gothic"/>
                <a:cs typeface="Yu Gothic"/>
              </a:defRPr>
            </a:lvl9pPr>
          </a:lstStyle>
          <a:p>
            <a:pPr algn="l">
              <a:buNone/>
              <a:defRPr sz="2025" b="1">
                <a:solidFill>
                  <a:srgbClr val="18364F"/>
                </a:solidFill>
                <a:latin typeface="Yu Gothic"/>
                <a:ea typeface="Yu Gothic"/>
                <a:cs typeface="Yu Gothic"/>
              </a:defRPr>
            </a:pPr>
            <a:r>
              <a:rPr sz="2025" b="1">
                <a:solidFill>
                  <a:srgbClr val="18364F"/>
                </a:solidFill>
                <a:latin typeface="Yu Gothic"/>
                <a:ea typeface="Yu Gothic"/>
                <a:cs typeface="Yu Gothic"/>
              </a:rPr>
              <a:t>燃焼・写真・学校との接点</a:t>
            </a:r>
          </a:p>
        </p:txBody>
      </p:sp>
      <p:sp>
        <p:nvSpPr>
          <p:cNvPr id="10" name="正方形/長方形 9">
            <a:extLst>
              <a:ext uri="{FF2B5EF4-FFF2-40B4-BE49-F238E27FC236}">
                <a16:creationId xmlns:a16="http://schemas.microsoft.com/office/drawing/2014/main" id="{B29C0BF7-C8E0-4CC8-BEA3-77CD1A3C52AA}"/>
              </a:ext>
            </a:extLst>
          </p:cNvPr>
          <p:cNvSpPr>
            <a:spLocks noGrp="1"/>
          </p:cNvSpPr>
          <p:nvPr/>
        </p:nvSpPr>
        <p:spPr>
          <a:xfrm>
            <a:off x="685800" y="5000625"/>
            <a:ext cx="10820400" cy="514350"/>
          </a:xfrm>
          <a:prstGeom prst="rect">
            <a:avLst/>
          </a:prstGeom>
          <a:noFill/>
          <a:ln w="0">
            <a:noFill/>
          </a:ln>
        </p:spPr>
        <p:txBody>
          <a:bodyPr lIns="0" tIns="0" rIns="0" bIns="0" anchor="ctr">
            <a:noAutofit/>
          </a:bodyPr>
          <a:lstStyle>
            <a:defPPr algn="l">
              <a:defRPr sz="1500" b="0">
                <a:solidFill>
                  <a:srgbClr val="253C4D"/>
                </a:solidFill>
                <a:latin typeface="Yu Gothic"/>
                <a:ea typeface="Yu Gothic"/>
                <a:cs typeface="Yu Gothic"/>
              </a:defRPr>
            </a:defPPr>
            <a:lvl1pPr algn="l">
              <a:buNone/>
              <a:defRPr sz="1500" b="0">
                <a:solidFill>
                  <a:srgbClr val="253C4D"/>
                </a:solidFill>
                <a:latin typeface="Yu Gothic"/>
                <a:ea typeface="Yu Gothic"/>
                <a:cs typeface="Yu Gothic"/>
              </a:defRPr>
            </a:lvl1pPr>
            <a:lvl2pPr algn="l">
              <a:buNone/>
              <a:defRPr sz="1500" b="0">
                <a:solidFill>
                  <a:srgbClr val="253C4D"/>
                </a:solidFill>
                <a:latin typeface="Yu Gothic"/>
                <a:ea typeface="Yu Gothic"/>
                <a:cs typeface="Yu Gothic"/>
              </a:defRPr>
            </a:lvl2pPr>
            <a:lvl3pPr algn="l">
              <a:buNone/>
              <a:defRPr sz="1500" b="0">
                <a:solidFill>
                  <a:srgbClr val="253C4D"/>
                </a:solidFill>
                <a:latin typeface="Yu Gothic"/>
                <a:ea typeface="Yu Gothic"/>
                <a:cs typeface="Yu Gothic"/>
              </a:defRPr>
            </a:lvl3pPr>
            <a:lvl4pPr algn="l">
              <a:buNone/>
              <a:defRPr sz="1500" b="0">
                <a:solidFill>
                  <a:srgbClr val="253C4D"/>
                </a:solidFill>
                <a:latin typeface="Yu Gothic"/>
                <a:ea typeface="Yu Gothic"/>
                <a:cs typeface="Yu Gothic"/>
              </a:defRPr>
            </a:lvl4pPr>
            <a:lvl5pPr algn="l">
              <a:buNone/>
              <a:defRPr sz="1500" b="0">
                <a:solidFill>
                  <a:srgbClr val="253C4D"/>
                </a:solidFill>
                <a:latin typeface="Yu Gothic"/>
                <a:ea typeface="Yu Gothic"/>
                <a:cs typeface="Yu Gothic"/>
              </a:defRPr>
            </a:lvl5pPr>
            <a:lvl6pPr algn="l">
              <a:buNone/>
              <a:defRPr sz="1500" b="0">
                <a:solidFill>
                  <a:srgbClr val="253C4D"/>
                </a:solidFill>
                <a:latin typeface="Yu Gothic"/>
                <a:ea typeface="Yu Gothic"/>
                <a:cs typeface="Yu Gothic"/>
              </a:defRPr>
            </a:lvl6pPr>
            <a:lvl7pPr algn="l">
              <a:buNone/>
              <a:defRPr sz="1500" b="0">
                <a:solidFill>
                  <a:srgbClr val="253C4D"/>
                </a:solidFill>
                <a:latin typeface="Yu Gothic"/>
                <a:ea typeface="Yu Gothic"/>
                <a:cs typeface="Yu Gothic"/>
              </a:defRPr>
            </a:lvl7pPr>
            <a:lvl8pPr algn="l">
              <a:buNone/>
              <a:defRPr sz="1500" b="0">
                <a:solidFill>
                  <a:srgbClr val="253C4D"/>
                </a:solidFill>
                <a:latin typeface="Yu Gothic"/>
                <a:ea typeface="Yu Gothic"/>
                <a:cs typeface="Yu Gothic"/>
              </a:defRPr>
            </a:lvl8pPr>
            <a:lvl9pPr algn="l">
              <a:buNone/>
              <a:defRPr sz="1500" b="0">
                <a:solidFill>
                  <a:srgbClr val="253C4D"/>
                </a:solidFill>
                <a:latin typeface="Yu Gothic"/>
                <a:ea typeface="Yu Gothic"/>
                <a:cs typeface="Yu Gothic"/>
              </a:defRPr>
            </a:lvl9pPr>
          </a:lstStyle>
          <a:p>
            <a:pPr algn="l">
              <a:buNone/>
              <a:defRPr sz="1500" b="0">
                <a:solidFill>
                  <a:srgbClr val="253C4D"/>
                </a:solidFill>
                <a:latin typeface="Yu Gothic"/>
                <a:ea typeface="Yu Gothic"/>
                <a:cs typeface="Yu Gothic"/>
              </a:defRPr>
            </a:pPr>
            <a:r>
              <a:rPr sz="1500" b="0">
                <a:solidFill>
                  <a:srgbClr val="253C4D"/>
                </a:solidFill>
                <a:latin typeface="Yu Gothic"/>
                <a:ea typeface="Yu Gothic"/>
                <a:cs typeface="Yu Gothic"/>
                <a:hlinkClick r:id="rId6"/>
              </a:rPr>
              <a:t>Wood Handbook第18章・写真・指導要領のURLはノートと解説へ</a:t>
            </a:r>
          </a:p>
        </p:txBody>
      </p:sp>
      <p:sp>
        <p:nvSpPr>
          <p:cNvPr id="11" name="正方形/長方形 10">
            <a:extLst>
              <a:ext uri="{FF2B5EF4-FFF2-40B4-BE49-F238E27FC236}">
                <a16:creationId xmlns:a16="http://schemas.microsoft.com/office/drawing/2014/main" id="{2E52E0B9-1377-4123-A242-747C08808A59}"/>
              </a:ext>
            </a:extLst>
          </p:cNvPr>
          <p:cNvSpPr>
            <a:spLocks noGrp="1"/>
          </p:cNvSpPr>
          <p:nvPr/>
        </p:nvSpPr>
        <p:spPr>
          <a:xfrm>
            <a:off x="685800" y="5867400"/>
            <a:ext cx="10820400" cy="400050"/>
          </a:xfrm>
          <a:prstGeom prst="rect">
            <a:avLst/>
          </a:prstGeom>
          <a:noFill/>
          <a:ln w="0">
            <a:noFill/>
          </a:ln>
        </p:spPr>
        <p:txBody>
          <a:bodyPr lIns="0" tIns="0" rIns="0" bIns="0" anchor="ctr">
            <a:noAutofit/>
          </a:bodyPr>
          <a:lstStyle>
            <a:defPPr algn="l">
              <a:defRPr sz="1800" b="0">
                <a:solidFill>
                  <a:srgbClr val="596875"/>
                </a:solidFill>
                <a:latin typeface="Yu Gothic"/>
                <a:ea typeface="Yu Gothic"/>
                <a:cs typeface="Yu Gothic"/>
              </a:defRPr>
            </a:defPPr>
            <a:lvl1pPr algn="l">
              <a:buNone/>
              <a:defRPr sz="1800" b="0">
                <a:solidFill>
                  <a:srgbClr val="596875"/>
                </a:solidFill>
                <a:latin typeface="Yu Gothic"/>
                <a:ea typeface="Yu Gothic"/>
                <a:cs typeface="Yu Gothic"/>
              </a:defRPr>
            </a:lvl1pPr>
            <a:lvl2pPr algn="l">
              <a:buNone/>
              <a:defRPr sz="1800" b="0">
                <a:solidFill>
                  <a:srgbClr val="596875"/>
                </a:solidFill>
                <a:latin typeface="Yu Gothic"/>
                <a:ea typeface="Yu Gothic"/>
                <a:cs typeface="Yu Gothic"/>
              </a:defRPr>
            </a:lvl2pPr>
            <a:lvl3pPr algn="l">
              <a:buNone/>
              <a:defRPr sz="1800" b="0">
                <a:solidFill>
                  <a:srgbClr val="596875"/>
                </a:solidFill>
                <a:latin typeface="Yu Gothic"/>
                <a:ea typeface="Yu Gothic"/>
                <a:cs typeface="Yu Gothic"/>
              </a:defRPr>
            </a:lvl3pPr>
            <a:lvl4pPr algn="l">
              <a:buNone/>
              <a:defRPr sz="1800" b="0">
                <a:solidFill>
                  <a:srgbClr val="596875"/>
                </a:solidFill>
                <a:latin typeface="Yu Gothic"/>
                <a:ea typeface="Yu Gothic"/>
                <a:cs typeface="Yu Gothic"/>
              </a:defRPr>
            </a:lvl4pPr>
            <a:lvl5pPr algn="l">
              <a:buNone/>
              <a:defRPr sz="1800" b="0">
                <a:solidFill>
                  <a:srgbClr val="596875"/>
                </a:solidFill>
                <a:latin typeface="Yu Gothic"/>
                <a:ea typeface="Yu Gothic"/>
                <a:cs typeface="Yu Gothic"/>
              </a:defRPr>
            </a:lvl5pPr>
            <a:lvl6pPr algn="l">
              <a:buNone/>
              <a:defRPr sz="1800" b="0">
                <a:solidFill>
                  <a:srgbClr val="596875"/>
                </a:solidFill>
                <a:latin typeface="Yu Gothic"/>
                <a:ea typeface="Yu Gothic"/>
                <a:cs typeface="Yu Gothic"/>
              </a:defRPr>
            </a:lvl6pPr>
            <a:lvl7pPr algn="l">
              <a:buNone/>
              <a:defRPr sz="1800" b="0">
                <a:solidFill>
                  <a:srgbClr val="596875"/>
                </a:solidFill>
                <a:latin typeface="Yu Gothic"/>
                <a:ea typeface="Yu Gothic"/>
                <a:cs typeface="Yu Gothic"/>
              </a:defRPr>
            </a:lvl7pPr>
            <a:lvl8pPr algn="l">
              <a:buNone/>
              <a:defRPr sz="1800" b="0">
                <a:solidFill>
                  <a:srgbClr val="596875"/>
                </a:solidFill>
                <a:latin typeface="Yu Gothic"/>
                <a:ea typeface="Yu Gothic"/>
                <a:cs typeface="Yu Gothic"/>
              </a:defRPr>
            </a:lvl8pPr>
            <a:lvl9pPr algn="l">
              <a:buNone/>
              <a:defRPr sz="1800" b="0">
                <a:solidFill>
                  <a:srgbClr val="596875"/>
                </a:solidFill>
                <a:latin typeface="Yu Gothic"/>
                <a:ea typeface="Yu Gothic"/>
                <a:cs typeface="Yu Gothic"/>
              </a:defRPr>
            </a:lvl9pPr>
          </a:lstStyle>
          <a:p>
            <a:pPr algn="l">
              <a:buNone/>
              <a:defRPr sz="1800" b="0">
                <a:solidFill>
                  <a:srgbClr val="596875"/>
                </a:solidFill>
                <a:latin typeface="Yu Gothic"/>
                <a:ea typeface="Yu Gothic"/>
                <a:cs typeface="Yu Gothic"/>
              </a:defRPr>
            </a:pPr>
            <a:r>
              <a:rPr sz="1800" b="0">
                <a:solidFill>
                  <a:srgbClr val="596875"/>
                </a:solidFill>
                <a:latin typeface="Yu Gothic"/>
                <a:ea typeface="Yu Gothic"/>
                <a:cs typeface="Yu Gothic"/>
              </a:rPr>
              <a:t>講義で扱った図・式・用語に該当する節を参照し、出典箇所を記録する</a:t>
            </a:r>
          </a:p>
        </p:txBody>
      </p:sp>
      <p:sp>
        <p:nvSpPr>
          <p:cNvPr id="12" name="正方形/長方形 11">
            <a:extLst>
              <a:ext uri="{FF2B5EF4-FFF2-40B4-BE49-F238E27FC236}">
                <a16:creationId xmlns:a16="http://schemas.microsoft.com/office/drawing/2014/main" id="{3CF5AC20-B90C-40D3-8DF5-BBE34AB47FB5}"/>
              </a:ext>
            </a:extLst>
          </p:cNvPr>
          <p:cNvSpPr>
            <a:spLocks noGrp="1"/>
          </p:cNvSpPr>
          <p:nvPr/>
        </p:nvSpPr>
        <p:spPr>
          <a:xfrm>
            <a:off x="685800" y="6419850"/>
            <a:ext cx="9048750" cy="238125"/>
          </a:xfrm>
          <a:prstGeom prst="rect">
            <a:avLst/>
          </a:prstGeom>
          <a:noFill/>
          <a:ln w="0">
            <a:noFill/>
          </a:ln>
        </p:spPr>
        <p:txBody>
          <a:bodyPr lIns="0" tIns="0" rIns="0" bIns="0" anchor="ctr">
            <a:noAutofit/>
          </a:bodyPr>
          <a:lstStyle>
            <a:defPPr algn="l">
              <a:defRPr sz="1425" b="0">
                <a:solidFill>
                  <a:srgbClr val="596875"/>
                </a:solidFill>
                <a:latin typeface="Yu Gothic"/>
                <a:ea typeface="Yu Gothic"/>
                <a:cs typeface="Yu Gothic"/>
              </a:defRPr>
            </a:defPPr>
            <a:lvl1pPr algn="l">
              <a:buNone/>
              <a:defRPr sz="1425" b="0">
                <a:solidFill>
                  <a:srgbClr val="596875"/>
                </a:solidFill>
                <a:latin typeface="Yu Gothic"/>
                <a:ea typeface="Yu Gothic"/>
                <a:cs typeface="Yu Gothic"/>
              </a:defRPr>
            </a:lvl1pPr>
            <a:lvl2pPr algn="l">
              <a:buNone/>
              <a:defRPr sz="1425" b="0">
                <a:solidFill>
                  <a:srgbClr val="596875"/>
                </a:solidFill>
                <a:latin typeface="Yu Gothic"/>
                <a:ea typeface="Yu Gothic"/>
                <a:cs typeface="Yu Gothic"/>
              </a:defRPr>
            </a:lvl2pPr>
            <a:lvl3pPr algn="l">
              <a:buNone/>
              <a:defRPr sz="1425" b="0">
                <a:solidFill>
                  <a:srgbClr val="596875"/>
                </a:solidFill>
                <a:latin typeface="Yu Gothic"/>
                <a:ea typeface="Yu Gothic"/>
                <a:cs typeface="Yu Gothic"/>
              </a:defRPr>
            </a:lvl3pPr>
            <a:lvl4pPr algn="l">
              <a:buNone/>
              <a:defRPr sz="1425" b="0">
                <a:solidFill>
                  <a:srgbClr val="596875"/>
                </a:solidFill>
                <a:latin typeface="Yu Gothic"/>
                <a:ea typeface="Yu Gothic"/>
                <a:cs typeface="Yu Gothic"/>
              </a:defRPr>
            </a:lvl4pPr>
            <a:lvl5pPr algn="l">
              <a:buNone/>
              <a:defRPr sz="1425" b="0">
                <a:solidFill>
                  <a:srgbClr val="596875"/>
                </a:solidFill>
                <a:latin typeface="Yu Gothic"/>
                <a:ea typeface="Yu Gothic"/>
                <a:cs typeface="Yu Gothic"/>
              </a:defRPr>
            </a:lvl5pPr>
            <a:lvl6pPr algn="l">
              <a:buNone/>
              <a:defRPr sz="1425" b="0">
                <a:solidFill>
                  <a:srgbClr val="596875"/>
                </a:solidFill>
                <a:latin typeface="Yu Gothic"/>
                <a:ea typeface="Yu Gothic"/>
                <a:cs typeface="Yu Gothic"/>
              </a:defRPr>
            </a:lvl6pPr>
            <a:lvl7pPr algn="l">
              <a:buNone/>
              <a:defRPr sz="1425" b="0">
                <a:solidFill>
                  <a:srgbClr val="596875"/>
                </a:solidFill>
                <a:latin typeface="Yu Gothic"/>
                <a:ea typeface="Yu Gothic"/>
                <a:cs typeface="Yu Gothic"/>
              </a:defRPr>
            </a:lvl7pPr>
            <a:lvl8pPr algn="l">
              <a:buNone/>
              <a:defRPr sz="1425" b="0">
                <a:solidFill>
                  <a:srgbClr val="596875"/>
                </a:solidFill>
                <a:latin typeface="Yu Gothic"/>
                <a:ea typeface="Yu Gothic"/>
                <a:cs typeface="Yu Gothic"/>
              </a:defRPr>
            </a:lvl8pPr>
            <a:lvl9pPr algn="l">
              <a:buNone/>
              <a:defRPr sz="1425" b="0">
                <a:solidFill>
                  <a:srgbClr val="596875"/>
                </a:solidFill>
                <a:latin typeface="Yu Gothic"/>
                <a:ea typeface="Yu Gothic"/>
                <a:cs typeface="Yu Gothic"/>
              </a:defRPr>
            </a:lvl9pPr>
          </a:lstStyle>
          <a:p>
            <a:pPr algn="l">
              <a:buNone/>
              <a:defRPr sz="1425" b="0">
                <a:solidFill>
                  <a:srgbClr val="596875"/>
                </a:solidFill>
                <a:latin typeface="Yu Gothic"/>
                <a:ea typeface="Yu Gothic"/>
                <a:cs typeface="Yu Gothic"/>
              </a:defRPr>
            </a:pPr>
            <a:r>
              <a:rPr lang="ja-JP" altLang="en-US" sz="1425" b="0">
                <a:solidFill>
                  <a:srgbClr val="596875"/>
                </a:solidFill>
                <a:latin typeface="Yu Gothic"/>
                <a:ea typeface="Yu Gothic"/>
                <a:cs typeface="Yu Gothic"/>
              </a:rPr>
              <a:t>木材及び木質材料学　新第</a:t>
            </a:r>
            <a:r>
              <a:rPr lang="en-US" altLang="ja-JP" sz="1425" b="0">
                <a:solidFill>
                  <a:srgbClr val="596875"/>
                </a:solidFill>
                <a:latin typeface="Yu Gothic"/>
                <a:ea typeface="Yu Gothic"/>
                <a:cs typeface="Yu Gothic"/>
              </a:rPr>
              <a:t>14</a:t>
            </a:r>
            <a:r>
              <a:rPr lang="ja-JP" altLang="en-US" sz="1425" b="0">
                <a:solidFill>
                  <a:srgbClr val="596875"/>
                </a:solidFill>
                <a:latin typeface="Yu Gothic"/>
                <a:ea typeface="Yu Gothic"/>
                <a:cs typeface="Yu Gothic"/>
              </a:rPr>
              <a:t>回　構造・燃焼</a:t>
            </a:r>
            <a:endParaRPr sz="1425" b="0">
              <a:solidFill>
                <a:srgbClr val="596875"/>
              </a:solidFill>
              <a:latin typeface="Yu Gothic"/>
              <a:ea typeface="Yu Gothic"/>
              <a:cs typeface="Yu Gothic"/>
            </a:endParaRPr>
          </a:p>
        </p:txBody>
      </p:sp>
      <p:sp>
        <p:nvSpPr>
          <p:cNvPr id="13" name="正方形/長方形 12">
            <a:extLst>
              <a:ext uri="{FF2B5EF4-FFF2-40B4-BE49-F238E27FC236}">
                <a16:creationId xmlns:a16="http://schemas.microsoft.com/office/drawing/2014/main" id="{329646AB-2AA8-44C4-B9C9-244E3F5D4C09}"/>
              </a:ext>
            </a:extLst>
          </p:cNvPr>
          <p:cNvSpPr>
            <a:spLocks noGrp="1"/>
          </p:cNvSpPr>
          <p:nvPr/>
        </p:nvSpPr>
        <p:spPr>
          <a:xfrm>
            <a:off x="10858500" y="6419850"/>
            <a:ext cx="647700" cy="238125"/>
          </a:xfrm>
          <a:prstGeom prst="rect">
            <a:avLst/>
          </a:prstGeom>
          <a:noFill/>
          <a:ln w="0">
            <a:noFill/>
          </a:ln>
        </p:spPr>
        <p:txBody>
          <a:bodyPr lIns="0" tIns="0" rIns="0" bIns="0" anchor="ctr">
            <a:noAutofit/>
          </a:bodyPr>
          <a:lstStyle>
            <a:defPPr algn="r">
              <a:defRPr sz="1425" b="0">
                <a:solidFill>
                  <a:srgbClr val="596875"/>
                </a:solidFill>
                <a:latin typeface="Yu Gothic"/>
                <a:ea typeface="Yu Gothic"/>
                <a:cs typeface="Yu Gothic"/>
              </a:defRPr>
            </a:defPPr>
            <a:lvl1pPr algn="r">
              <a:buNone/>
              <a:defRPr sz="1425" b="0">
                <a:solidFill>
                  <a:srgbClr val="596875"/>
                </a:solidFill>
                <a:latin typeface="Yu Gothic"/>
                <a:ea typeface="Yu Gothic"/>
                <a:cs typeface="Yu Gothic"/>
              </a:defRPr>
            </a:lvl1pPr>
            <a:lvl2pPr algn="r">
              <a:buNone/>
              <a:defRPr sz="1425" b="0">
                <a:solidFill>
                  <a:srgbClr val="596875"/>
                </a:solidFill>
                <a:latin typeface="Yu Gothic"/>
                <a:ea typeface="Yu Gothic"/>
                <a:cs typeface="Yu Gothic"/>
              </a:defRPr>
            </a:lvl2pPr>
            <a:lvl3pPr algn="r">
              <a:buNone/>
              <a:defRPr sz="1425" b="0">
                <a:solidFill>
                  <a:srgbClr val="596875"/>
                </a:solidFill>
                <a:latin typeface="Yu Gothic"/>
                <a:ea typeface="Yu Gothic"/>
                <a:cs typeface="Yu Gothic"/>
              </a:defRPr>
            </a:lvl3pPr>
            <a:lvl4pPr algn="r">
              <a:buNone/>
              <a:defRPr sz="1425" b="0">
                <a:solidFill>
                  <a:srgbClr val="596875"/>
                </a:solidFill>
                <a:latin typeface="Yu Gothic"/>
                <a:ea typeface="Yu Gothic"/>
                <a:cs typeface="Yu Gothic"/>
              </a:defRPr>
            </a:lvl4pPr>
            <a:lvl5pPr algn="r">
              <a:buNone/>
              <a:defRPr sz="1425" b="0">
                <a:solidFill>
                  <a:srgbClr val="596875"/>
                </a:solidFill>
                <a:latin typeface="Yu Gothic"/>
                <a:ea typeface="Yu Gothic"/>
                <a:cs typeface="Yu Gothic"/>
              </a:defRPr>
            </a:lvl5pPr>
            <a:lvl6pPr algn="r">
              <a:buNone/>
              <a:defRPr sz="1425" b="0">
                <a:solidFill>
                  <a:srgbClr val="596875"/>
                </a:solidFill>
                <a:latin typeface="Yu Gothic"/>
                <a:ea typeface="Yu Gothic"/>
                <a:cs typeface="Yu Gothic"/>
              </a:defRPr>
            </a:lvl6pPr>
            <a:lvl7pPr algn="r">
              <a:buNone/>
              <a:defRPr sz="1425" b="0">
                <a:solidFill>
                  <a:srgbClr val="596875"/>
                </a:solidFill>
                <a:latin typeface="Yu Gothic"/>
                <a:ea typeface="Yu Gothic"/>
                <a:cs typeface="Yu Gothic"/>
              </a:defRPr>
            </a:lvl7pPr>
            <a:lvl8pPr algn="r">
              <a:buNone/>
              <a:defRPr sz="1425" b="0">
                <a:solidFill>
                  <a:srgbClr val="596875"/>
                </a:solidFill>
                <a:latin typeface="Yu Gothic"/>
                <a:ea typeface="Yu Gothic"/>
                <a:cs typeface="Yu Gothic"/>
              </a:defRPr>
            </a:lvl8pPr>
            <a:lvl9pPr algn="r">
              <a:buNone/>
              <a:defRPr sz="1425" b="0">
                <a:solidFill>
                  <a:srgbClr val="596875"/>
                </a:solidFill>
                <a:latin typeface="Yu Gothic"/>
                <a:ea typeface="Yu Gothic"/>
                <a:cs typeface="Yu Gothic"/>
              </a:defRPr>
            </a:lvl9pPr>
          </a:lstStyle>
          <a:p>
            <a:pPr algn="r">
              <a:buNone/>
              <a:defRPr sz="1425" b="0">
                <a:solidFill>
                  <a:srgbClr val="596875"/>
                </a:solidFill>
                <a:latin typeface="Yu Gothic"/>
                <a:ea typeface="Yu Gothic"/>
                <a:cs typeface="Yu Gothic"/>
              </a:defRPr>
            </a:pPr>
            <a:r>
              <a:rPr lang="en-US" altLang="ja-JP" sz="1425" b="0">
                <a:solidFill>
                  <a:srgbClr val="596875"/>
                </a:solidFill>
                <a:latin typeface="Yu Gothic"/>
                <a:ea typeface="Yu Gothic"/>
                <a:cs typeface="Yu Gothic"/>
              </a:rPr>
              <a:t>55</a:t>
            </a:r>
            <a:endParaRPr sz="1425" b="0">
              <a:solidFill>
                <a:srgbClr val="596875"/>
              </a:solidFill>
              <a:latin typeface="Yu Gothic"/>
              <a:ea typeface="Yu Gothic"/>
              <a:cs typeface="Yu Gothic"/>
            </a:endParaRPr>
          </a:p>
        </p:txBody>
      </p:sp>
    </p:spTree>
    <p:extLst>
      <p:ext uri="{BB962C8B-B14F-4D97-AF65-F5344CB8AC3E}">
        <p14:creationId xmlns:p14="http://schemas.microsoft.com/office/powerpoint/2010/main" val="1019025746"/>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正方形/長方形 12">
            <a:extLst>
              <a:ext uri="{FF2B5EF4-FFF2-40B4-BE49-F238E27FC236}">
                <a16:creationId xmlns:a16="http://schemas.microsoft.com/office/drawing/2014/main" id="{D98F5FCC-C45E-4968-9A99-D4E8FF3E6CAD}"/>
              </a:ext>
            </a:extLst>
          </p:cNvPr>
          <p:cNvSpPr>
            <a:spLocks noGrp="1"/>
          </p:cNvSpPr>
          <p:nvPr/>
        </p:nvSpPr>
        <p:spPr>
          <a:xfrm>
            <a:off x="685800" y="342900"/>
            <a:ext cx="10820400" cy="666750"/>
          </a:xfrm>
          <a:prstGeom prst="rect">
            <a:avLst/>
          </a:prstGeom>
          <a:noFill/>
          <a:ln w="0">
            <a:noFill/>
          </a:ln>
        </p:spPr>
        <p:txBody>
          <a:bodyPr lIns="0" tIns="0" rIns="0" bIns="0" anchor="ctr">
            <a:noAutofit/>
          </a:bodyPr>
          <a:lstStyle>
            <a:defPPr>
              <a:defRPr sz="3000" b="1">
                <a:solidFill>
                  <a:srgbClr val="18364F"/>
                </a:solidFill>
                <a:latin typeface="Yu Gothic"/>
                <a:ea typeface="Yu Gothic"/>
                <a:cs typeface="Yu Gothic"/>
              </a:defRPr>
            </a:defPPr>
            <a:lvl1pPr>
              <a:buNone/>
              <a:defRPr sz="3000" b="1">
                <a:solidFill>
                  <a:srgbClr val="18364F"/>
                </a:solidFill>
                <a:latin typeface="Yu Gothic"/>
                <a:ea typeface="Yu Gothic"/>
                <a:cs typeface="Yu Gothic"/>
              </a:defRPr>
            </a:lvl1pPr>
            <a:lvl2pPr>
              <a:buNone/>
              <a:defRPr sz="3000" b="1">
                <a:solidFill>
                  <a:srgbClr val="18364F"/>
                </a:solidFill>
                <a:latin typeface="Yu Gothic"/>
                <a:ea typeface="Yu Gothic"/>
                <a:cs typeface="Yu Gothic"/>
              </a:defRPr>
            </a:lvl2pPr>
            <a:lvl3pPr>
              <a:buNone/>
              <a:defRPr sz="3000" b="1">
                <a:solidFill>
                  <a:srgbClr val="18364F"/>
                </a:solidFill>
                <a:latin typeface="Yu Gothic"/>
                <a:ea typeface="Yu Gothic"/>
                <a:cs typeface="Yu Gothic"/>
              </a:defRPr>
            </a:lvl3pPr>
            <a:lvl4pPr>
              <a:buNone/>
              <a:defRPr sz="3000" b="1">
                <a:solidFill>
                  <a:srgbClr val="18364F"/>
                </a:solidFill>
                <a:latin typeface="Yu Gothic"/>
                <a:ea typeface="Yu Gothic"/>
                <a:cs typeface="Yu Gothic"/>
              </a:defRPr>
            </a:lvl4pPr>
            <a:lvl5pPr>
              <a:buNone/>
              <a:defRPr sz="3000" b="1">
                <a:solidFill>
                  <a:srgbClr val="18364F"/>
                </a:solidFill>
                <a:latin typeface="Yu Gothic"/>
                <a:ea typeface="Yu Gothic"/>
                <a:cs typeface="Yu Gothic"/>
              </a:defRPr>
            </a:lvl5pPr>
            <a:lvl6pPr>
              <a:buNone/>
              <a:defRPr sz="3000" b="1">
                <a:solidFill>
                  <a:srgbClr val="18364F"/>
                </a:solidFill>
                <a:latin typeface="Yu Gothic"/>
                <a:ea typeface="Yu Gothic"/>
                <a:cs typeface="Yu Gothic"/>
              </a:defRPr>
            </a:lvl6pPr>
            <a:lvl7pPr>
              <a:buNone/>
              <a:defRPr sz="3000" b="1">
                <a:solidFill>
                  <a:srgbClr val="18364F"/>
                </a:solidFill>
                <a:latin typeface="Yu Gothic"/>
                <a:ea typeface="Yu Gothic"/>
                <a:cs typeface="Yu Gothic"/>
              </a:defRPr>
            </a:lvl7pPr>
            <a:lvl8pPr>
              <a:buNone/>
              <a:defRPr sz="3000" b="1">
                <a:solidFill>
                  <a:srgbClr val="18364F"/>
                </a:solidFill>
                <a:latin typeface="Yu Gothic"/>
                <a:ea typeface="Yu Gothic"/>
                <a:cs typeface="Yu Gothic"/>
              </a:defRPr>
            </a:lvl8pPr>
            <a:lvl9pPr>
              <a:buNone/>
              <a:defRPr sz="3000" b="1">
                <a:solidFill>
                  <a:srgbClr val="18364F"/>
                </a:solidFill>
                <a:latin typeface="Yu Gothic"/>
                <a:ea typeface="Yu Gothic"/>
                <a:cs typeface="Yu Gothic"/>
              </a:defRPr>
            </a:lvl9pPr>
          </a:lstStyle>
          <a:p>
            <a:pPr>
              <a:buNone/>
              <a:defRPr sz="3000" b="1">
                <a:solidFill>
                  <a:srgbClr val="18364F"/>
                </a:solidFill>
                <a:latin typeface="Yu Gothic"/>
                <a:ea typeface="Yu Gothic"/>
                <a:cs typeface="Yu Gothic"/>
              </a:defRPr>
            </a:pPr>
            <a:r>
              <a:rPr sz="3000" b="1">
                <a:solidFill>
                  <a:srgbClr val="18364F"/>
                </a:solidFill>
                <a:latin typeface="Yu Gothic"/>
                <a:ea typeface="Yu Gothic"/>
                <a:cs typeface="Yu Gothic"/>
              </a:rPr>
              <a:t>参考資料：森林・文化・炭素</a:t>
            </a:r>
          </a:p>
        </p:txBody>
      </p:sp>
      <p:sp>
        <p:nvSpPr>
          <p:cNvPr id="2" name="正方形/長方形 1">
            <a:extLst>
              <a:ext uri="{FF2B5EF4-FFF2-40B4-BE49-F238E27FC236}">
                <a16:creationId xmlns:a16="http://schemas.microsoft.com/office/drawing/2014/main" id="{BEDF0D53-0DF7-42B7-BB4E-11240C4ED113}"/>
              </a:ext>
            </a:extLst>
          </p:cNvPr>
          <p:cNvSpPr>
            <a:spLocks noGrp="1"/>
          </p:cNvSpPr>
          <p:nvPr/>
        </p:nvSpPr>
        <p:spPr>
          <a:xfrm>
            <a:off x="685800" y="1181100"/>
            <a:ext cx="10820400" cy="19050"/>
          </a:xfrm>
          <a:prstGeom prst="rect">
            <a:avLst/>
          </a:prstGeom>
          <a:solidFill>
            <a:srgbClr val="18364F"/>
          </a:solidFill>
          <a:ln w="0">
            <a:noFill/>
          </a:ln>
        </p:spPr>
      </p:sp>
      <p:sp>
        <p:nvSpPr>
          <p:cNvPr id="3" name="正方形/長方形 2">
            <a:extLst>
              <a:ext uri="{FF2B5EF4-FFF2-40B4-BE49-F238E27FC236}">
                <a16:creationId xmlns:a16="http://schemas.microsoft.com/office/drawing/2014/main" id="{97BE8996-7662-4BCF-B0EC-38AF47B572AB}"/>
              </a:ext>
            </a:extLst>
          </p:cNvPr>
          <p:cNvSpPr>
            <a:spLocks noGrp="1"/>
          </p:cNvSpPr>
          <p:nvPr/>
        </p:nvSpPr>
        <p:spPr>
          <a:xfrm>
            <a:off x="685800" y="6419850"/>
            <a:ext cx="9334500" cy="257175"/>
          </a:xfrm>
          <a:prstGeom prst="rect">
            <a:avLst/>
          </a:prstGeom>
          <a:noFill/>
          <a:ln w="0">
            <a:noFill/>
          </a:ln>
        </p:spPr>
        <p:txBody>
          <a:bodyPr lIns="0" tIns="0" rIns="0" bIns="0" anchor="ctr">
            <a:noAutofit/>
          </a:bodyPr>
          <a:lstStyle>
            <a:defPPr>
              <a:defRPr sz="1425" b="0">
                <a:solidFill>
                  <a:srgbClr val="596875"/>
                </a:solidFill>
                <a:latin typeface="Yu Gothic"/>
                <a:ea typeface="Yu Gothic"/>
                <a:cs typeface="Yu Gothic"/>
              </a:defRPr>
            </a:defPPr>
            <a:lvl1pPr>
              <a:buNone/>
              <a:defRPr sz="1425" b="0">
                <a:solidFill>
                  <a:srgbClr val="596875"/>
                </a:solidFill>
                <a:latin typeface="Yu Gothic"/>
                <a:ea typeface="Yu Gothic"/>
                <a:cs typeface="Yu Gothic"/>
              </a:defRPr>
            </a:lvl1pPr>
            <a:lvl2pPr>
              <a:buNone/>
              <a:defRPr sz="1425" b="0">
                <a:solidFill>
                  <a:srgbClr val="596875"/>
                </a:solidFill>
                <a:latin typeface="Yu Gothic"/>
                <a:ea typeface="Yu Gothic"/>
                <a:cs typeface="Yu Gothic"/>
              </a:defRPr>
            </a:lvl2pPr>
            <a:lvl3pPr>
              <a:buNone/>
              <a:defRPr sz="1425" b="0">
                <a:solidFill>
                  <a:srgbClr val="596875"/>
                </a:solidFill>
                <a:latin typeface="Yu Gothic"/>
                <a:ea typeface="Yu Gothic"/>
                <a:cs typeface="Yu Gothic"/>
              </a:defRPr>
            </a:lvl3pPr>
            <a:lvl4pPr>
              <a:buNone/>
              <a:defRPr sz="1425" b="0">
                <a:solidFill>
                  <a:srgbClr val="596875"/>
                </a:solidFill>
                <a:latin typeface="Yu Gothic"/>
                <a:ea typeface="Yu Gothic"/>
                <a:cs typeface="Yu Gothic"/>
              </a:defRPr>
            </a:lvl4pPr>
            <a:lvl5pPr>
              <a:buNone/>
              <a:defRPr sz="1425" b="0">
                <a:solidFill>
                  <a:srgbClr val="596875"/>
                </a:solidFill>
                <a:latin typeface="Yu Gothic"/>
                <a:ea typeface="Yu Gothic"/>
                <a:cs typeface="Yu Gothic"/>
              </a:defRPr>
            </a:lvl5pPr>
            <a:lvl6pPr>
              <a:buNone/>
              <a:defRPr sz="1425" b="0">
                <a:solidFill>
                  <a:srgbClr val="596875"/>
                </a:solidFill>
                <a:latin typeface="Yu Gothic"/>
                <a:ea typeface="Yu Gothic"/>
                <a:cs typeface="Yu Gothic"/>
              </a:defRPr>
            </a:lvl6pPr>
            <a:lvl7pPr>
              <a:buNone/>
              <a:defRPr sz="1425" b="0">
                <a:solidFill>
                  <a:srgbClr val="596875"/>
                </a:solidFill>
                <a:latin typeface="Yu Gothic"/>
                <a:ea typeface="Yu Gothic"/>
                <a:cs typeface="Yu Gothic"/>
              </a:defRPr>
            </a:lvl7pPr>
            <a:lvl8pPr>
              <a:buNone/>
              <a:defRPr sz="1425" b="0">
                <a:solidFill>
                  <a:srgbClr val="596875"/>
                </a:solidFill>
                <a:latin typeface="Yu Gothic"/>
                <a:ea typeface="Yu Gothic"/>
                <a:cs typeface="Yu Gothic"/>
              </a:defRPr>
            </a:lvl8pPr>
            <a:lvl9pPr>
              <a:buNone/>
              <a:defRPr sz="1425" b="0">
                <a:solidFill>
                  <a:srgbClr val="596875"/>
                </a:solidFill>
                <a:latin typeface="Yu Gothic"/>
                <a:ea typeface="Yu Gothic"/>
                <a:cs typeface="Yu Gothic"/>
              </a:defRPr>
            </a:lvl9pPr>
          </a:lstStyle>
          <a:p>
            <a:pPr>
              <a:buNone/>
              <a:defRPr sz="1425" b="0">
                <a:solidFill>
                  <a:srgbClr val="596875"/>
                </a:solidFill>
                <a:latin typeface="Yu Gothic"/>
                <a:ea typeface="Yu Gothic"/>
                <a:cs typeface="Yu Gothic"/>
              </a:defRPr>
            </a:pPr>
            <a:r>
              <a:rPr lang="ja-JP" altLang="en-US" sz="1425" b="0">
                <a:solidFill>
                  <a:srgbClr val="596875"/>
                </a:solidFill>
                <a:latin typeface="Yu Gothic"/>
                <a:ea typeface="Yu Gothic"/>
                <a:cs typeface="Yu Gothic"/>
              </a:rPr>
              <a:t>木材及び木質材料学　新第</a:t>
            </a:r>
            <a:r>
              <a:rPr lang="en-US" altLang="ja-JP" sz="1425" b="0">
                <a:solidFill>
                  <a:srgbClr val="596875"/>
                </a:solidFill>
                <a:latin typeface="Yu Gothic"/>
                <a:ea typeface="Yu Gothic"/>
                <a:cs typeface="Yu Gothic"/>
              </a:rPr>
              <a:t>14</a:t>
            </a:r>
            <a:r>
              <a:rPr lang="ja-JP" altLang="en-US" sz="1425" b="0">
                <a:solidFill>
                  <a:srgbClr val="596875"/>
                </a:solidFill>
                <a:latin typeface="Yu Gothic"/>
                <a:ea typeface="Yu Gothic"/>
                <a:cs typeface="Yu Gothic"/>
              </a:rPr>
              <a:t>回　資源・環境</a:t>
            </a:r>
            <a:endParaRPr sz="1425" b="0">
              <a:solidFill>
                <a:srgbClr val="596875"/>
              </a:solidFill>
              <a:latin typeface="Yu Gothic"/>
              <a:ea typeface="Yu Gothic"/>
              <a:cs typeface="Yu Gothic"/>
            </a:endParaRPr>
          </a:p>
        </p:txBody>
      </p:sp>
      <p:sp>
        <p:nvSpPr>
          <p:cNvPr id="4" name="正方形/長方形 3">
            <a:extLst>
              <a:ext uri="{FF2B5EF4-FFF2-40B4-BE49-F238E27FC236}">
                <a16:creationId xmlns:a16="http://schemas.microsoft.com/office/drawing/2014/main" id="{704BA28F-9423-4DC8-82C1-F27ED59C95FF}"/>
              </a:ext>
            </a:extLst>
          </p:cNvPr>
          <p:cNvSpPr>
            <a:spLocks noGrp="1"/>
          </p:cNvSpPr>
          <p:nvPr/>
        </p:nvSpPr>
        <p:spPr>
          <a:xfrm>
            <a:off x="10763250" y="6419850"/>
            <a:ext cx="742950" cy="257175"/>
          </a:xfrm>
          <a:prstGeom prst="rect">
            <a:avLst/>
          </a:prstGeom>
          <a:noFill/>
          <a:ln w="0">
            <a:noFill/>
          </a:ln>
        </p:spPr>
        <p:txBody>
          <a:bodyPr lIns="0" tIns="0" rIns="0" bIns="0" anchor="ctr">
            <a:noAutofit/>
          </a:bodyPr>
          <a:lstStyle>
            <a:defPPr>
              <a:defRPr sz="1425" b="0">
                <a:solidFill>
                  <a:srgbClr val="596875"/>
                </a:solidFill>
                <a:latin typeface="Yu Gothic"/>
                <a:ea typeface="Yu Gothic"/>
                <a:cs typeface="Yu Gothic"/>
              </a:defRPr>
            </a:defPPr>
            <a:lvl1pPr>
              <a:buNone/>
              <a:defRPr sz="1425" b="0">
                <a:solidFill>
                  <a:srgbClr val="596875"/>
                </a:solidFill>
                <a:latin typeface="Yu Gothic"/>
                <a:ea typeface="Yu Gothic"/>
                <a:cs typeface="Yu Gothic"/>
              </a:defRPr>
            </a:lvl1pPr>
            <a:lvl2pPr>
              <a:buNone/>
              <a:defRPr sz="1425" b="0">
                <a:solidFill>
                  <a:srgbClr val="596875"/>
                </a:solidFill>
                <a:latin typeface="Yu Gothic"/>
                <a:ea typeface="Yu Gothic"/>
                <a:cs typeface="Yu Gothic"/>
              </a:defRPr>
            </a:lvl2pPr>
            <a:lvl3pPr>
              <a:buNone/>
              <a:defRPr sz="1425" b="0">
                <a:solidFill>
                  <a:srgbClr val="596875"/>
                </a:solidFill>
                <a:latin typeface="Yu Gothic"/>
                <a:ea typeface="Yu Gothic"/>
                <a:cs typeface="Yu Gothic"/>
              </a:defRPr>
            </a:lvl3pPr>
            <a:lvl4pPr>
              <a:buNone/>
              <a:defRPr sz="1425" b="0">
                <a:solidFill>
                  <a:srgbClr val="596875"/>
                </a:solidFill>
                <a:latin typeface="Yu Gothic"/>
                <a:ea typeface="Yu Gothic"/>
                <a:cs typeface="Yu Gothic"/>
              </a:defRPr>
            </a:lvl4pPr>
            <a:lvl5pPr>
              <a:buNone/>
              <a:defRPr sz="1425" b="0">
                <a:solidFill>
                  <a:srgbClr val="596875"/>
                </a:solidFill>
                <a:latin typeface="Yu Gothic"/>
                <a:ea typeface="Yu Gothic"/>
                <a:cs typeface="Yu Gothic"/>
              </a:defRPr>
            </a:lvl5pPr>
            <a:lvl6pPr>
              <a:buNone/>
              <a:defRPr sz="1425" b="0">
                <a:solidFill>
                  <a:srgbClr val="596875"/>
                </a:solidFill>
                <a:latin typeface="Yu Gothic"/>
                <a:ea typeface="Yu Gothic"/>
                <a:cs typeface="Yu Gothic"/>
              </a:defRPr>
            </a:lvl6pPr>
            <a:lvl7pPr>
              <a:buNone/>
              <a:defRPr sz="1425" b="0">
                <a:solidFill>
                  <a:srgbClr val="596875"/>
                </a:solidFill>
                <a:latin typeface="Yu Gothic"/>
                <a:ea typeface="Yu Gothic"/>
                <a:cs typeface="Yu Gothic"/>
              </a:defRPr>
            </a:lvl7pPr>
            <a:lvl8pPr>
              <a:buNone/>
              <a:defRPr sz="1425" b="0">
                <a:solidFill>
                  <a:srgbClr val="596875"/>
                </a:solidFill>
                <a:latin typeface="Yu Gothic"/>
                <a:ea typeface="Yu Gothic"/>
                <a:cs typeface="Yu Gothic"/>
              </a:defRPr>
            </a:lvl8pPr>
            <a:lvl9pPr>
              <a:buNone/>
              <a:defRPr sz="1425" b="0">
                <a:solidFill>
                  <a:srgbClr val="596875"/>
                </a:solidFill>
                <a:latin typeface="Yu Gothic"/>
                <a:ea typeface="Yu Gothic"/>
                <a:cs typeface="Yu Gothic"/>
              </a:defRPr>
            </a:lvl9pPr>
          </a:lstStyle>
          <a:p>
            <a:pPr>
              <a:buNone/>
              <a:defRPr sz="1425" b="0">
                <a:solidFill>
                  <a:srgbClr val="596875"/>
                </a:solidFill>
                <a:latin typeface="Yu Gothic"/>
                <a:ea typeface="Yu Gothic"/>
                <a:cs typeface="Yu Gothic"/>
              </a:defRPr>
            </a:pPr>
            <a:r>
              <a:rPr lang="en-US" altLang="ja-JP" sz="1425" b="0">
                <a:solidFill>
                  <a:srgbClr val="596875"/>
                </a:solidFill>
                <a:latin typeface="Yu Gothic"/>
                <a:ea typeface="Yu Gothic"/>
                <a:cs typeface="Yu Gothic"/>
              </a:rPr>
              <a:t>56</a:t>
            </a:r>
            <a:endParaRPr sz="1425" b="0">
              <a:solidFill>
                <a:srgbClr val="596875"/>
              </a:solidFill>
              <a:latin typeface="Yu Gothic"/>
              <a:ea typeface="Yu Gothic"/>
              <a:cs typeface="Yu Gothic"/>
            </a:endParaRPr>
          </a:p>
        </p:txBody>
      </p:sp>
      <p:sp>
        <p:nvSpPr>
          <p:cNvPr id="5" name="正方形/長方形 4">
            <a:extLst>
              <a:ext uri="{FF2B5EF4-FFF2-40B4-BE49-F238E27FC236}">
                <a16:creationId xmlns:a16="http://schemas.microsoft.com/office/drawing/2014/main" id="{9F287408-B37B-4D9C-8FB0-B12756B248EC}"/>
              </a:ext>
            </a:extLst>
          </p:cNvPr>
          <p:cNvSpPr>
            <a:spLocks noGrp="1"/>
          </p:cNvSpPr>
          <p:nvPr/>
        </p:nvSpPr>
        <p:spPr>
          <a:xfrm>
            <a:off x="838200" y="1581150"/>
            <a:ext cx="10477500" cy="647700"/>
          </a:xfrm>
          <a:prstGeom prst="rect">
            <a:avLst/>
          </a:prstGeom>
          <a:noFill/>
          <a:ln w="0">
            <a:noFill/>
          </a:ln>
        </p:spPr>
        <p:txBody>
          <a:bodyPr lIns="0" tIns="0" rIns="0" bIns="0" anchor="ctr">
            <a:noAutofit/>
          </a:bodyPr>
          <a:lstStyle>
            <a:defPPr>
              <a:defRPr sz="1875" b="1">
                <a:solidFill>
                  <a:srgbClr val="2876A8"/>
                </a:solidFill>
                <a:latin typeface="Yu Gothic"/>
                <a:ea typeface="Yu Gothic"/>
                <a:cs typeface="Yu Gothic"/>
              </a:defRPr>
            </a:defPPr>
            <a:lvl1pPr>
              <a:buNone/>
              <a:defRPr sz="1875" b="1">
                <a:solidFill>
                  <a:srgbClr val="2876A8"/>
                </a:solidFill>
                <a:latin typeface="Yu Gothic"/>
                <a:ea typeface="Yu Gothic"/>
                <a:cs typeface="Yu Gothic"/>
              </a:defRPr>
            </a:lvl1pPr>
            <a:lvl2pPr>
              <a:buNone/>
              <a:defRPr sz="1875" b="1">
                <a:solidFill>
                  <a:srgbClr val="2876A8"/>
                </a:solidFill>
                <a:latin typeface="Yu Gothic"/>
                <a:ea typeface="Yu Gothic"/>
                <a:cs typeface="Yu Gothic"/>
              </a:defRPr>
            </a:lvl2pPr>
            <a:lvl3pPr>
              <a:buNone/>
              <a:defRPr sz="1875" b="1">
                <a:solidFill>
                  <a:srgbClr val="2876A8"/>
                </a:solidFill>
                <a:latin typeface="Yu Gothic"/>
                <a:ea typeface="Yu Gothic"/>
                <a:cs typeface="Yu Gothic"/>
              </a:defRPr>
            </a:lvl3pPr>
            <a:lvl4pPr>
              <a:buNone/>
              <a:defRPr sz="1875" b="1">
                <a:solidFill>
                  <a:srgbClr val="2876A8"/>
                </a:solidFill>
                <a:latin typeface="Yu Gothic"/>
                <a:ea typeface="Yu Gothic"/>
                <a:cs typeface="Yu Gothic"/>
              </a:defRPr>
            </a:lvl4pPr>
            <a:lvl5pPr>
              <a:buNone/>
              <a:defRPr sz="1875" b="1">
                <a:solidFill>
                  <a:srgbClr val="2876A8"/>
                </a:solidFill>
                <a:latin typeface="Yu Gothic"/>
                <a:ea typeface="Yu Gothic"/>
                <a:cs typeface="Yu Gothic"/>
              </a:defRPr>
            </a:lvl5pPr>
            <a:lvl6pPr>
              <a:buNone/>
              <a:defRPr sz="1875" b="1">
                <a:solidFill>
                  <a:srgbClr val="2876A8"/>
                </a:solidFill>
                <a:latin typeface="Yu Gothic"/>
                <a:ea typeface="Yu Gothic"/>
                <a:cs typeface="Yu Gothic"/>
              </a:defRPr>
            </a:lvl6pPr>
            <a:lvl7pPr>
              <a:buNone/>
              <a:defRPr sz="1875" b="1">
                <a:solidFill>
                  <a:srgbClr val="2876A8"/>
                </a:solidFill>
                <a:latin typeface="Yu Gothic"/>
                <a:ea typeface="Yu Gothic"/>
                <a:cs typeface="Yu Gothic"/>
              </a:defRPr>
            </a:lvl7pPr>
            <a:lvl8pPr>
              <a:buNone/>
              <a:defRPr sz="1875" b="1">
                <a:solidFill>
                  <a:srgbClr val="2876A8"/>
                </a:solidFill>
                <a:latin typeface="Yu Gothic"/>
                <a:ea typeface="Yu Gothic"/>
                <a:cs typeface="Yu Gothic"/>
              </a:defRPr>
            </a:lvl8pPr>
            <a:lvl9pPr>
              <a:buNone/>
              <a:defRPr sz="1875" b="1">
                <a:solidFill>
                  <a:srgbClr val="2876A8"/>
                </a:solidFill>
                <a:latin typeface="Yu Gothic"/>
                <a:ea typeface="Yu Gothic"/>
                <a:cs typeface="Yu Gothic"/>
              </a:defRPr>
            </a:lvl9pPr>
          </a:lstStyle>
          <a:p>
            <a:pPr>
              <a:buNone/>
              <a:defRPr sz="1875" b="1">
                <a:solidFill>
                  <a:srgbClr val="2876A8"/>
                </a:solidFill>
                <a:latin typeface="Yu Gothic"/>
                <a:ea typeface="Yu Gothic"/>
                <a:cs typeface="Yu Gothic"/>
              </a:defRPr>
            </a:pPr>
            <a:r>
              <a:rPr sz="1875" b="1">
                <a:solidFill>
                  <a:srgbClr val="2876A8"/>
                </a:solidFill>
                <a:latin typeface="Yu Gothic"/>
                <a:ea typeface="Yu Gothic"/>
                <a:cs typeface="Yu Gothic"/>
                <a:hlinkClick r:id="rId3"/>
              </a:rPr>
              <a:t>林野庁：持続可能な社会と森林</a:t>
            </a:r>
          </a:p>
        </p:txBody>
      </p:sp>
      <p:sp>
        <p:nvSpPr>
          <p:cNvPr id="6" name="正方形/長方形 5">
            <a:extLst>
              <a:ext uri="{FF2B5EF4-FFF2-40B4-BE49-F238E27FC236}">
                <a16:creationId xmlns:a16="http://schemas.microsoft.com/office/drawing/2014/main" id="{210CE581-AAE8-42D3-8062-4F30AC3999CB}"/>
              </a:ext>
            </a:extLst>
          </p:cNvPr>
          <p:cNvSpPr>
            <a:spLocks noGrp="1"/>
          </p:cNvSpPr>
          <p:nvPr/>
        </p:nvSpPr>
        <p:spPr>
          <a:xfrm>
            <a:off x="838200" y="2143125"/>
            <a:ext cx="10477500" cy="257175"/>
          </a:xfrm>
          <a:prstGeom prst="rect">
            <a:avLst/>
          </a:prstGeom>
          <a:noFill/>
          <a:ln w="0">
            <a:noFill/>
          </a:ln>
        </p:spPr>
        <p:txBody>
          <a:bodyPr lIns="0" tIns="0" rIns="0" bIns="0" anchor="ctr">
            <a:noAutofit/>
          </a:bodyPr>
          <a:lstStyle>
            <a:defPPr>
              <a:defRPr sz="1275" b="0">
                <a:solidFill>
                  <a:srgbClr val="596875"/>
                </a:solidFill>
                <a:latin typeface="Yu Gothic"/>
                <a:ea typeface="Yu Gothic"/>
                <a:cs typeface="Yu Gothic"/>
              </a:defRPr>
            </a:defPPr>
            <a:lvl1pPr>
              <a:buNone/>
              <a:defRPr sz="1275" b="0">
                <a:solidFill>
                  <a:srgbClr val="596875"/>
                </a:solidFill>
                <a:latin typeface="Yu Gothic"/>
                <a:ea typeface="Yu Gothic"/>
                <a:cs typeface="Yu Gothic"/>
              </a:defRPr>
            </a:lvl1pPr>
            <a:lvl2pPr>
              <a:buNone/>
              <a:defRPr sz="1275" b="0">
                <a:solidFill>
                  <a:srgbClr val="596875"/>
                </a:solidFill>
                <a:latin typeface="Yu Gothic"/>
                <a:ea typeface="Yu Gothic"/>
                <a:cs typeface="Yu Gothic"/>
              </a:defRPr>
            </a:lvl2pPr>
            <a:lvl3pPr>
              <a:buNone/>
              <a:defRPr sz="1275" b="0">
                <a:solidFill>
                  <a:srgbClr val="596875"/>
                </a:solidFill>
                <a:latin typeface="Yu Gothic"/>
                <a:ea typeface="Yu Gothic"/>
                <a:cs typeface="Yu Gothic"/>
              </a:defRPr>
            </a:lvl3pPr>
            <a:lvl4pPr>
              <a:buNone/>
              <a:defRPr sz="1275" b="0">
                <a:solidFill>
                  <a:srgbClr val="596875"/>
                </a:solidFill>
                <a:latin typeface="Yu Gothic"/>
                <a:ea typeface="Yu Gothic"/>
                <a:cs typeface="Yu Gothic"/>
              </a:defRPr>
            </a:lvl4pPr>
            <a:lvl5pPr>
              <a:buNone/>
              <a:defRPr sz="1275" b="0">
                <a:solidFill>
                  <a:srgbClr val="596875"/>
                </a:solidFill>
                <a:latin typeface="Yu Gothic"/>
                <a:ea typeface="Yu Gothic"/>
                <a:cs typeface="Yu Gothic"/>
              </a:defRPr>
            </a:lvl5pPr>
            <a:lvl6pPr>
              <a:buNone/>
              <a:defRPr sz="1275" b="0">
                <a:solidFill>
                  <a:srgbClr val="596875"/>
                </a:solidFill>
                <a:latin typeface="Yu Gothic"/>
                <a:ea typeface="Yu Gothic"/>
                <a:cs typeface="Yu Gothic"/>
              </a:defRPr>
            </a:lvl6pPr>
            <a:lvl7pPr>
              <a:buNone/>
              <a:defRPr sz="1275" b="0">
                <a:solidFill>
                  <a:srgbClr val="596875"/>
                </a:solidFill>
                <a:latin typeface="Yu Gothic"/>
                <a:ea typeface="Yu Gothic"/>
                <a:cs typeface="Yu Gothic"/>
              </a:defRPr>
            </a:lvl7pPr>
            <a:lvl8pPr>
              <a:buNone/>
              <a:defRPr sz="1275" b="0">
                <a:solidFill>
                  <a:srgbClr val="596875"/>
                </a:solidFill>
                <a:latin typeface="Yu Gothic"/>
                <a:ea typeface="Yu Gothic"/>
                <a:cs typeface="Yu Gothic"/>
              </a:defRPr>
            </a:lvl8pPr>
            <a:lvl9pPr>
              <a:buNone/>
              <a:defRPr sz="1275" b="0">
                <a:solidFill>
                  <a:srgbClr val="596875"/>
                </a:solidFill>
                <a:latin typeface="Yu Gothic"/>
                <a:ea typeface="Yu Gothic"/>
                <a:cs typeface="Yu Gothic"/>
              </a:defRPr>
            </a:lvl9pPr>
          </a:lstStyle>
          <a:p>
            <a:pPr>
              <a:buNone/>
              <a:defRPr sz="1275" b="0">
                <a:solidFill>
                  <a:srgbClr val="596875"/>
                </a:solidFill>
                <a:latin typeface="Yu Gothic"/>
                <a:ea typeface="Yu Gothic"/>
                <a:cs typeface="Yu Gothic"/>
              </a:defRPr>
            </a:pPr>
            <a:r>
              <a:rPr sz="1275" b="0">
                <a:solidFill>
                  <a:srgbClr val="596875"/>
                </a:solidFill>
                <a:latin typeface="Yu Gothic"/>
                <a:ea typeface="Yu Gothic"/>
                <a:cs typeface="Yu Gothic"/>
              </a:rPr>
              <a:t>クリックして原資料へ。該当箇所・使い方は発表者ノートに記載。</a:t>
            </a:r>
          </a:p>
        </p:txBody>
      </p:sp>
      <p:sp>
        <p:nvSpPr>
          <p:cNvPr id="7" name="正方形/長方形 6">
            <a:extLst>
              <a:ext uri="{FF2B5EF4-FFF2-40B4-BE49-F238E27FC236}">
                <a16:creationId xmlns:a16="http://schemas.microsoft.com/office/drawing/2014/main" id="{47BF9244-3FE3-4A01-9491-BE57ABE1CD6D}"/>
              </a:ext>
            </a:extLst>
          </p:cNvPr>
          <p:cNvSpPr>
            <a:spLocks noGrp="1"/>
          </p:cNvSpPr>
          <p:nvPr/>
        </p:nvSpPr>
        <p:spPr>
          <a:xfrm>
            <a:off x="838200" y="2609850"/>
            <a:ext cx="10477500" cy="647700"/>
          </a:xfrm>
          <a:prstGeom prst="rect">
            <a:avLst/>
          </a:prstGeom>
          <a:noFill/>
          <a:ln w="0">
            <a:noFill/>
          </a:ln>
        </p:spPr>
        <p:txBody>
          <a:bodyPr lIns="0" tIns="0" rIns="0" bIns="0" anchor="ctr">
            <a:noAutofit/>
          </a:bodyPr>
          <a:lstStyle>
            <a:defPPr>
              <a:defRPr sz="1875" b="1">
                <a:solidFill>
                  <a:srgbClr val="2876A8"/>
                </a:solidFill>
                <a:latin typeface="Yu Gothic"/>
                <a:ea typeface="Yu Gothic"/>
                <a:cs typeface="Yu Gothic"/>
              </a:defRPr>
            </a:defPPr>
            <a:lvl1pPr>
              <a:buNone/>
              <a:defRPr sz="1875" b="1">
                <a:solidFill>
                  <a:srgbClr val="2876A8"/>
                </a:solidFill>
                <a:latin typeface="Yu Gothic"/>
                <a:ea typeface="Yu Gothic"/>
                <a:cs typeface="Yu Gothic"/>
              </a:defRPr>
            </a:lvl1pPr>
            <a:lvl2pPr>
              <a:buNone/>
              <a:defRPr sz="1875" b="1">
                <a:solidFill>
                  <a:srgbClr val="2876A8"/>
                </a:solidFill>
                <a:latin typeface="Yu Gothic"/>
                <a:ea typeface="Yu Gothic"/>
                <a:cs typeface="Yu Gothic"/>
              </a:defRPr>
            </a:lvl2pPr>
            <a:lvl3pPr>
              <a:buNone/>
              <a:defRPr sz="1875" b="1">
                <a:solidFill>
                  <a:srgbClr val="2876A8"/>
                </a:solidFill>
                <a:latin typeface="Yu Gothic"/>
                <a:ea typeface="Yu Gothic"/>
                <a:cs typeface="Yu Gothic"/>
              </a:defRPr>
            </a:lvl3pPr>
            <a:lvl4pPr>
              <a:buNone/>
              <a:defRPr sz="1875" b="1">
                <a:solidFill>
                  <a:srgbClr val="2876A8"/>
                </a:solidFill>
                <a:latin typeface="Yu Gothic"/>
                <a:ea typeface="Yu Gothic"/>
                <a:cs typeface="Yu Gothic"/>
              </a:defRPr>
            </a:lvl4pPr>
            <a:lvl5pPr>
              <a:buNone/>
              <a:defRPr sz="1875" b="1">
                <a:solidFill>
                  <a:srgbClr val="2876A8"/>
                </a:solidFill>
                <a:latin typeface="Yu Gothic"/>
                <a:ea typeface="Yu Gothic"/>
                <a:cs typeface="Yu Gothic"/>
              </a:defRPr>
            </a:lvl5pPr>
            <a:lvl6pPr>
              <a:buNone/>
              <a:defRPr sz="1875" b="1">
                <a:solidFill>
                  <a:srgbClr val="2876A8"/>
                </a:solidFill>
                <a:latin typeface="Yu Gothic"/>
                <a:ea typeface="Yu Gothic"/>
                <a:cs typeface="Yu Gothic"/>
              </a:defRPr>
            </a:lvl6pPr>
            <a:lvl7pPr>
              <a:buNone/>
              <a:defRPr sz="1875" b="1">
                <a:solidFill>
                  <a:srgbClr val="2876A8"/>
                </a:solidFill>
                <a:latin typeface="Yu Gothic"/>
                <a:ea typeface="Yu Gothic"/>
                <a:cs typeface="Yu Gothic"/>
              </a:defRPr>
            </a:lvl7pPr>
            <a:lvl8pPr>
              <a:buNone/>
              <a:defRPr sz="1875" b="1">
                <a:solidFill>
                  <a:srgbClr val="2876A8"/>
                </a:solidFill>
                <a:latin typeface="Yu Gothic"/>
                <a:ea typeface="Yu Gothic"/>
                <a:cs typeface="Yu Gothic"/>
              </a:defRPr>
            </a:lvl8pPr>
            <a:lvl9pPr>
              <a:buNone/>
              <a:defRPr sz="1875" b="1">
                <a:solidFill>
                  <a:srgbClr val="2876A8"/>
                </a:solidFill>
                <a:latin typeface="Yu Gothic"/>
                <a:ea typeface="Yu Gothic"/>
                <a:cs typeface="Yu Gothic"/>
              </a:defRPr>
            </a:lvl9pPr>
          </a:lstStyle>
          <a:p>
            <a:pPr>
              <a:buNone/>
              <a:defRPr sz="1875" b="1">
                <a:solidFill>
                  <a:srgbClr val="2876A8"/>
                </a:solidFill>
                <a:latin typeface="Yu Gothic"/>
                <a:ea typeface="Yu Gothic"/>
                <a:cs typeface="Yu Gothic"/>
              </a:defRPr>
            </a:pPr>
            <a:r>
              <a:rPr sz="1875" b="1">
                <a:solidFill>
                  <a:srgbClr val="2876A8"/>
                </a:solidFill>
                <a:latin typeface="Yu Gothic"/>
                <a:ea typeface="Yu Gothic"/>
                <a:cs typeface="Yu Gothic"/>
                <a:hlinkClick r:id="rId4"/>
              </a:rPr>
              <a:t>林野庁：木の文化を支える森</a:t>
            </a:r>
          </a:p>
        </p:txBody>
      </p:sp>
      <p:sp>
        <p:nvSpPr>
          <p:cNvPr id="8" name="正方形/長方形 7">
            <a:extLst>
              <a:ext uri="{FF2B5EF4-FFF2-40B4-BE49-F238E27FC236}">
                <a16:creationId xmlns:a16="http://schemas.microsoft.com/office/drawing/2014/main" id="{37677AC1-E017-4280-AA1A-A65642725838}"/>
              </a:ext>
            </a:extLst>
          </p:cNvPr>
          <p:cNvSpPr>
            <a:spLocks noGrp="1"/>
          </p:cNvSpPr>
          <p:nvPr/>
        </p:nvSpPr>
        <p:spPr>
          <a:xfrm>
            <a:off x="838200" y="3171825"/>
            <a:ext cx="10477500" cy="257175"/>
          </a:xfrm>
          <a:prstGeom prst="rect">
            <a:avLst/>
          </a:prstGeom>
          <a:noFill/>
          <a:ln w="0">
            <a:noFill/>
          </a:ln>
        </p:spPr>
        <p:txBody>
          <a:bodyPr lIns="0" tIns="0" rIns="0" bIns="0" anchor="ctr">
            <a:noAutofit/>
          </a:bodyPr>
          <a:lstStyle>
            <a:defPPr>
              <a:defRPr sz="1275" b="0">
                <a:solidFill>
                  <a:srgbClr val="596875"/>
                </a:solidFill>
                <a:latin typeface="Yu Gothic"/>
                <a:ea typeface="Yu Gothic"/>
                <a:cs typeface="Yu Gothic"/>
              </a:defRPr>
            </a:defPPr>
            <a:lvl1pPr>
              <a:buNone/>
              <a:defRPr sz="1275" b="0">
                <a:solidFill>
                  <a:srgbClr val="596875"/>
                </a:solidFill>
                <a:latin typeface="Yu Gothic"/>
                <a:ea typeface="Yu Gothic"/>
                <a:cs typeface="Yu Gothic"/>
              </a:defRPr>
            </a:lvl1pPr>
            <a:lvl2pPr>
              <a:buNone/>
              <a:defRPr sz="1275" b="0">
                <a:solidFill>
                  <a:srgbClr val="596875"/>
                </a:solidFill>
                <a:latin typeface="Yu Gothic"/>
                <a:ea typeface="Yu Gothic"/>
                <a:cs typeface="Yu Gothic"/>
              </a:defRPr>
            </a:lvl2pPr>
            <a:lvl3pPr>
              <a:buNone/>
              <a:defRPr sz="1275" b="0">
                <a:solidFill>
                  <a:srgbClr val="596875"/>
                </a:solidFill>
                <a:latin typeface="Yu Gothic"/>
                <a:ea typeface="Yu Gothic"/>
                <a:cs typeface="Yu Gothic"/>
              </a:defRPr>
            </a:lvl3pPr>
            <a:lvl4pPr>
              <a:buNone/>
              <a:defRPr sz="1275" b="0">
                <a:solidFill>
                  <a:srgbClr val="596875"/>
                </a:solidFill>
                <a:latin typeface="Yu Gothic"/>
                <a:ea typeface="Yu Gothic"/>
                <a:cs typeface="Yu Gothic"/>
              </a:defRPr>
            </a:lvl4pPr>
            <a:lvl5pPr>
              <a:buNone/>
              <a:defRPr sz="1275" b="0">
                <a:solidFill>
                  <a:srgbClr val="596875"/>
                </a:solidFill>
                <a:latin typeface="Yu Gothic"/>
                <a:ea typeface="Yu Gothic"/>
                <a:cs typeface="Yu Gothic"/>
              </a:defRPr>
            </a:lvl5pPr>
            <a:lvl6pPr>
              <a:buNone/>
              <a:defRPr sz="1275" b="0">
                <a:solidFill>
                  <a:srgbClr val="596875"/>
                </a:solidFill>
                <a:latin typeface="Yu Gothic"/>
                <a:ea typeface="Yu Gothic"/>
                <a:cs typeface="Yu Gothic"/>
              </a:defRPr>
            </a:lvl6pPr>
            <a:lvl7pPr>
              <a:buNone/>
              <a:defRPr sz="1275" b="0">
                <a:solidFill>
                  <a:srgbClr val="596875"/>
                </a:solidFill>
                <a:latin typeface="Yu Gothic"/>
                <a:ea typeface="Yu Gothic"/>
                <a:cs typeface="Yu Gothic"/>
              </a:defRPr>
            </a:lvl7pPr>
            <a:lvl8pPr>
              <a:buNone/>
              <a:defRPr sz="1275" b="0">
                <a:solidFill>
                  <a:srgbClr val="596875"/>
                </a:solidFill>
                <a:latin typeface="Yu Gothic"/>
                <a:ea typeface="Yu Gothic"/>
                <a:cs typeface="Yu Gothic"/>
              </a:defRPr>
            </a:lvl8pPr>
            <a:lvl9pPr>
              <a:buNone/>
              <a:defRPr sz="1275" b="0">
                <a:solidFill>
                  <a:srgbClr val="596875"/>
                </a:solidFill>
                <a:latin typeface="Yu Gothic"/>
                <a:ea typeface="Yu Gothic"/>
                <a:cs typeface="Yu Gothic"/>
              </a:defRPr>
            </a:lvl9pPr>
          </a:lstStyle>
          <a:p>
            <a:pPr>
              <a:buNone/>
              <a:defRPr sz="1275" b="0">
                <a:solidFill>
                  <a:srgbClr val="596875"/>
                </a:solidFill>
                <a:latin typeface="Yu Gothic"/>
                <a:ea typeface="Yu Gothic"/>
                <a:cs typeface="Yu Gothic"/>
              </a:defRPr>
            </a:pPr>
            <a:r>
              <a:rPr sz="1275" b="0">
                <a:solidFill>
                  <a:srgbClr val="596875"/>
                </a:solidFill>
                <a:latin typeface="Yu Gothic"/>
                <a:ea typeface="Yu Gothic"/>
                <a:cs typeface="Yu Gothic"/>
              </a:rPr>
              <a:t>クリックして原資料へ。該当箇所・使い方は発表者ノートに記載。</a:t>
            </a:r>
          </a:p>
        </p:txBody>
      </p:sp>
      <p:sp>
        <p:nvSpPr>
          <p:cNvPr id="9" name="正方形/長方形 8">
            <a:extLst>
              <a:ext uri="{FF2B5EF4-FFF2-40B4-BE49-F238E27FC236}">
                <a16:creationId xmlns:a16="http://schemas.microsoft.com/office/drawing/2014/main" id="{F3ABE1B4-622A-47B4-8E1D-51EA41042958}"/>
              </a:ext>
            </a:extLst>
          </p:cNvPr>
          <p:cNvSpPr>
            <a:spLocks noGrp="1"/>
          </p:cNvSpPr>
          <p:nvPr/>
        </p:nvSpPr>
        <p:spPr>
          <a:xfrm>
            <a:off x="838200" y="3638550"/>
            <a:ext cx="10477500" cy="647700"/>
          </a:xfrm>
          <a:prstGeom prst="rect">
            <a:avLst/>
          </a:prstGeom>
          <a:noFill/>
          <a:ln w="0">
            <a:noFill/>
          </a:ln>
        </p:spPr>
        <p:txBody>
          <a:bodyPr lIns="0" tIns="0" rIns="0" bIns="0" anchor="ctr">
            <a:noAutofit/>
          </a:bodyPr>
          <a:lstStyle>
            <a:defPPr>
              <a:defRPr sz="1875" b="1">
                <a:solidFill>
                  <a:srgbClr val="2876A8"/>
                </a:solidFill>
                <a:latin typeface="Yu Gothic"/>
                <a:ea typeface="Yu Gothic"/>
                <a:cs typeface="Yu Gothic"/>
              </a:defRPr>
            </a:defPPr>
            <a:lvl1pPr>
              <a:buNone/>
              <a:defRPr sz="1875" b="1">
                <a:solidFill>
                  <a:srgbClr val="2876A8"/>
                </a:solidFill>
                <a:latin typeface="Yu Gothic"/>
                <a:ea typeface="Yu Gothic"/>
                <a:cs typeface="Yu Gothic"/>
              </a:defRPr>
            </a:lvl1pPr>
            <a:lvl2pPr>
              <a:buNone/>
              <a:defRPr sz="1875" b="1">
                <a:solidFill>
                  <a:srgbClr val="2876A8"/>
                </a:solidFill>
                <a:latin typeface="Yu Gothic"/>
                <a:ea typeface="Yu Gothic"/>
                <a:cs typeface="Yu Gothic"/>
              </a:defRPr>
            </a:lvl2pPr>
            <a:lvl3pPr>
              <a:buNone/>
              <a:defRPr sz="1875" b="1">
                <a:solidFill>
                  <a:srgbClr val="2876A8"/>
                </a:solidFill>
                <a:latin typeface="Yu Gothic"/>
                <a:ea typeface="Yu Gothic"/>
                <a:cs typeface="Yu Gothic"/>
              </a:defRPr>
            </a:lvl3pPr>
            <a:lvl4pPr>
              <a:buNone/>
              <a:defRPr sz="1875" b="1">
                <a:solidFill>
                  <a:srgbClr val="2876A8"/>
                </a:solidFill>
                <a:latin typeface="Yu Gothic"/>
                <a:ea typeface="Yu Gothic"/>
                <a:cs typeface="Yu Gothic"/>
              </a:defRPr>
            </a:lvl4pPr>
            <a:lvl5pPr>
              <a:buNone/>
              <a:defRPr sz="1875" b="1">
                <a:solidFill>
                  <a:srgbClr val="2876A8"/>
                </a:solidFill>
                <a:latin typeface="Yu Gothic"/>
                <a:ea typeface="Yu Gothic"/>
                <a:cs typeface="Yu Gothic"/>
              </a:defRPr>
            </a:lvl5pPr>
            <a:lvl6pPr>
              <a:buNone/>
              <a:defRPr sz="1875" b="1">
                <a:solidFill>
                  <a:srgbClr val="2876A8"/>
                </a:solidFill>
                <a:latin typeface="Yu Gothic"/>
                <a:ea typeface="Yu Gothic"/>
                <a:cs typeface="Yu Gothic"/>
              </a:defRPr>
            </a:lvl6pPr>
            <a:lvl7pPr>
              <a:buNone/>
              <a:defRPr sz="1875" b="1">
                <a:solidFill>
                  <a:srgbClr val="2876A8"/>
                </a:solidFill>
                <a:latin typeface="Yu Gothic"/>
                <a:ea typeface="Yu Gothic"/>
                <a:cs typeface="Yu Gothic"/>
              </a:defRPr>
            </a:lvl7pPr>
            <a:lvl8pPr>
              <a:buNone/>
              <a:defRPr sz="1875" b="1">
                <a:solidFill>
                  <a:srgbClr val="2876A8"/>
                </a:solidFill>
                <a:latin typeface="Yu Gothic"/>
                <a:ea typeface="Yu Gothic"/>
                <a:cs typeface="Yu Gothic"/>
              </a:defRPr>
            </a:lvl8pPr>
            <a:lvl9pPr>
              <a:buNone/>
              <a:defRPr sz="1875" b="1">
                <a:solidFill>
                  <a:srgbClr val="2876A8"/>
                </a:solidFill>
                <a:latin typeface="Yu Gothic"/>
                <a:ea typeface="Yu Gothic"/>
                <a:cs typeface="Yu Gothic"/>
              </a:defRPr>
            </a:lvl9pPr>
          </a:lstStyle>
          <a:p>
            <a:pPr>
              <a:buNone/>
              <a:defRPr sz="1875" b="1">
                <a:solidFill>
                  <a:srgbClr val="2876A8"/>
                </a:solidFill>
                <a:latin typeface="Yu Gothic"/>
                <a:ea typeface="Yu Gothic"/>
                <a:cs typeface="Yu Gothic"/>
              </a:defRPr>
            </a:pPr>
            <a:r>
              <a:rPr sz="1875" b="1">
                <a:solidFill>
                  <a:srgbClr val="2876A8"/>
                </a:solidFill>
                <a:latin typeface="Yu Gothic"/>
                <a:ea typeface="Yu Gothic"/>
                <a:cs typeface="Yu Gothic"/>
                <a:hlinkClick r:id="rId5"/>
              </a:rPr>
              <a:t>林野庁：建築物に利用した木材に係る炭素貯蔵量の表示に関するガイドライン</a:t>
            </a:r>
          </a:p>
        </p:txBody>
      </p:sp>
      <p:sp>
        <p:nvSpPr>
          <p:cNvPr id="10" name="正方形/長方形 9">
            <a:extLst>
              <a:ext uri="{FF2B5EF4-FFF2-40B4-BE49-F238E27FC236}">
                <a16:creationId xmlns:a16="http://schemas.microsoft.com/office/drawing/2014/main" id="{D2E43E02-82BC-4706-9028-AAEC0F213032}"/>
              </a:ext>
            </a:extLst>
          </p:cNvPr>
          <p:cNvSpPr>
            <a:spLocks noGrp="1"/>
          </p:cNvSpPr>
          <p:nvPr/>
        </p:nvSpPr>
        <p:spPr>
          <a:xfrm>
            <a:off x="838200" y="4200525"/>
            <a:ext cx="10477500" cy="257175"/>
          </a:xfrm>
          <a:prstGeom prst="rect">
            <a:avLst/>
          </a:prstGeom>
          <a:noFill/>
          <a:ln w="0">
            <a:noFill/>
          </a:ln>
        </p:spPr>
        <p:txBody>
          <a:bodyPr lIns="0" tIns="0" rIns="0" bIns="0" anchor="ctr">
            <a:noAutofit/>
          </a:bodyPr>
          <a:lstStyle>
            <a:defPPr>
              <a:defRPr sz="1275" b="0">
                <a:solidFill>
                  <a:srgbClr val="596875"/>
                </a:solidFill>
                <a:latin typeface="Yu Gothic"/>
                <a:ea typeface="Yu Gothic"/>
                <a:cs typeface="Yu Gothic"/>
              </a:defRPr>
            </a:defPPr>
            <a:lvl1pPr>
              <a:buNone/>
              <a:defRPr sz="1275" b="0">
                <a:solidFill>
                  <a:srgbClr val="596875"/>
                </a:solidFill>
                <a:latin typeface="Yu Gothic"/>
                <a:ea typeface="Yu Gothic"/>
                <a:cs typeface="Yu Gothic"/>
              </a:defRPr>
            </a:lvl1pPr>
            <a:lvl2pPr>
              <a:buNone/>
              <a:defRPr sz="1275" b="0">
                <a:solidFill>
                  <a:srgbClr val="596875"/>
                </a:solidFill>
                <a:latin typeface="Yu Gothic"/>
                <a:ea typeface="Yu Gothic"/>
                <a:cs typeface="Yu Gothic"/>
              </a:defRPr>
            </a:lvl2pPr>
            <a:lvl3pPr>
              <a:buNone/>
              <a:defRPr sz="1275" b="0">
                <a:solidFill>
                  <a:srgbClr val="596875"/>
                </a:solidFill>
                <a:latin typeface="Yu Gothic"/>
                <a:ea typeface="Yu Gothic"/>
                <a:cs typeface="Yu Gothic"/>
              </a:defRPr>
            </a:lvl3pPr>
            <a:lvl4pPr>
              <a:buNone/>
              <a:defRPr sz="1275" b="0">
                <a:solidFill>
                  <a:srgbClr val="596875"/>
                </a:solidFill>
                <a:latin typeface="Yu Gothic"/>
                <a:ea typeface="Yu Gothic"/>
                <a:cs typeface="Yu Gothic"/>
              </a:defRPr>
            </a:lvl4pPr>
            <a:lvl5pPr>
              <a:buNone/>
              <a:defRPr sz="1275" b="0">
                <a:solidFill>
                  <a:srgbClr val="596875"/>
                </a:solidFill>
                <a:latin typeface="Yu Gothic"/>
                <a:ea typeface="Yu Gothic"/>
                <a:cs typeface="Yu Gothic"/>
              </a:defRPr>
            </a:lvl5pPr>
            <a:lvl6pPr>
              <a:buNone/>
              <a:defRPr sz="1275" b="0">
                <a:solidFill>
                  <a:srgbClr val="596875"/>
                </a:solidFill>
                <a:latin typeface="Yu Gothic"/>
                <a:ea typeface="Yu Gothic"/>
                <a:cs typeface="Yu Gothic"/>
              </a:defRPr>
            </a:lvl6pPr>
            <a:lvl7pPr>
              <a:buNone/>
              <a:defRPr sz="1275" b="0">
                <a:solidFill>
                  <a:srgbClr val="596875"/>
                </a:solidFill>
                <a:latin typeface="Yu Gothic"/>
                <a:ea typeface="Yu Gothic"/>
                <a:cs typeface="Yu Gothic"/>
              </a:defRPr>
            </a:lvl7pPr>
            <a:lvl8pPr>
              <a:buNone/>
              <a:defRPr sz="1275" b="0">
                <a:solidFill>
                  <a:srgbClr val="596875"/>
                </a:solidFill>
                <a:latin typeface="Yu Gothic"/>
                <a:ea typeface="Yu Gothic"/>
                <a:cs typeface="Yu Gothic"/>
              </a:defRPr>
            </a:lvl8pPr>
            <a:lvl9pPr>
              <a:buNone/>
              <a:defRPr sz="1275" b="0">
                <a:solidFill>
                  <a:srgbClr val="596875"/>
                </a:solidFill>
                <a:latin typeface="Yu Gothic"/>
                <a:ea typeface="Yu Gothic"/>
                <a:cs typeface="Yu Gothic"/>
              </a:defRPr>
            </a:lvl9pPr>
          </a:lstStyle>
          <a:p>
            <a:pPr>
              <a:buNone/>
              <a:defRPr sz="1275" b="0">
                <a:solidFill>
                  <a:srgbClr val="596875"/>
                </a:solidFill>
                <a:latin typeface="Yu Gothic"/>
                <a:ea typeface="Yu Gothic"/>
                <a:cs typeface="Yu Gothic"/>
              </a:defRPr>
            </a:pPr>
            <a:r>
              <a:rPr sz="1275" b="0">
                <a:solidFill>
                  <a:srgbClr val="596875"/>
                </a:solidFill>
                <a:latin typeface="Yu Gothic"/>
                <a:ea typeface="Yu Gothic"/>
                <a:cs typeface="Yu Gothic"/>
              </a:rPr>
              <a:t>クリックして原資料へ。該当箇所・使い方は発表者ノートに記載。</a:t>
            </a:r>
          </a:p>
        </p:txBody>
      </p:sp>
      <p:sp>
        <p:nvSpPr>
          <p:cNvPr id="11" name="正方形/長方形 10">
            <a:extLst>
              <a:ext uri="{FF2B5EF4-FFF2-40B4-BE49-F238E27FC236}">
                <a16:creationId xmlns:a16="http://schemas.microsoft.com/office/drawing/2014/main" id="{D7090D76-6D5A-4A85-9AAD-69A7269C7DE7}"/>
              </a:ext>
            </a:extLst>
          </p:cNvPr>
          <p:cNvSpPr>
            <a:spLocks noGrp="1"/>
          </p:cNvSpPr>
          <p:nvPr/>
        </p:nvSpPr>
        <p:spPr>
          <a:xfrm>
            <a:off x="838200" y="4667250"/>
            <a:ext cx="10477500" cy="647700"/>
          </a:xfrm>
          <a:prstGeom prst="rect">
            <a:avLst/>
          </a:prstGeom>
          <a:noFill/>
          <a:ln w="0">
            <a:noFill/>
          </a:ln>
        </p:spPr>
        <p:txBody>
          <a:bodyPr lIns="0" tIns="0" rIns="0" bIns="0" anchor="ctr">
            <a:noAutofit/>
          </a:bodyPr>
          <a:lstStyle>
            <a:defPPr>
              <a:defRPr sz="1875" b="1">
                <a:solidFill>
                  <a:srgbClr val="2876A8"/>
                </a:solidFill>
                <a:latin typeface="Yu Gothic"/>
                <a:ea typeface="Yu Gothic"/>
                <a:cs typeface="Yu Gothic"/>
              </a:defRPr>
            </a:defPPr>
            <a:lvl1pPr>
              <a:buNone/>
              <a:defRPr sz="1875" b="1">
                <a:solidFill>
                  <a:srgbClr val="2876A8"/>
                </a:solidFill>
                <a:latin typeface="Yu Gothic"/>
                <a:ea typeface="Yu Gothic"/>
                <a:cs typeface="Yu Gothic"/>
              </a:defRPr>
            </a:lvl1pPr>
            <a:lvl2pPr>
              <a:buNone/>
              <a:defRPr sz="1875" b="1">
                <a:solidFill>
                  <a:srgbClr val="2876A8"/>
                </a:solidFill>
                <a:latin typeface="Yu Gothic"/>
                <a:ea typeface="Yu Gothic"/>
                <a:cs typeface="Yu Gothic"/>
              </a:defRPr>
            </a:lvl2pPr>
            <a:lvl3pPr>
              <a:buNone/>
              <a:defRPr sz="1875" b="1">
                <a:solidFill>
                  <a:srgbClr val="2876A8"/>
                </a:solidFill>
                <a:latin typeface="Yu Gothic"/>
                <a:ea typeface="Yu Gothic"/>
                <a:cs typeface="Yu Gothic"/>
              </a:defRPr>
            </a:lvl3pPr>
            <a:lvl4pPr>
              <a:buNone/>
              <a:defRPr sz="1875" b="1">
                <a:solidFill>
                  <a:srgbClr val="2876A8"/>
                </a:solidFill>
                <a:latin typeface="Yu Gothic"/>
                <a:ea typeface="Yu Gothic"/>
                <a:cs typeface="Yu Gothic"/>
              </a:defRPr>
            </a:lvl4pPr>
            <a:lvl5pPr>
              <a:buNone/>
              <a:defRPr sz="1875" b="1">
                <a:solidFill>
                  <a:srgbClr val="2876A8"/>
                </a:solidFill>
                <a:latin typeface="Yu Gothic"/>
                <a:ea typeface="Yu Gothic"/>
                <a:cs typeface="Yu Gothic"/>
              </a:defRPr>
            </a:lvl5pPr>
            <a:lvl6pPr>
              <a:buNone/>
              <a:defRPr sz="1875" b="1">
                <a:solidFill>
                  <a:srgbClr val="2876A8"/>
                </a:solidFill>
                <a:latin typeface="Yu Gothic"/>
                <a:ea typeface="Yu Gothic"/>
                <a:cs typeface="Yu Gothic"/>
              </a:defRPr>
            </a:lvl6pPr>
            <a:lvl7pPr>
              <a:buNone/>
              <a:defRPr sz="1875" b="1">
                <a:solidFill>
                  <a:srgbClr val="2876A8"/>
                </a:solidFill>
                <a:latin typeface="Yu Gothic"/>
                <a:ea typeface="Yu Gothic"/>
                <a:cs typeface="Yu Gothic"/>
              </a:defRPr>
            </a:lvl7pPr>
            <a:lvl8pPr>
              <a:buNone/>
              <a:defRPr sz="1875" b="1">
                <a:solidFill>
                  <a:srgbClr val="2876A8"/>
                </a:solidFill>
                <a:latin typeface="Yu Gothic"/>
                <a:ea typeface="Yu Gothic"/>
                <a:cs typeface="Yu Gothic"/>
              </a:defRPr>
            </a:lvl8pPr>
            <a:lvl9pPr>
              <a:buNone/>
              <a:defRPr sz="1875" b="1">
                <a:solidFill>
                  <a:srgbClr val="2876A8"/>
                </a:solidFill>
                <a:latin typeface="Yu Gothic"/>
                <a:ea typeface="Yu Gothic"/>
                <a:cs typeface="Yu Gothic"/>
              </a:defRPr>
            </a:lvl9pPr>
          </a:lstStyle>
          <a:p>
            <a:pPr>
              <a:buNone/>
              <a:defRPr sz="1875" b="1">
                <a:solidFill>
                  <a:srgbClr val="2876A8"/>
                </a:solidFill>
                <a:latin typeface="Yu Gothic"/>
                <a:ea typeface="Yu Gothic"/>
                <a:cs typeface="Yu Gothic"/>
              </a:defRPr>
            </a:pPr>
            <a:r>
              <a:rPr sz="1875" b="1">
                <a:solidFill>
                  <a:srgbClr val="2876A8"/>
                </a:solidFill>
                <a:latin typeface="Yu Gothic"/>
                <a:ea typeface="Yu Gothic"/>
                <a:cs typeface="Yu Gothic"/>
                <a:hlinkClick r:id="rId6"/>
              </a:rPr>
              <a:t>IPCC AR6 WGIII（2022）第7章 7.4.5.3 Harvested wood products</a:t>
            </a:r>
          </a:p>
        </p:txBody>
      </p:sp>
      <p:sp>
        <p:nvSpPr>
          <p:cNvPr id="12" name="正方形/長方形 11">
            <a:extLst>
              <a:ext uri="{FF2B5EF4-FFF2-40B4-BE49-F238E27FC236}">
                <a16:creationId xmlns:a16="http://schemas.microsoft.com/office/drawing/2014/main" id="{46E12414-E699-4438-B2F4-90BCF899FBFE}"/>
              </a:ext>
            </a:extLst>
          </p:cNvPr>
          <p:cNvSpPr>
            <a:spLocks noGrp="1"/>
          </p:cNvSpPr>
          <p:nvPr/>
        </p:nvSpPr>
        <p:spPr>
          <a:xfrm>
            <a:off x="838200" y="5229225"/>
            <a:ext cx="10477500" cy="257175"/>
          </a:xfrm>
          <a:prstGeom prst="rect">
            <a:avLst/>
          </a:prstGeom>
          <a:noFill/>
          <a:ln w="0">
            <a:noFill/>
          </a:ln>
        </p:spPr>
        <p:txBody>
          <a:bodyPr lIns="0" tIns="0" rIns="0" bIns="0" anchor="ctr">
            <a:noAutofit/>
          </a:bodyPr>
          <a:lstStyle>
            <a:defPPr>
              <a:defRPr sz="1275" b="0">
                <a:solidFill>
                  <a:srgbClr val="596875"/>
                </a:solidFill>
                <a:latin typeface="Yu Gothic"/>
                <a:ea typeface="Yu Gothic"/>
                <a:cs typeface="Yu Gothic"/>
              </a:defRPr>
            </a:defPPr>
            <a:lvl1pPr>
              <a:buNone/>
              <a:defRPr sz="1275" b="0">
                <a:solidFill>
                  <a:srgbClr val="596875"/>
                </a:solidFill>
                <a:latin typeface="Yu Gothic"/>
                <a:ea typeface="Yu Gothic"/>
                <a:cs typeface="Yu Gothic"/>
              </a:defRPr>
            </a:lvl1pPr>
            <a:lvl2pPr>
              <a:buNone/>
              <a:defRPr sz="1275" b="0">
                <a:solidFill>
                  <a:srgbClr val="596875"/>
                </a:solidFill>
                <a:latin typeface="Yu Gothic"/>
                <a:ea typeface="Yu Gothic"/>
                <a:cs typeface="Yu Gothic"/>
              </a:defRPr>
            </a:lvl2pPr>
            <a:lvl3pPr>
              <a:buNone/>
              <a:defRPr sz="1275" b="0">
                <a:solidFill>
                  <a:srgbClr val="596875"/>
                </a:solidFill>
                <a:latin typeface="Yu Gothic"/>
                <a:ea typeface="Yu Gothic"/>
                <a:cs typeface="Yu Gothic"/>
              </a:defRPr>
            </a:lvl3pPr>
            <a:lvl4pPr>
              <a:buNone/>
              <a:defRPr sz="1275" b="0">
                <a:solidFill>
                  <a:srgbClr val="596875"/>
                </a:solidFill>
                <a:latin typeface="Yu Gothic"/>
                <a:ea typeface="Yu Gothic"/>
                <a:cs typeface="Yu Gothic"/>
              </a:defRPr>
            </a:lvl4pPr>
            <a:lvl5pPr>
              <a:buNone/>
              <a:defRPr sz="1275" b="0">
                <a:solidFill>
                  <a:srgbClr val="596875"/>
                </a:solidFill>
                <a:latin typeface="Yu Gothic"/>
                <a:ea typeface="Yu Gothic"/>
                <a:cs typeface="Yu Gothic"/>
              </a:defRPr>
            </a:lvl5pPr>
            <a:lvl6pPr>
              <a:buNone/>
              <a:defRPr sz="1275" b="0">
                <a:solidFill>
                  <a:srgbClr val="596875"/>
                </a:solidFill>
                <a:latin typeface="Yu Gothic"/>
                <a:ea typeface="Yu Gothic"/>
                <a:cs typeface="Yu Gothic"/>
              </a:defRPr>
            </a:lvl6pPr>
            <a:lvl7pPr>
              <a:buNone/>
              <a:defRPr sz="1275" b="0">
                <a:solidFill>
                  <a:srgbClr val="596875"/>
                </a:solidFill>
                <a:latin typeface="Yu Gothic"/>
                <a:ea typeface="Yu Gothic"/>
                <a:cs typeface="Yu Gothic"/>
              </a:defRPr>
            </a:lvl7pPr>
            <a:lvl8pPr>
              <a:buNone/>
              <a:defRPr sz="1275" b="0">
                <a:solidFill>
                  <a:srgbClr val="596875"/>
                </a:solidFill>
                <a:latin typeface="Yu Gothic"/>
                <a:ea typeface="Yu Gothic"/>
                <a:cs typeface="Yu Gothic"/>
              </a:defRPr>
            </a:lvl8pPr>
            <a:lvl9pPr>
              <a:buNone/>
              <a:defRPr sz="1275" b="0">
                <a:solidFill>
                  <a:srgbClr val="596875"/>
                </a:solidFill>
                <a:latin typeface="Yu Gothic"/>
                <a:ea typeface="Yu Gothic"/>
                <a:cs typeface="Yu Gothic"/>
              </a:defRPr>
            </a:lvl9pPr>
          </a:lstStyle>
          <a:p>
            <a:pPr>
              <a:buNone/>
              <a:defRPr sz="1275" b="0">
                <a:solidFill>
                  <a:srgbClr val="596875"/>
                </a:solidFill>
                <a:latin typeface="Yu Gothic"/>
                <a:ea typeface="Yu Gothic"/>
                <a:cs typeface="Yu Gothic"/>
              </a:defRPr>
            </a:pPr>
            <a:r>
              <a:rPr sz="1275" b="0">
                <a:solidFill>
                  <a:srgbClr val="596875"/>
                </a:solidFill>
                <a:latin typeface="Yu Gothic"/>
                <a:ea typeface="Yu Gothic"/>
                <a:cs typeface="Yu Gothic"/>
              </a:rPr>
              <a:t>クリックして原資料へ。該当箇所・使い方は発表者ノートに記載。</a:t>
            </a:r>
          </a:p>
        </p:txBody>
      </p:sp>
    </p:spTree>
    <p:extLst>
      <p:ext uri="{BB962C8B-B14F-4D97-AF65-F5344CB8AC3E}">
        <p14:creationId xmlns:p14="http://schemas.microsoft.com/office/powerpoint/2010/main" val="1036759997"/>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正方形/長方形 10">
            <a:extLst>
              <a:ext uri="{FF2B5EF4-FFF2-40B4-BE49-F238E27FC236}">
                <a16:creationId xmlns:a16="http://schemas.microsoft.com/office/drawing/2014/main" id="{09428378-E845-444A-8058-9913C26089C1}"/>
              </a:ext>
            </a:extLst>
          </p:cNvPr>
          <p:cNvSpPr>
            <a:spLocks noGrp="1"/>
          </p:cNvSpPr>
          <p:nvPr/>
        </p:nvSpPr>
        <p:spPr>
          <a:xfrm>
            <a:off x="685800" y="342900"/>
            <a:ext cx="10820400" cy="666750"/>
          </a:xfrm>
          <a:prstGeom prst="rect">
            <a:avLst/>
          </a:prstGeom>
          <a:noFill/>
          <a:ln w="0">
            <a:noFill/>
          </a:ln>
        </p:spPr>
        <p:txBody>
          <a:bodyPr lIns="0" tIns="0" rIns="0" bIns="0" anchor="ctr">
            <a:noAutofit/>
          </a:bodyPr>
          <a:lstStyle>
            <a:defPPr>
              <a:defRPr sz="3000" b="1">
                <a:solidFill>
                  <a:srgbClr val="18364F"/>
                </a:solidFill>
                <a:latin typeface="Yu Gothic"/>
                <a:ea typeface="Yu Gothic"/>
                <a:cs typeface="Yu Gothic"/>
              </a:defRPr>
            </a:defPPr>
            <a:lvl1pPr>
              <a:buNone/>
              <a:defRPr sz="3000" b="1">
                <a:solidFill>
                  <a:srgbClr val="18364F"/>
                </a:solidFill>
                <a:latin typeface="Yu Gothic"/>
                <a:ea typeface="Yu Gothic"/>
                <a:cs typeface="Yu Gothic"/>
              </a:defRPr>
            </a:lvl1pPr>
            <a:lvl2pPr>
              <a:buNone/>
              <a:defRPr sz="3000" b="1">
                <a:solidFill>
                  <a:srgbClr val="18364F"/>
                </a:solidFill>
                <a:latin typeface="Yu Gothic"/>
                <a:ea typeface="Yu Gothic"/>
                <a:cs typeface="Yu Gothic"/>
              </a:defRPr>
            </a:lvl2pPr>
            <a:lvl3pPr>
              <a:buNone/>
              <a:defRPr sz="3000" b="1">
                <a:solidFill>
                  <a:srgbClr val="18364F"/>
                </a:solidFill>
                <a:latin typeface="Yu Gothic"/>
                <a:ea typeface="Yu Gothic"/>
                <a:cs typeface="Yu Gothic"/>
              </a:defRPr>
            </a:lvl3pPr>
            <a:lvl4pPr>
              <a:buNone/>
              <a:defRPr sz="3000" b="1">
                <a:solidFill>
                  <a:srgbClr val="18364F"/>
                </a:solidFill>
                <a:latin typeface="Yu Gothic"/>
                <a:ea typeface="Yu Gothic"/>
                <a:cs typeface="Yu Gothic"/>
              </a:defRPr>
            </a:lvl4pPr>
            <a:lvl5pPr>
              <a:buNone/>
              <a:defRPr sz="3000" b="1">
                <a:solidFill>
                  <a:srgbClr val="18364F"/>
                </a:solidFill>
                <a:latin typeface="Yu Gothic"/>
                <a:ea typeface="Yu Gothic"/>
                <a:cs typeface="Yu Gothic"/>
              </a:defRPr>
            </a:lvl5pPr>
            <a:lvl6pPr>
              <a:buNone/>
              <a:defRPr sz="3000" b="1">
                <a:solidFill>
                  <a:srgbClr val="18364F"/>
                </a:solidFill>
                <a:latin typeface="Yu Gothic"/>
                <a:ea typeface="Yu Gothic"/>
                <a:cs typeface="Yu Gothic"/>
              </a:defRPr>
            </a:lvl6pPr>
            <a:lvl7pPr>
              <a:buNone/>
              <a:defRPr sz="3000" b="1">
                <a:solidFill>
                  <a:srgbClr val="18364F"/>
                </a:solidFill>
                <a:latin typeface="Yu Gothic"/>
                <a:ea typeface="Yu Gothic"/>
                <a:cs typeface="Yu Gothic"/>
              </a:defRPr>
            </a:lvl7pPr>
            <a:lvl8pPr>
              <a:buNone/>
              <a:defRPr sz="3000" b="1">
                <a:solidFill>
                  <a:srgbClr val="18364F"/>
                </a:solidFill>
                <a:latin typeface="Yu Gothic"/>
                <a:ea typeface="Yu Gothic"/>
                <a:cs typeface="Yu Gothic"/>
              </a:defRPr>
            </a:lvl8pPr>
            <a:lvl9pPr>
              <a:buNone/>
              <a:defRPr sz="3000" b="1">
                <a:solidFill>
                  <a:srgbClr val="18364F"/>
                </a:solidFill>
                <a:latin typeface="Yu Gothic"/>
                <a:ea typeface="Yu Gothic"/>
                <a:cs typeface="Yu Gothic"/>
              </a:defRPr>
            </a:lvl9pPr>
          </a:lstStyle>
          <a:p>
            <a:pPr>
              <a:buNone/>
              <a:defRPr sz="3000" b="1">
                <a:solidFill>
                  <a:srgbClr val="18364F"/>
                </a:solidFill>
                <a:latin typeface="Yu Gothic"/>
                <a:ea typeface="Yu Gothic"/>
                <a:cs typeface="Yu Gothic"/>
              </a:defRPr>
            </a:pPr>
            <a:r>
              <a:rPr sz="3000" b="1">
                <a:solidFill>
                  <a:srgbClr val="18364F"/>
                </a:solidFill>
                <a:latin typeface="Yu Gothic"/>
                <a:ea typeface="Yu Gothic"/>
                <a:cs typeface="Yu Gothic"/>
              </a:rPr>
              <a:t>参考資料：学校との接点・情報の範囲</a:t>
            </a:r>
          </a:p>
        </p:txBody>
      </p:sp>
      <p:sp>
        <p:nvSpPr>
          <p:cNvPr id="2" name="正方形/長方形 1">
            <a:extLst>
              <a:ext uri="{FF2B5EF4-FFF2-40B4-BE49-F238E27FC236}">
                <a16:creationId xmlns:a16="http://schemas.microsoft.com/office/drawing/2014/main" id="{6EFAB776-5279-49C6-8BC2-134EF73F95DD}"/>
              </a:ext>
            </a:extLst>
          </p:cNvPr>
          <p:cNvSpPr>
            <a:spLocks noGrp="1"/>
          </p:cNvSpPr>
          <p:nvPr/>
        </p:nvSpPr>
        <p:spPr>
          <a:xfrm>
            <a:off x="685800" y="1181100"/>
            <a:ext cx="10820400" cy="19050"/>
          </a:xfrm>
          <a:prstGeom prst="rect">
            <a:avLst/>
          </a:prstGeom>
          <a:solidFill>
            <a:srgbClr val="18364F"/>
          </a:solidFill>
          <a:ln w="0">
            <a:noFill/>
          </a:ln>
        </p:spPr>
      </p:sp>
      <p:sp>
        <p:nvSpPr>
          <p:cNvPr id="3" name="正方形/長方形 2">
            <a:extLst>
              <a:ext uri="{FF2B5EF4-FFF2-40B4-BE49-F238E27FC236}">
                <a16:creationId xmlns:a16="http://schemas.microsoft.com/office/drawing/2014/main" id="{7280F85A-F951-4BF2-8138-E55CEC191868}"/>
              </a:ext>
            </a:extLst>
          </p:cNvPr>
          <p:cNvSpPr>
            <a:spLocks noGrp="1"/>
          </p:cNvSpPr>
          <p:nvPr/>
        </p:nvSpPr>
        <p:spPr>
          <a:xfrm>
            <a:off x="685800" y="6419850"/>
            <a:ext cx="9334500" cy="257175"/>
          </a:xfrm>
          <a:prstGeom prst="rect">
            <a:avLst/>
          </a:prstGeom>
          <a:noFill/>
          <a:ln w="0">
            <a:noFill/>
          </a:ln>
        </p:spPr>
        <p:txBody>
          <a:bodyPr lIns="0" tIns="0" rIns="0" bIns="0" anchor="ctr">
            <a:noAutofit/>
          </a:bodyPr>
          <a:lstStyle>
            <a:defPPr>
              <a:defRPr sz="1425" b="0">
                <a:solidFill>
                  <a:srgbClr val="596875"/>
                </a:solidFill>
                <a:latin typeface="Yu Gothic"/>
                <a:ea typeface="Yu Gothic"/>
                <a:cs typeface="Yu Gothic"/>
              </a:defRPr>
            </a:defPPr>
            <a:lvl1pPr>
              <a:buNone/>
              <a:defRPr sz="1425" b="0">
                <a:solidFill>
                  <a:srgbClr val="596875"/>
                </a:solidFill>
                <a:latin typeface="Yu Gothic"/>
                <a:ea typeface="Yu Gothic"/>
                <a:cs typeface="Yu Gothic"/>
              </a:defRPr>
            </a:lvl1pPr>
            <a:lvl2pPr>
              <a:buNone/>
              <a:defRPr sz="1425" b="0">
                <a:solidFill>
                  <a:srgbClr val="596875"/>
                </a:solidFill>
                <a:latin typeface="Yu Gothic"/>
                <a:ea typeface="Yu Gothic"/>
                <a:cs typeface="Yu Gothic"/>
              </a:defRPr>
            </a:lvl2pPr>
            <a:lvl3pPr>
              <a:buNone/>
              <a:defRPr sz="1425" b="0">
                <a:solidFill>
                  <a:srgbClr val="596875"/>
                </a:solidFill>
                <a:latin typeface="Yu Gothic"/>
                <a:ea typeface="Yu Gothic"/>
                <a:cs typeface="Yu Gothic"/>
              </a:defRPr>
            </a:lvl3pPr>
            <a:lvl4pPr>
              <a:buNone/>
              <a:defRPr sz="1425" b="0">
                <a:solidFill>
                  <a:srgbClr val="596875"/>
                </a:solidFill>
                <a:latin typeface="Yu Gothic"/>
                <a:ea typeface="Yu Gothic"/>
                <a:cs typeface="Yu Gothic"/>
              </a:defRPr>
            </a:lvl4pPr>
            <a:lvl5pPr>
              <a:buNone/>
              <a:defRPr sz="1425" b="0">
                <a:solidFill>
                  <a:srgbClr val="596875"/>
                </a:solidFill>
                <a:latin typeface="Yu Gothic"/>
                <a:ea typeface="Yu Gothic"/>
                <a:cs typeface="Yu Gothic"/>
              </a:defRPr>
            </a:lvl5pPr>
            <a:lvl6pPr>
              <a:buNone/>
              <a:defRPr sz="1425" b="0">
                <a:solidFill>
                  <a:srgbClr val="596875"/>
                </a:solidFill>
                <a:latin typeface="Yu Gothic"/>
                <a:ea typeface="Yu Gothic"/>
                <a:cs typeface="Yu Gothic"/>
              </a:defRPr>
            </a:lvl6pPr>
            <a:lvl7pPr>
              <a:buNone/>
              <a:defRPr sz="1425" b="0">
                <a:solidFill>
                  <a:srgbClr val="596875"/>
                </a:solidFill>
                <a:latin typeface="Yu Gothic"/>
                <a:ea typeface="Yu Gothic"/>
                <a:cs typeface="Yu Gothic"/>
              </a:defRPr>
            </a:lvl7pPr>
            <a:lvl8pPr>
              <a:buNone/>
              <a:defRPr sz="1425" b="0">
                <a:solidFill>
                  <a:srgbClr val="596875"/>
                </a:solidFill>
                <a:latin typeface="Yu Gothic"/>
                <a:ea typeface="Yu Gothic"/>
                <a:cs typeface="Yu Gothic"/>
              </a:defRPr>
            </a:lvl8pPr>
            <a:lvl9pPr>
              <a:buNone/>
              <a:defRPr sz="1425" b="0">
                <a:solidFill>
                  <a:srgbClr val="596875"/>
                </a:solidFill>
                <a:latin typeface="Yu Gothic"/>
                <a:ea typeface="Yu Gothic"/>
                <a:cs typeface="Yu Gothic"/>
              </a:defRPr>
            </a:lvl9pPr>
          </a:lstStyle>
          <a:p>
            <a:pPr>
              <a:buNone/>
              <a:defRPr sz="1425" b="0">
                <a:solidFill>
                  <a:srgbClr val="596875"/>
                </a:solidFill>
                <a:latin typeface="Yu Gothic"/>
                <a:ea typeface="Yu Gothic"/>
                <a:cs typeface="Yu Gothic"/>
              </a:defRPr>
            </a:pPr>
            <a:r>
              <a:rPr lang="ja-JP" altLang="en-US" sz="1425" b="0">
                <a:solidFill>
                  <a:srgbClr val="596875"/>
                </a:solidFill>
                <a:latin typeface="Yu Gothic"/>
                <a:ea typeface="Yu Gothic"/>
                <a:cs typeface="Yu Gothic"/>
              </a:rPr>
              <a:t>木材及び木質材料学　新第</a:t>
            </a:r>
            <a:r>
              <a:rPr lang="en-US" altLang="ja-JP" sz="1425" b="0">
                <a:solidFill>
                  <a:srgbClr val="596875"/>
                </a:solidFill>
                <a:latin typeface="Yu Gothic"/>
                <a:ea typeface="Yu Gothic"/>
                <a:cs typeface="Yu Gothic"/>
              </a:rPr>
              <a:t>14</a:t>
            </a:r>
            <a:r>
              <a:rPr lang="ja-JP" altLang="en-US" sz="1425" b="0">
                <a:solidFill>
                  <a:srgbClr val="596875"/>
                </a:solidFill>
                <a:latin typeface="Yu Gothic"/>
                <a:ea typeface="Yu Gothic"/>
                <a:cs typeface="Yu Gothic"/>
              </a:rPr>
              <a:t>回　資源・環境</a:t>
            </a:r>
            <a:endParaRPr sz="1425" b="0">
              <a:solidFill>
                <a:srgbClr val="596875"/>
              </a:solidFill>
              <a:latin typeface="Yu Gothic"/>
              <a:ea typeface="Yu Gothic"/>
              <a:cs typeface="Yu Gothic"/>
            </a:endParaRPr>
          </a:p>
        </p:txBody>
      </p:sp>
      <p:sp>
        <p:nvSpPr>
          <p:cNvPr id="4" name="正方形/長方形 3">
            <a:extLst>
              <a:ext uri="{FF2B5EF4-FFF2-40B4-BE49-F238E27FC236}">
                <a16:creationId xmlns:a16="http://schemas.microsoft.com/office/drawing/2014/main" id="{2A2CB566-B23E-492A-8E26-53D1046E8136}"/>
              </a:ext>
            </a:extLst>
          </p:cNvPr>
          <p:cNvSpPr>
            <a:spLocks noGrp="1"/>
          </p:cNvSpPr>
          <p:nvPr/>
        </p:nvSpPr>
        <p:spPr>
          <a:xfrm>
            <a:off x="10763250" y="6419850"/>
            <a:ext cx="742950" cy="257175"/>
          </a:xfrm>
          <a:prstGeom prst="rect">
            <a:avLst/>
          </a:prstGeom>
          <a:noFill/>
          <a:ln w="0">
            <a:noFill/>
          </a:ln>
        </p:spPr>
        <p:txBody>
          <a:bodyPr lIns="0" tIns="0" rIns="0" bIns="0" anchor="ctr">
            <a:noAutofit/>
          </a:bodyPr>
          <a:lstStyle>
            <a:defPPr>
              <a:defRPr sz="1425" b="0">
                <a:solidFill>
                  <a:srgbClr val="596875"/>
                </a:solidFill>
                <a:latin typeface="Yu Gothic"/>
                <a:ea typeface="Yu Gothic"/>
                <a:cs typeface="Yu Gothic"/>
              </a:defRPr>
            </a:defPPr>
            <a:lvl1pPr>
              <a:buNone/>
              <a:defRPr sz="1425" b="0">
                <a:solidFill>
                  <a:srgbClr val="596875"/>
                </a:solidFill>
                <a:latin typeface="Yu Gothic"/>
                <a:ea typeface="Yu Gothic"/>
                <a:cs typeface="Yu Gothic"/>
              </a:defRPr>
            </a:lvl1pPr>
            <a:lvl2pPr>
              <a:buNone/>
              <a:defRPr sz="1425" b="0">
                <a:solidFill>
                  <a:srgbClr val="596875"/>
                </a:solidFill>
                <a:latin typeface="Yu Gothic"/>
                <a:ea typeface="Yu Gothic"/>
                <a:cs typeface="Yu Gothic"/>
              </a:defRPr>
            </a:lvl2pPr>
            <a:lvl3pPr>
              <a:buNone/>
              <a:defRPr sz="1425" b="0">
                <a:solidFill>
                  <a:srgbClr val="596875"/>
                </a:solidFill>
                <a:latin typeface="Yu Gothic"/>
                <a:ea typeface="Yu Gothic"/>
                <a:cs typeface="Yu Gothic"/>
              </a:defRPr>
            </a:lvl3pPr>
            <a:lvl4pPr>
              <a:buNone/>
              <a:defRPr sz="1425" b="0">
                <a:solidFill>
                  <a:srgbClr val="596875"/>
                </a:solidFill>
                <a:latin typeface="Yu Gothic"/>
                <a:ea typeface="Yu Gothic"/>
                <a:cs typeface="Yu Gothic"/>
              </a:defRPr>
            </a:lvl4pPr>
            <a:lvl5pPr>
              <a:buNone/>
              <a:defRPr sz="1425" b="0">
                <a:solidFill>
                  <a:srgbClr val="596875"/>
                </a:solidFill>
                <a:latin typeface="Yu Gothic"/>
                <a:ea typeface="Yu Gothic"/>
                <a:cs typeface="Yu Gothic"/>
              </a:defRPr>
            </a:lvl5pPr>
            <a:lvl6pPr>
              <a:buNone/>
              <a:defRPr sz="1425" b="0">
                <a:solidFill>
                  <a:srgbClr val="596875"/>
                </a:solidFill>
                <a:latin typeface="Yu Gothic"/>
                <a:ea typeface="Yu Gothic"/>
                <a:cs typeface="Yu Gothic"/>
              </a:defRPr>
            </a:lvl6pPr>
            <a:lvl7pPr>
              <a:buNone/>
              <a:defRPr sz="1425" b="0">
                <a:solidFill>
                  <a:srgbClr val="596875"/>
                </a:solidFill>
                <a:latin typeface="Yu Gothic"/>
                <a:ea typeface="Yu Gothic"/>
                <a:cs typeface="Yu Gothic"/>
              </a:defRPr>
            </a:lvl7pPr>
            <a:lvl8pPr>
              <a:buNone/>
              <a:defRPr sz="1425" b="0">
                <a:solidFill>
                  <a:srgbClr val="596875"/>
                </a:solidFill>
                <a:latin typeface="Yu Gothic"/>
                <a:ea typeface="Yu Gothic"/>
                <a:cs typeface="Yu Gothic"/>
              </a:defRPr>
            </a:lvl8pPr>
            <a:lvl9pPr>
              <a:buNone/>
              <a:defRPr sz="1425" b="0">
                <a:solidFill>
                  <a:srgbClr val="596875"/>
                </a:solidFill>
                <a:latin typeface="Yu Gothic"/>
                <a:ea typeface="Yu Gothic"/>
                <a:cs typeface="Yu Gothic"/>
              </a:defRPr>
            </a:lvl9pPr>
          </a:lstStyle>
          <a:p>
            <a:pPr>
              <a:buNone/>
              <a:defRPr sz="1425" b="0">
                <a:solidFill>
                  <a:srgbClr val="596875"/>
                </a:solidFill>
                <a:latin typeface="Yu Gothic"/>
                <a:ea typeface="Yu Gothic"/>
                <a:cs typeface="Yu Gothic"/>
              </a:defRPr>
            </a:pPr>
            <a:r>
              <a:rPr lang="en-US" altLang="ja-JP" sz="1425" b="0">
                <a:solidFill>
                  <a:srgbClr val="596875"/>
                </a:solidFill>
                <a:latin typeface="Yu Gothic"/>
                <a:ea typeface="Yu Gothic"/>
                <a:cs typeface="Yu Gothic"/>
              </a:rPr>
              <a:t>57</a:t>
            </a:r>
            <a:endParaRPr sz="1425" b="0">
              <a:solidFill>
                <a:srgbClr val="596875"/>
              </a:solidFill>
              <a:latin typeface="Yu Gothic"/>
              <a:ea typeface="Yu Gothic"/>
              <a:cs typeface="Yu Gothic"/>
            </a:endParaRPr>
          </a:p>
        </p:txBody>
      </p:sp>
      <p:sp>
        <p:nvSpPr>
          <p:cNvPr id="5" name="正方形/長方形 4">
            <a:extLst>
              <a:ext uri="{FF2B5EF4-FFF2-40B4-BE49-F238E27FC236}">
                <a16:creationId xmlns:a16="http://schemas.microsoft.com/office/drawing/2014/main" id="{BF862E99-390F-45A8-8615-15DF2FAC0AF9}"/>
              </a:ext>
            </a:extLst>
          </p:cNvPr>
          <p:cNvSpPr>
            <a:spLocks noGrp="1"/>
          </p:cNvSpPr>
          <p:nvPr/>
        </p:nvSpPr>
        <p:spPr>
          <a:xfrm>
            <a:off x="838200" y="1581150"/>
            <a:ext cx="10477500" cy="647700"/>
          </a:xfrm>
          <a:prstGeom prst="rect">
            <a:avLst/>
          </a:prstGeom>
          <a:noFill/>
          <a:ln w="0">
            <a:noFill/>
          </a:ln>
        </p:spPr>
        <p:txBody>
          <a:bodyPr lIns="0" tIns="0" rIns="0" bIns="0" anchor="ctr">
            <a:noAutofit/>
          </a:bodyPr>
          <a:lstStyle>
            <a:defPPr>
              <a:defRPr sz="1875" b="1">
                <a:solidFill>
                  <a:srgbClr val="2876A8"/>
                </a:solidFill>
                <a:latin typeface="Yu Gothic"/>
                <a:ea typeface="Yu Gothic"/>
                <a:cs typeface="Yu Gothic"/>
              </a:defRPr>
            </a:defPPr>
            <a:lvl1pPr>
              <a:buNone/>
              <a:defRPr sz="1875" b="1">
                <a:solidFill>
                  <a:srgbClr val="2876A8"/>
                </a:solidFill>
                <a:latin typeface="Yu Gothic"/>
                <a:ea typeface="Yu Gothic"/>
                <a:cs typeface="Yu Gothic"/>
              </a:defRPr>
            </a:lvl1pPr>
            <a:lvl2pPr>
              <a:buNone/>
              <a:defRPr sz="1875" b="1">
                <a:solidFill>
                  <a:srgbClr val="2876A8"/>
                </a:solidFill>
                <a:latin typeface="Yu Gothic"/>
                <a:ea typeface="Yu Gothic"/>
                <a:cs typeface="Yu Gothic"/>
              </a:defRPr>
            </a:lvl2pPr>
            <a:lvl3pPr>
              <a:buNone/>
              <a:defRPr sz="1875" b="1">
                <a:solidFill>
                  <a:srgbClr val="2876A8"/>
                </a:solidFill>
                <a:latin typeface="Yu Gothic"/>
                <a:ea typeface="Yu Gothic"/>
                <a:cs typeface="Yu Gothic"/>
              </a:defRPr>
            </a:lvl3pPr>
            <a:lvl4pPr>
              <a:buNone/>
              <a:defRPr sz="1875" b="1">
                <a:solidFill>
                  <a:srgbClr val="2876A8"/>
                </a:solidFill>
                <a:latin typeface="Yu Gothic"/>
                <a:ea typeface="Yu Gothic"/>
                <a:cs typeface="Yu Gothic"/>
              </a:defRPr>
            </a:lvl4pPr>
            <a:lvl5pPr>
              <a:buNone/>
              <a:defRPr sz="1875" b="1">
                <a:solidFill>
                  <a:srgbClr val="2876A8"/>
                </a:solidFill>
                <a:latin typeface="Yu Gothic"/>
                <a:ea typeface="Yu Gothic"/>
                <a:cs typeface="Yu Gothic"/>
              </a:defRPr>
            </a:lvl5pPr>
            <a:lvl6pPr>
              <a:buNone/>
              <a:defRPr sz="1875" b="1">
                <a:solidFill>
                  <a:srgbClr val="2876A8"/>
                </a:solidFill>
                <a:latin typeface="Yu Gothic"/>
                <a:ea typeface="Yu Gothic"/>
                <a:cs typeface="Yu Gothic"/>
              </a:defRPr>
            </a:lvl6pPr>
            <a:lvl7pPr>
              <a:buNone/>
              <a:defRPr sz="1875" b="1">
                <a:solidFill>
                  <a:srgbClr val="2876A8"/>
                </a:solidFill>
                <a:latin typeface="Yu Gothic"/>
                <a:ea typeface="Yu Gothic"/>
                <a:cs typeface="Yu Gothic"/>
              </a:defRPr>
            </a:lvl7pPr>
            <a:lvl8pPr>
              <a:buNone/>
              <a:defRPr sz="1875" b="1">
                <a:solidFill>
                  <a:srgbClr val="2876A8"/>
                </a:solidFill>
                <a:latin typeface="Yu Gothic"/>
                <a:ea typeface="Yu Gothic"/>
                <a:cs typeface="Yu Gothic"/>
              </a:defRPr>
            </a:lvl8pPr>
            <a:lvl9pPr>
              <a:buNone/>
              <a:defRPr sz="1875" b="1">
                <a:solidFill>
                  <a:srgbClr val="2876A8"/>
                </a:solidFill>
                <a:latin typeface="Yu Gothic"/>
                <a:ea typeface="Yu Gothic"/>
                <a:cs typeface="Yu Gothic"/>
              </a:defRPr>
            </a:lvl9pPr>
          </a:lstStyle>
          <a:p>
            <a:pPr>
              <a:buNone/>
              <a:defRPr sz="1875" b="1">
                <a:solidFill>
                  <a:srgbClr val="2876A8"/>
                </a:solidFill>
                <a:latin typeface="Yu Gothic"/>
                <a:ea typeface="Yu Gothic"/>
                <a:cs typeface="Yu Gothic"/>
              </a:defRPr>
            </a:pPr>
            <a:r>
              <a:rPr lang="ja-JP" altLang="en-US" sz="1875" b="1">
                <a:solidFill>
                  <a:srgbClr val="2876A8"/>
                </a:solidFill>
                <a:latin typeface="Yu Gothic"/>
                <a:ea typeface="Yu Gothic"/>
                <a:cs typeface="Yu Gothic"/>
                <a:hlinkClick r:id="rId3"/>
              </a:rPr>
              <a:t>文部科学省（</a:t>
            </a:r>
            <a:r>
              <a:rPr lang="en-US" altLang="ja-JP" sz="1875" b="1">
                <a:solidFill>
                  <a:srgbClr val="2876A8"/>
                </a:solidFill>
                <a:latin typeface="Yu Gothic"/>
                <a:ea typeface="Yu Gothic"/>
                <a:cs typeface="Yu Gothic"/>
                <a:hlinkClick r:id="rId3"/>
              </a:rPr>
              <a:t>2017</a:t>
            </a:r>
            <a:r>
              <a:rPr lang="ja-JP" altLang="en-US" sz="1875" b="1">
                <a:solidFill>
                  <a:srgbClr val="2876A8"/>
                </a:solidFill>
                <a:latin typeface="Yu Gothic"/>
                <a:ea typeface="Yu Gothic"/>
                <a:cs typeface="Yu Gothic"/>
                <a:hlinkClick r:id="rId3"/>
              </a:rPr>
              <a:t>）</a:t>
            </a:r>
            <a:r>
              <a:rPr lang="en-US" altLang="ja-JP" sz="1875" b="1">
                <a:solidFill>
                  <a:srgbClr val="2876A8"/>
                </a:solidFill>
                <a:latin typeface="Yu Gothic"/>
                <a:ea typeface="Yu Gothic"/>
                <a:cs typeface="Yu Gothic"/>
                <a:hlinkClick r:id="rId3"/>
              </a:rPr>
              <a:t>『</a:t>
            </a:r>
            <a:r>
              <a:rPr lang="ja-JP" altLang="en-US" sz="1875" b="1">
                <a:solidFill>
                  <a:srgbClr val="2876A8"/>
                </a:solidFill>
                <a:latin typeface="Yu Gothic"/>
                <a:ea typeface="Yu Gothic"/>
                <a:cs typeface="Yu Gothic"/>
                <a:hlinkClick r:id="rId3"/>
              </a:rPr>
              <a:t>中学校学習指導要領解説 技術・家庭編</a:t>
            </a:r>
            <a:r>
              <a:rPr lang="en-US" altLang="ja-JP" sz="1875" b="1">
                <a:solidFill>
                  <a:srgbClr val="2876A8"/>
                </a:solidFill>
                <a:latin typeface="Yu Gothic"/>
                <a:ea typeface="Yu Gothic"/>
                <a:cs typeface="Yu Gothic"/>
                <a:hlinkClick r:id="rId3"/>
              </a:rPr>
              <a:t>』A(1)</a:t>
            </a:r>
            <a:r>
              <a:rPr lang="ja-JP" altLang="en-US" sz="1875" b="1">
                <a:solidFill>
                  <a:srgbClr val="2876A8"/>
                </a:solidFill>
                <a:latin typeface="Yu Gothic"/>
                <a:ea typeface="Yu Gothic"/>
                <a:cs typeface="Yu Gothic"/>
                <a:hlinkClick r:id="rId3"/>
              </a:rPr>
              <a:t>、</a:t>
            </a:r>
            <a:r>
              <a:rPr lang="en-US" altLang="ja-JP" sz="1875" b="1">
                <a:solidFill>
                  <a:srgbClr val="2876A8"/>
                </a:solidFill>
                <a:latin typeface="Yu Gothic"/>
                <a:ea typeface="Yu Gothic"/>
                <a:cs typeface="Yu Gothic"/>
                <a:hlinkClick r:id="rId3"/>
              </a:rPr>
              <a:t>28</a:t>
            </a:r>
            <a:r>
              <a:rPr lang="ja-JP" altLang="en-US" sz="1875" b="1">
                <a:solidFill>
                  <a:srgbClr val="2876A8"/>
                </a:solidFill>
                <a:latin typeface="Yu Gothic"/>
                <a:ea typeface="Yu Gothic"/>
                <a:cs typeface="Yu Gothic"/>
                <a:hlinkClick r:id="rId3"/>
              </a:rPr>
              <a:t>頁</a:t>
            </a:r>
            <a:endParaRPr sz="1875" b="1">
              <a:solidFill>
                <a:srgbClr val="2876A8"/>
              </a:solidFill>
              <a:latin typeface="Yu Gothic"/>
              <a:ea typeface="Yu Gothic"/>
              <a:cs typeface="Yu Gothic"/>
              <a:hlinkClick r:id="rId3"/>
            </a:endParaRPr>
          </a:p>
        </p:txBody>
      </p:sp>
      <p:sp>
        <p:nvSpPr>
          <p:cNvPr id="6" name="正方形/長方形 5">
            <a:extLst>
              <a:ext uri="{FF2B5EF4-FFF2-40B4-BE49-F238E27FC236}">
                <a16:creationId xmlns:a16="http://schemas.microsoft.com/office/drawing/2014/main" id="{18BB4A3A-7E1A-4419-8628-9AF821E01BFF}"/>
              </a:ext>
            </a:extLst>
          </p:cNvPr>
          <p:cNvSpPr>
            <a:spLocks noGrp="1"/>
          </p:cNvSpPr>
          <p:nvPr/>
        </p:nvSpPr>
        <p:spPr>
          <a:xfrm>
            <a:off x="838200" y="2143125"/>
            <a:ext cx="10477500" cy="257175"/>
          </a:xfrm>
          <a:prstGeom prst="rect">
            <a:avLst/>
          </a:prstGeom>
          <a:noFill/>
          <a:ln w="0">
            <a:noFill/>
          </a:ln>
        </p:spPr>
        <p:txBody>
          <a:bodyPr lIns="0" tIns="0" rIns="0" bIns="0" anchor="ctr">
            <a:noAutofit/>
          </a:bodyPr>
          <a:lstStyle>
            <a:defPPr>
              <a:defRPr sz="1275" b="0">
                <a:solidFill>
                  <a:srgbClr val="596875"/>
                </a:solidFill>
                <a:latin typeface="Yu Gothic"/>
                <a:ea typeface="Yu Gothic"/>
                <a:cs typeface="Yu Gothic"/>
              </a:defRPr>
            </a:defPPr>
            <a:lvl1pPr>
              <a:buNone/>
              <a:defRPr sz="1275" b="0">
                <a:solidFill>
                  <a:srgbClr val="596875"/>
                </a:solidFill>
                <a:latin typeface="Yu Gothic"/>
                <a:ea typeface="Yu Gothic"/>
                <a:cs typeface="Yu Gothic"/>
              </a:defRPr>
            </a:lvl1pPr>
            <a:lvl2pPr>
              <a:buNone/>
              <a:defRPr sz="1275" b="0">
                <a:solidFill>
                  <a:srgbClr val="596875"/>
                </a:solidFill>
                <a:latin typeface="Yu Gothic"/>
                <a:ea typeface="Yu Gothic"/>
                <a:cs typeface="Yu Gothic"/>
              </a:defRPr>
            </a:lvl2pPr>
            <a:lvl3pPr>
              <a:buNone/>
              <a:defRPr sz="1275" b="0">
                <a:solidFill>
                  <a:srgbClr val="596875"/>
                </a:solidFill>
                <a:latin typeface="Yu Gothic"/>
                <a:ea typeface="Yu Gothic"/>
                <a:cs typeface="Yu Gothic"/>
              </a:defRPr>
            </a:lvl3pPr>
            <a:lvl4pPr>
              <a:buNone/>
              <a:defRPr sz="1275" b="0">
                <a:solidFill>
                  <a:srgbClr val="596875"/>
                </a:solidFill>
                <a:latin typeface="Yu Gothic"/>
                <a:ea typeface="Yu Gothic"/>
                <a:cs typeface="Yu Gothic"/>
              </a:defRPr>
            </a:lvl4pPr>
            <a:lvl5pPr>
              <a:buNone/>
              <a:defRPr sz="1275" b="0">
                <a:solidFill>
                  <a:srgbClr val="596875"/>
                </a:solidFill>
                <a:latin typeface="Yu Gothic"/>
                <a:ea typeface="Yu Gothic"/>
                <a:cs typeface="Yu Gothic"/>
              </a:defRPr>
            </a:lvl5pPr>
            <a:lvl6pPr>
              <a:buNone/>
              <a:defRPr sz="1275" b="0">
                <a:solidFill>
                  <a:srgbClr val="596875"/>
                </a:solidFill>
                <a:latin typeface="Yu Gothic"/>
                <a:ea typeface="Yu Gothic"/>
                <a:cs typeface="Yu Gothic"/>
              </a:defRPr>
            </a:lvl6pPr>
            <a:lvl7pPr>
              <a:buNone/>
              <a:defRPr sz="1275" b="0">
                <a:solidFill>
                  <a:srgbClr val="596875"/>
                </a:solidFill>
                <a:latin typeface="Yu Gothic"/>
                <a:ea typeface="Yu Gothic"/>
                <a:cs typeface="Yu Gothic"/>
              </a:defRPr>
            </a:lvl7pPr>
            <a:lvl8pPr>
              <a:buNone/>
              <a:defRPr sz="1275" b="0">
                <a:solidFill>
                  <a:srgbClr val="596875"/>
                </a:solidFill>
                <a:latin typeface="Yu Gothic"/>
                <a:ea typeface="Yu Gothic"/>
                <a:cs typeface="Yu Gothic"/>
              </a:defRPr>
            </a:lvl8pPr>
            <a:lvl9pPr>
              <a:buNone/>
              <a:defRPr sz="1275" b="0">
                <a:solidFill>
                  <a:srgbClr val="596875"/>
                </a:solidFill>
                <a:latin typeface="Yu Gothic"/>
                <a:ea typeface="Yu Gothic"/>
                <a:cs typeface="Yu Gothic"/>
              </a:defRPr>
            </a:lvl9pPr>
          </a:lstStyle>
          <a:p>
            <a:pPr>
              <a:buNone/>
              <a:defRPr sz="1275" b="0">
                <a:solidFill>
                  <a:srgbClr val="596875"/>
                </a:solidFill>
                <a:latin typeface="Yu Gothic"/>
                <a:ea typeface="Yu Gothic"/>
                <a:cs typeface="Yu Gothic"/>
              </a:defRPr>
            </a:pPr>
            <a:r>
              <a:rPr sz="1275" b="0">
                <a:solidFill>
                  <a:srgbClr val="596875"/>
                </a:solidFill>
                <a:latin typeface="Yu Gothic"/>
                <a:ea typeface="Yu Gothic"/>
                <a:cs typeface="Yu Gothic"/>
              </a:rPr>
              <a:t>クリックして原資料へ。該当箇所・使い方は発表者ノートに記載。</a:t>
            </a:r>
          </a:p>
        </p:txBody>
      </p:sp>
      <p:sp>
        <p:nvSpPr>
          <p:cNvPr id="7" name="正方形/長方形 6">
            <a:extLst>
              <a:ext uri="{FF2B5EF4-FFF2-40B4-BE49-F238E27FC236}">
                <a16:creationId xmlns:a16="http://schemas.microsoft.com/office/drawing/2014/main" id="{D3C61BDA-0E13-491C-8CD4-93907BBAF6B6}"/>
              </a:ext>
            </a:extLst>
          </p:cNvPr>
          <p:cNvSpPr>
            <a:spLocks noGrp="1"/>
          </p:cNvSpPr>
          <p:nvPr/>
        </p:nvSpPr>
        <p:spPr>
          <a:xfrm>
            <a:off x="838200" y="2609850"/>
            <a:ext cx="10477500" cy="647700"/>
          </a:xfrm>
          <a:prstGeom prst="rect">
            <a:avLst/>
          </a:prstGeom>
          <a:noFill/>
          <a:ln w="0">
            <a:noFill/>
          </a:ln>
        </p:spPr>
        <p:txBody>
          <a:bodyPr lIns="0" tIns="0" rIns="0" bIns="0" anchor="ctr">
            <a:noAutofit/>
          </a:bodyPr>
          <a:lstStyle>
            <a:defPPr>
              <a:defRPr sz="1875" b="1">
                <a:solidFill>
                  <a:srgbClr val="2876A8"/>
                </a:solidFill>
                <a:latin typeface="Yu Gothic"/>
                <a:ea typeface="Yu Gothic"/>
                <a:cs typeface="Yu Gothic"/>
              </a:defRPr>
            </a:defPPr>
            <a:lvl1pPr>
              <a:buNone/>
              <a:defRPr sz="1875" b="1">
                <a:solidFill>
                  <a:srgbClr val="2876A8"/>
                </a:solidFill>
                <a:latin typeface="Yu Gothic"/>
                <a:ea typeface="Yu Gothic"/>
                <a:cs typeface="Yu Gothic"/>
              </a:defRPr>
            </a:lvl1pPr>
            <a:lvl2pPr>
              <a:buNone/>
              <a:defRPr sz="1875" b="1">
                <a:solidFill>
                  <a:srgbClr val="2876A8"/>
                </a:solidFill>
                <a:latin typeface="Yu Gothic"/>
                <a:ea typeface="Yu Gothic"/>
                <a:cs typeface="Yu Gothic"/>
              </a:defRPr>
            </a:lvl2pPr>
            <a:lvl3pPr>
              <a:buNone/>
              <a:defRPr sz="1875" b="1">
                <a:solidFill>
                  <a:srgbClr val="2876A8"/>
                </a:solidFill>
                <a:latin typeface="Yu Gothic"/>
                <a:ea typeface="Yu Gothic"/>
                <a:cs typeface="Yu Gothic"/>
              </a:defRPr>
            </a:lvl3pPr>
            <a:lvl4pPr>
              <a:buNone/>
              <a:defRPr sz="1875" b="1">
                <a:solidFill>
                  <a:srgbClr val="2876A8"/>
                </a:solidFill>
                <a:latin typeface="Yu Gothic"/>
                <a:ea typeface="Yu Gothic"/>
                <a:cs typeface="Yu Gothic"/>
              </a:defRPr>
            </a:lvl4pPr>
            <a:lvl5pPr>
              <a:buNone/>
              <a:defRPr sz="1875" b="1">
                <a:solidFill>
                  <a:srgbClr val="2876A8"/>
                </a:solidFill>
                <a:latin typeface="Yu Gothic"/>
                <a:ea typeface="Yu Gothic"/>
                <a:cs typeface="Yu Gothic"/>
              </a:defRPr>
            </a:lvl5pPr>
            <a:lvl6pPr>
              <a:buNone/>
              <a:defRPr sz="1875" b="1">
                <a:solidFill>
                  <a:srgbClr val="2876A8"/>
                </a:solidFill>
                <a:latin typeface="Yu Gothic"/>
                <a:ea typeface="Yu Gothic"/>
                <a:cs typeface="Yu Gothic"/>
              </a:defRPr>
            </a:lvl6pPr>
            <a:lvl7pPr>
              <a:buNone/>
              <a:defRPr sz="1875" b="1">
                <a:solidFill>
                  <a:srgbClr val="2876A8"/>
                </a:solidFill>
                <a:latin typeface="Yu Gothic"/>
                <a:ea typeface="Yu Gothic"/>
                <a:cs typeface="Yu Gothic"/>
              </a:defRPr>
            </a:lvl7pPr>
            <a:lvl8pPr>
              <a:buNone/>
              <a:defRPr sz="1875" b="1">
                <a:solidFill>
                  <a:srgbClr val="2876A8"/>
                </a:solidFill>
                <a:latin typeface="Yu Gothic"/>
                <a:ea typeface="Yu Gothic"/>
                <a:cs typeface="Yu Gothic"/>
              </a:defRPr>
            </a:lvl8pPr>
            <a:lvl9pPr>
              <a:buNone/>
              <a:defRPr sz="1875" b="1">
                <a:solidFill>
                  <a:srgbClr val="2876A8"/>
                </a:solidFill>
                <a:latin typeface="Yu Gothic"/>
                <a:ea typeface="Yu Gothic"/>
                <a:cs typeface="Yu Gothic"/>
              </a:defRPr>
            </a:lvl9pPr>
          </a:lstStyle>
          <a:p>
            <a:pPr>
              <a:buNone/>
              <a:defRPr sz="1875" b="1">
                <a:solidFill>
                  <a:srgbClr val="2876A8"/>
                </a:solidFill>
                <a:latin typeface="Yu Gothic"/>
                <a:ea typeface="Yu Gothic"/>
                <a:cs typeface="Yu Gothic"/>
              </a:defRPr>
            </a:pPr>
            <a:r>
              <a:rPr sz="1875" b="1">
                <a:solidFill>
                  <a:srgbClr val="2876A8"/>
                </a:solidFill>
                <a:latin typeface="Yu Gothic"/>
                <a:ea typeface="Yu Gothic"/>
                <a:cs typeface="Yu Gothic"/>
                <a:hlinkClick r:id="rId4"/>
              </a:rPr>
              <a:t>FSC：Standards（森林管理・加工流通過程）</a:t>
            </a:r>
          </a:p>
        </p:txBody>
      </p:sp>
      <p:sp>
        <p:nvSpPr>
          <p:cNvPr id="8" name="正方形/長方形 7">
            <a:extLst>
              <a:ext uri="{FF2B5EF4-FFF2-40B4-BE49-F238E27FC236}">
                <a16:creationId xmlns:a16="http://schemas.microsoft.com/office/drawing/2014/main" id="{E7D8F3DB-9D21-4A6F-84D6-2A2B973DC2F8}"/>
              </a:ext>
            </a:extLst>
          </p:cNvPr>
          <p:cNvSpPr>
            <a:spLocks noGrp="1"/>
          </p:cNvSpPr>
          <p:nvPr/>
        </p:nvSpPr>
        <p:spPr>
          <a:xfrm>
            <a:off x="838200" y="3171825"/>
            <a:ext cx="10477500" cy="257175"/>
          </a:xfrm>
          <a:prstGeom prst="rect">
            <a:avLst/>
          </a:prstGeom>
          <a:noFill/>
          <a:ln w="0">
            <a:noFill/>
          </a:ln>
        </p:spPr>
        <p:txBody>
          <a:bodyPr lIns="0" tIns="0" rIns="0" bIns="0" anchor="ctr">
            <a:noAutofit/>
          </a:bodyPr>
          <a:lstStyle>
            <a:defPPr>
              <a:defRPr sz="1275" b="0">
                <a:solidFill>
                  <a:srgbClr val="596875"/>
                </a:solidFill>
                <a:latin typeface="Yu Gothic"/>
                <a:ea typeface="Yu Gothic"/>
                <a:cs typeface="Yu Gothic"/>
              </a:defRPr>
            </a:defPPr>
            <a:lvl1pPr>
              <a:buNone/>
              <a:defRPr sz="1275" b="0">
                <a:solidFill>
                  <a:srgbClr val="596875"/>
                </a:solidFill>
                <a:latin typeface="Yu Gothic"/>
                <a:ea typeface="Yu Gothic"/>
                <a:cs typeface="Yu Gothic"/>
              </a:defRPr>
            </a:lvl1pPr>
            <a:lvl2pPr>
              <a:buNone/>
              <a:defRPr sz="1275" b="0">
                <a:solidFill>
                  <a:srgbClr val="596875"/>
                </a:solidFill>
                <a:latin typeface="Yu Gothic"/>
                <a:ea typeface="Yu Gothic"/>
                <a:cs typeface="Yu Gothic"/>
              </a:defRPr>
            </a:lvl2pPr>
            <a:lvl3pPr>
              <a:buNone/>
              <a:defRPr sz="1275" b="0">
                <a:solidFill>
                  <a:srgbClr val="596875"/>
                </a:solidFill>
                <a:latin typeface="Yu Gothic"/>
                <a:ea typeface="Yu Gothic"/>
                <a:cs typeface="Yu Gothic"/>
              </a:defRPr>
            </a:lvl3pPr>
            <a:lvl4pPr>
              <a:buNone/>
              <a:defRPr sz="1275" b="0">
                <a:solidFill>
                  <a:srgbClr val="596875"/>
                </a:solidFill>
                <a:latin typeface="Yu Gothic"/>
                <a:ea typeface="Yu Gothic"/>
                <a:cs typeface="Yu Gothic"/>
              </a:defRPr>
            </a:lvl4pPr>
            <a:lvl5pPr>
              <a:buNone/>
              <a:defRPr sz="1275" b="0">
                <a:solidFill>
                  <a:srgbClr val="596875"/>
                </a:solidFill>
                <a:latin typeface="Yu Gothic"/>
                <a:ea typeface="Yu Gothic"/>
                <a:cs typeface="Yu Gothic"/>
              </a:defRPr>
            </a:lvl5pPr>
            <a:lvl6pPr>
              <a:buNone/>
              <a:defRPr sz="1275" b="0">
                <a:solidFill>
                  <a:srgbClr val="596875"/>
                </a:solidFill>
                <a:latin typeface="Yu Gothic"/>
                <a:ea typeface="Yu Gothic"/>
                <a:cs typeface="Yu Gothic"/>
              </a:defRPr>
            </a:lvl6pPr>
            <a:lvl7pPr>
              <a:buNone/>
              <a:defRPr sz="1275" b="0">
                <a:solidFill>
                  <a:srgbClr val="596875"/>
                </a:solidFill>
                <a:latin typeface="Yu Gothic"/>
                <a:ea typeface="Yu Gothic"/>
                <a:cs typeface="Yu Gothic"/>
              </a:defRPr>
            </a:lvl7pPr>
            <a:lvl8pPr>
              <a:buNone/>
              <a:defRPr sz="1275" b="0">
                <a:solidFill>
                  <a:srgbClr val="596875"/>
                </a:solidFill>
                <a:latin typeface="Yu Gothic"/>
                <a:ea typeface="Yu Gothic"/>
                <a:cs typeface="Yu Gothic"/>
              </a:defRPr>
            </a:lvl8pPr>
            <a:lvl9pPr>
              <a:buNone/>
              <a:defRPr sz="1275" b="0">
                <a:solidFill>
                  <a:srgbClr val="596875"/>
                </a:solidFill>
                <a:latin typeface="Yu Gothic"/>
                <a:ea typeface="Yu Gothic"/>
                <a:cs typeface="Yu Gothic"/>
              </a:defRPr>
            </a:lvl9pPr>
          </a:lstStyle>
          <a:p>
            <a:pPr>
              <a:buNone/>
              <a:defRPr sz="1275" b="0">
                <a:solidFill>
                  <a:srgbClr val="596875"/>
                </a:solidFill>
                <a:latin typeface="Yu Gothic"/>
                <a:ea typeface="Yu Gothic"/>
                <a:cs typeface="Yu Gothic"/>
              </a:defRPr>
            </a:pPr>
            <a:r>
              <a:rPr sz="1275" b="0">
                <a:solidFill>
                  <a:srgbClr val="596875"/>
                </a:solidFill>
                <a:latin typeface="Yu Gothic"/>
                <a:ea typeface="Yu Gothic"/>
                <a:cs typeface="Yu Gothic"/>
              </a:rPr>
              <a:t>クリックして原資料へ。該当箇所・使い方は発表者ノートに記載。</a:t>
            </a:r>
          </a:p>
        </p:txBody>
      </p:sp>
      <p:sp>
        <p:nvSpPr>
          <p:cNvPr id="9" name="正方形/長方形 8">
            <a:extLst>
              <a:ext uri="{FF2B5EF4-FFF2-40B4-BE49-F238E27FC236}">
                <a16:creationId xmlns:a16="http://schemas.microsoft.com/office/drawing/2014/main" id="{330C1C7D-FADF-48ED-9F3D-7E29E39AEEA0}"/>
              </a:ext>
            </a:extLst>
          </p:cNvPr>
          <p:cNvSpPr>
            <a:spLocks noGrp="1"/>
          </p:cNvSpPr>
          <p:nvPr/>
        </p:nvSpPr>
        <p:spPr>
          <a:xfrm>
            <a:off x="838200" y="3638550"/>
            <a:ext cx="10477500" cy="647700"/>
          </a:xfrm>
          <a:prstGeom prst="rect">
            <a:avLst/>
          </a:prstGeom>
          <a:noFill/>
          <a:ln w="0">
            <a:noFill/>
          </a:ln>
        </p:spPr>
        <p:txBody>
          <a:bodyPr lIns="0" tIns="0" rIns="0" bIns="0" anchor="ctr">
            <a:noAutofit/>
          </a:bodyPr>
          <a:lstStyle>
            <a:defPPr>
              <a:defRPr sz="1875" b="1">
                <a:solidFill>
                  <a:srgbClr val="2876A8"/>
                </a:solidFill>
                <a:latin typeface="Yu Gothic"/>
                <a:ea typeface="Yu Gothic"/>
                <a:cs typeface="Yu Gothic"/>
              </a:defRPr>
            </a:defPPr>
            <a:lvl1pPr>
              <a:buNone/>
              <a:defRPr sz="1875" b="1">
                <a:solidFill>
                  <a:srgbClr val="2876A8"/>
                </a:solidFill>
                <a:latin typeface="Yu Gothic"/>
                <a:ea typeface="Yu Gothic"/>
                <a:cs typeface="Yu Gothic"/>
              </a:defRPr>
            </a:lvl1pPr>
            <a:lvl2pPr>
              <a:buNone/>
              <a:defRPr sz="1875" b="1">
                <a:solidFill>
                  <a:srgbClr val="2876A8"/>
                </a:solidFill>
                <a:latin typeface="Yu Gothic"/>
                <a:ea typeface="Yu Gothic"/>
                <a:cs typeface="Yu Gothic"/>
              </a:defRPr>
            </a:lvl2pPr>
            <a:lvl3pPr>
              <a:buNone/>
              <a:defRPr sz="1875" b="1">
                <a:solidFill>
                  <a:srgbClr val="2876A8"/>
                </a:solidFill>
                <a:latin typeface="Yu Gothic"/>
                <a:ea typeface="Yu Gothic"/>
                <a:cs typeface="Yu Gothic"/>
              </a:defRPr>
            </a:lvl3pPr>
            <a:lvl4pPr>
              <a:buNone/>
              <a:defRPr sz="1875" b="1">
                <a:solidFill>
                  <a:srgbClr val="2876A8"/>
                </a:solidFill>
                <a:latin typeface="Yu Gothic"/>
                <a:ea typeface="Yu Gothic"/>
                <a:cs typeface="Yu Gothic"/>
              </a:defRPr>
            </a:lvl4pPr>
            <a:lvl5pPr>
              <a:buNone/>
              <a:defRPr sz="1875" b="1">
                <a:solidFill>
                  <a:srgbClr val="2876A8"/>
                </a:solidFill>
                <a:latin typeface="Yu Gothic"/>
                <a:ea typeface="Yu Gothic"/>
                <a:cs typeface="Yu Gothic"/>
              </a:defRPr>
            </a:lvl5pPr>
            <a:lvl6pPr>
              <a:buNone/>
              <a:defRPr sz="1875" b="1">
                <a:solidFill>
                  <a:srgbClr val="2876A8"/>
                </a:solidFill>
                <a:latin typeface="Yu Gothic"/>
                <a:ea typeface="Yu Gothic"/>
                <a:cs typeface="Yu Gothic"/>
              </a:defRPr>
            </a:lvl6pPr>
            <a:lvl7pPr>
              <a:buNone/>
              <a:defRPr sz="1875" b="1">
                <a:solidFill>
                  <a:srgbClr val="2876A8"/>
                </a:solidFill>
                <a:latin typeface="Yu Gothic"/>
                <a:ea typeface="Yu Gothic"/>
                <a:cs typeface="Yu Gothic"/>
              </a:defRPr>
            </a:lvl7pPr>
            <a:lvl8pPr>
              <a:buNone/>
              <a:defRPr sz="1875" b="1">
                <a:solidFill>
                  <a:srgbClr val="2876A8"/>
                </a:solidFill>
                <a:latin typeface="Yu Gothic"/>
                <a:ea typeface="Yu Gothic"/>
                <a:cs typeface="Yu Gothic"/>
              </a:defRPr>
            </a:lvl8pPr>
            <a:lvl9pPr>
              <a:buNone/>
              <a:defRPr sz="1875" b="1">
                <a:solidFill>
                  <a:srgbClr val="2876A8"/>
                </a:solidFill>
                <a:latin typeface="Yu Gothic"/>
                <a:ea typeface="Yu Gothic"/>
                <a:cs typeface="Yu Gothic"/>
              </a:defRPr>
            </a:lvl9pPr>
          </a:lstStyle>
          <a:p>
            <a:pPr>
              <a:buNone/>
              <a:defRPr sz="1875" b="1">
                <a:solidFill>
                  <a:srgbClr val="2876A8"/>
                </a:solidFill>
                <a:latin typeface="Yu Gothic"/>
                <a:ea typeface="Yu Gothic"/>
                <a:cs typeface="Yu Gothic"/>
              </a:defRPr>
            </a:pPr>
            <a:r>
              <a:rPr sz="1875" b="1">
                <a:solidFill>
                  <a:srgbClr val="2876A8"/>
                </a:solidFill>
                <a:latin typeface="Yu Gothic"/>
                <a:ea typeface="Yu Gothic"/>
                <a:cs typeface="Yu Gothic"/>
                <a:hlinkClick r:id="rId5"/>
              </a:rPr>
              <a:t>USDA Wood Handbook（2021）第8章 Fastenings</a:t>
            </a:r>
          </a:p>
        </p:txBody>
      </p:sp>
      <p:sp>
        <p:nvSpPr>
          <p:cNvPr id="10" name="正方形/長方形 9">
            <a:extLst>
              <a:ext uri="{FF2B5EF4-FFF2-40B4-BE49-F238E27FC236}">
                <a16:creationId xmlns:a16="http://schemas.microsoft.com/office/drawing/2014/main" id="{89CF63FF-9F3C-478A-B1BA-49335639EC2C}"/>
              </a:ext>
            </a:extLst>
          </p:cNvPr>
          <p:cNvSpPr>
            <a:spLocks noGrp="1"/>
          </p:cNvSpPr>
          <p:nvPr/>
        </p:nvSpPr>
        <p:spPr>
          <a:xfrm>
            <a:off x="838200" y="4200525"/>
            <a:ext cx="10477500" cy="257175"/>
          </a:xfrm>
          <a:prstGeom prst="rect">
            <a:avLst/>
          </a:prstGeom>
          <a:noFill/>
          <a:ln w="0">
            <a:noFill/>
          </a:ln>
        </p:spPr>
        <p:txBody>
          <a:bodyPr lIns="0" tIns="0" rIns="0" bIns="0" anchor="ctr">
            <a:noAutofit/>
          </a:bodyPr>
          <a:lstStyle>
            <a:defPPr>
              <a:defRPr sz="1275" b="0">
                <a:solidFill>
                  <a:srgbClr val="596875"/>
                </a:solidFill>
                <a:latin typeface="Yu Gothic"/>
                <a:ea typeface="Yu Gothic"/>
                <a:cs typeface="Yu Gothic"/>
              </a:defRPr>
            </a:defPPr>
            <a:lvl1pPr>
              <a:buNone/>
              <a:defRPr sz="1275" b="0">
                <a:solidFill>
                  <a:srgbClr val="596875"/>
                </a:solidFill>
                <a:latin typeface="Yu Gothic"/>
                <a:ea typeface="Yu Gothic"/>
                <a:cs typeface="Yu Gothic"/>
              </a:defRPr>
            </a:lvl1pPr>
            <a:lvl2pPr>
              <a:buNone/>
              <a:defRPr sz="1275" b="0">
                <a:solidFill>
                  <a:srgbClr val="596875"/>
                </a:solidFill>
                <a:latin typeface="Yu Gothic"/>
                <a:ea typeface="Yu Gothic"/>
                <a:cs typeface="Yu Gothic"/>
              </a:defRPr>
            </a:lvl2pPr>
            <a:lvl3pPr>
              <a:buNone/>
              <a:defRPr sz="1275" b="0">
                <a:solidFill>
                  <a:srgbClr val="596875"/>
                </a:solidFill>
                <a:latin typeface="Yu Gothic"/>
                <a:ea typeface="Yu Gothic"/>
                <a:cs typeface="Yu Gothic"/>
              </a:defRPr>
            </a:lvl3pPr>
            <a:lvl4pPr>
              <a:buNone/>
              <a:defRPr sz="1275" b="0">
                <a:solidFill>
                  <a:srgbClr val="596875"/>
                </a:solidFill>
                <a:latin typeface="Yu Gothic"/>
                <a:ea typeface="Yu Gothic"/>
                <a:cs typeface="Yu Gothic"/>
              </a:defRPr>
            </a:lvl4pPr>
            <a:lvl5pPr>
              <a:buNone/>
              <a:defRPr sz="1275" b="0">
                <a:solidFill>
                  <a:srgbClr val="596875"/>
                </a:solidFill>
                <a:latin typeface="Yu Gothic"/>
                <a:ea typeface="Yu Gothic"/>
                <a:cs typeface="Yu Gothic"/>
              </a:defRPr>
            </a:lvl5pPr>
            <a:lvl6pPr>
              <a:buNone/>
              <a:defRPr sz="1275" b="0">
                <a:solidFill>
                  <a:srgbClr val="596875"/>
                </a:solidFill>
                <a:latin typeface="Yu Gothic"/>
                <a:ea typeface="Yu Gothic"/>
                <a:cs typeface="Yu Gothic"/>
              </a:defRPr>
            </a:lvl6pPr>
            <a:lvl7pPr>
              <a:buNone/>
              <a:defRPr sz="1275" b="0">
                <a:solidFill>
                  <a:srgbClr val="596875"/>
                </a:solidFill>
                <a:latin typeface="Yu Gothic"/>
                <a:ea typeface="Yu Gothic"/>
                <a:cs typeface="Yu Gothic"/>
              </a:defRPr>
            </a:lvl7pPr>
            <a:lvl8pPr>
              <a:buNone/>
              <a:defRPr sz="1275" b="0">
                <a:solidFill>
                  <a:srgbClr val="596875"/>
                </a:solidFill>
                <a:latin typeface="Yu Gothic"/>
                <a:ea typeface="Yu Gothic"/>
                <a:cs typeface="Yu Gothic"/>
              </a:defRPr>
            </a:lvl8pPr>
            <a:lvl9pPr>
              <a:buNone/>
              <a:defRPr sz="1275" b="0">
                <a:solidFill>
                  <a:srgbClr val="596875"/>
                </a:solidFill>
                <a:latin typeface="Yu Gothic"/>
                <a:ea typeface="Yu Gothic"/>
                <a:cs typeface="Yu Gothic"/>
              </a:defRPr>
            </a:lvl9pPr>
          </a:lstStyle>
          <a:p>
            <a:pPr>
              <a:buNone/>
              <a:defRPr sz="1275" b="0">
                <a:solidFill>
                  <a:srgbClr val="596875"/>
                </a:solidFill>
                <a:latin typeface="Yu Gothic"/>
                <a:ea typeface="Yu Gothic"/>
                <a:cs typeface="Yu Gothic"/>
              </a:defRPr>
            </a:pPr>
            <a:r>
              <a:rPr sz="1275" b="0">
                <a:solidFill>
                  <a:srgbClr val="596875"/>
                </a:solidFill>
                <a:latin typeface="Yu Gothic"/>
                <a:ea typeface="Yu Gothic"/>
                <a:cs typeface="Yu Gothic"/>
              </a:rPr>
              <a:t>クリックして原資料へ。該当箇所・使い方は発表者ノートに記載。</a:t>
            </a:r>
          </a:p>
        </p:txBody>
      </p:sp>
    </p:spTree>
    <p:extLst>
      <p:ext uri="{BB962C8B-B14F-4D97-AF65-F5344CB8AC3E}">
        <p14:creationId xmlns:p14="http://schemas.microsoft.com/office/powerpoint/2010/main" val="2424665730"/>
      </p:ext>
    </p:extLst>
  </p:cSld>
  <p:clrMapOvr>
    <a:masterClrMapping/>
  </p:clrMapOvr>
</p:sld>
</file>

<file path=ppt/theme/theme1.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15708</Words>
  <Application>Microsoft Office PowerPoint</Application>
  <PresentationFormat>ユーザー設定</PresentationFormat>
  <Paragraphs>1218</Paragraphs>
  <Slides>57</Slides>
  <Notes>57</Notes>
  <HiddenSlides>0</HiddenSlides>
  <MMClips>0</MMClips>
  <ScaleCrop>false</ScaleCrop>
  <HeadingPairs>
    <vt:vector size="6" baseType="variant">
      <vt:variant>
        <vt:lpstr>使用されているフォント</vt:lpstr>
      </vt:variant>
      <vt:variant>
        <vt:i4>4</vt:i4>
      </vt:variant>
      <vt:variant>
        <vt:lpstr>テーマ</vt:lpstr>
      </vt:variant>
      <vt:variant>
        <vt:i4>1</vt:i4>
      </vt:variant>
      <vt:variant>
        <vt:lpstr>スライド タイトル</vt:lpstr>
      </vt:variant>
      <vt:variant>
        <vt:i4>57</vt:i4>
      </vt:variant>
    </vt:vector>
  </HeadingPairs>
  <TitlesOfParts>
    <vt:vector size="62" baseType="lpstr">
      <vt:lpstr>游ゴシック</vt:lpstr>
      <vt:lpstr>游ゴシック</vt:lpstr>
      <vt:lpstr>游ゴシック Light</vt:lpstr>
      <vt:lpstr>Arial</vt:lpstr>
      <vt:lpstr>Office テーマ</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米延 仁志</dc:creator>
  <cp:lastModifiedBy>米延 仁志</cp:lastModifiedBy>
  <cp:revision>1</cp:revision>
  <dcterms:created xsi:type="dcterms:W3CDTF">2026-10-31T05:45:49Z</dcterms:created>
  <dcterms:modified xsi:type="dcterms:W3CDTF">2026-10-31T05:45:49Z</dcterms:modified>
</cp:coreProperties>
</file>
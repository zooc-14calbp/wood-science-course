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v5_09_slide1.xml" ContentType="application/vnd.openxmlformats-officedocument.presentationml.slide+xml"/>
  <Override PartName="/ppt/slideLayouts/v5_09_slideLayout6.xml" ContentType="application/vnd.openxmlformats-officedocument.presentationml.slideLayout+xml"/>
  <Override PartName="/ppt/slideMasters/v5_09_slideMaster1.xml" ContentType="application/vnd.openxmlformats-officedocument.presentationml.slideMaster+xml"/>
  <Override PartName="/ppt/slideMasters/theme/v5_09_theme2.xml" ContentType="application/vnd.openxmlformats-officedocument.theme+xml"/>
  <Override PartName="/ppt/slideLayouts/v5_09_slideLayout1.xml" ContentType="application/vnd.openxmlformats-officedocument.presentationml.slideLayout+xml"/>
  <Override PartName="/ppt/slideLayouts/v5_09_slideLayout2.xml" ContentType="application/vnd.openxmlformats-officedocument.presentationml.slideLayout+xml"/>
  <Override PartName="/ppt/slideLayouts/v5_09_slideLayout3.xml" ContentType="application/vnd.openxmlformats-officedocument.presentationml.slideLayout+xml"/>
  <Override PartName="/ppt/slideLayouts/v5_09_slideLayout4.xml" ContentType="application/vnd.openxmlformats-officedocument.presentationml.slideLayout+xml"/>
  <Override PartName="/ppt/slideLayouts/v5_09_slideLayout5.xml" ContentType="application/vnd.openxmlformats-officedocument.presentationml.slideLayout+xml"/>
  <Override PartName="/ppt/notesSlides/v5_09_notesSlide1.xml" ContentType="application/vnd.openxmlformats-officedocument.presentationml.notesSlide+xml"/>
  <Override PartName="/ppt/slides/v5_09_slide2.xml" ContentType="application/vnd.openxmlformats-officedocument.presentationml.slide+xml"/>
  <Override PartName="/ppt/notesSlides/v5_09_notesSlide2.xml" ContentType="application/vnd.openxmlformats-officedocument.presentationml.notesSlide+xml"/>
  <Override PartName="/ppt/slides/v5_09_slide3.xml" ContentType="application/vnd.openxmlformats-officedocument.presentationml.slide+xml"/>
  <Override PartName="/ppt/notesSlides/v5_09_notesSlide3.xml" ContentType="application/vnd.openxmlformats-officedocument.presentationml.notesSlide+xml"/>
  <Override PartName="/ppt/slides/v5_09_slide4.xml" ContentType="application/vnd.openxmlformats-officedocument.presentationml.slide+xml"/>
  <Override PartName="/ppt/notesSlides/v5_09_notesSlide4.xml" ContentType="application/vnd.openxmlformats-officedocument.presentationml.notesSlide+xml"/>
  <Override PartName="/ppt/slides/v5_09_slide5.xml" ContentType="application/vnd.openxmlformats-officedocument.presentationml.slide+xml"/>
  <Override PartName="/ppt/notesSlides/v5_09_notesSlide5.xml" ContentType="application/vnd.openxmlformats-officedocument.presentationml.notesSlide+xml"/>
  <Override PartName="/ppt/slides/v5_09_slide6.xml" ContentType="application/vnd.openxmlformats-officedocument.presentationml.slide+xml"/>
  <Override PartName="/ppt/notesSlides/v5_09_notesSlide6.xml" ContentType="application/vnd.openxmlformats-officedocument.presentationml.notesSlide+xml"/>
  <Override PartName="/ppt/slides/v5_09_slide7.xml" ContentType="application/vnd.openxmlformats-officedocument.presentationml.slide+xml"/>
  <Override PartName="/ppt/notesSlides/v5_09_notesSlide7.xml" ContentType="application/vnd.openxmlformats-officedocument.presentationml.notesSlide+xml"/>
  <Override PartName="/ppt/slides/v5_09_slide8.xml" ContentType="application/vnd.openxmlformats-officedocument.presentationml.slide+xml"/>
  <Override PartName="/ppt/notesSlides/v5_09_notesSlide8.xml" ContentType="application/vnd.openxmlformats-officedocument.presentationml.notesSlide+xml"/>
  <Override PartName="/ppt/slides/v5_09_slide9.xml" ContentType="application/vnd.openxmlformats-officedocument.presentationml.slide+xml"/>
  <Override PartName="/ppt/notesSlides/v5_09_notesSlide9.xml" ContentType="application/vnd.openxmlformats-officedocument.presentationml.notesSlide+xml"/>
  <Override PartName="/ppt/slides/v5_09_slide10.xml" ContentType="application/vnd.openxmlformats-officedocument.presentationml.slide+xml"/>
  <Override PartName="/ppt/notesSlides/v5_09_notesSlide10.xml" ContentType="application/vnd.openxmlformats-officedocument.presentationml.notesSlide+xml"/>
  <Override PartName="/ppt/slides/v5_09_slide11.xml" ContentType="application/vnd.openxmlformats-officedocument.presentationml.slide+xml"/>
  <Override PartName="/ppt/notesSlides/v5_09_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1e36dec354987" /><Relationship Type="http://schemas.openxmlformats.org/officeDocument/2006/relationships/extended-properties" Target="/docProps/app.xml" Id="Rd94085464f72445a" /><Relationship Type="http://schemas.openxmlformats.org/officeDocument/2006/relationships/officeDocument" Target="/ppt/presentation.xml" Id="R2e9d890bc0b149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acb9082fc45c9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bd3a999741ca4ae8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  <p:sldId xmlns:r="http://schemas.openxmlformats.org/officeDocument/2006/relationships" id="531" r:id="rIdV5Slid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169d44ff8a141bd"/><Relationship Type="http://schemas.openxmlformats.org/officeDocument/2006/relationships/slideMaster" Target="/ppt/slideMasters/slideMaster1.xml" Id="R8f7acb9082fc45c9"/><Relationship Type="http://schemas.openxmlformats.org/officeDocument/2006/relationships/notesMaster" Target="/ppt/notesMasters/notesMaster1.xml" Id="Rbd3a999741ca4ae8"/><Relationship Type="http://schemas.openxmlformats.org/officeDocument/2006/relationships/presProps" Target="/ppt/presProps.xml" Id="R5e2bd76e2a504460"/><Relationship Type="http://schemas.openxmlformats.org/officeDocument/2006/relationships/tableStyles" Target="/ppt/tableStyles.xml" Id="R25ad16d518d84860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09_slide1.xml"/><Relationship Id="rIdV5Slide4" Type="http://schemas.openxmlformats.org/officeDocument/2006/relationships/slide" Target="slides/v5_09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09_slide3.xml"/><Relationship Id="rIdV5Slide7" Type="http://schemas.openxmlformats.org/officeDocument/2006/relationships/slide" Target="slides/v5_09_slide4.xml"/><Relationship Id="rIdV5Slide8" Type="http://schemas.openxmlformats.org/officeDocument/2006/relationships/slide" Target="slides/slide8.xml"/><Relationship Id="rIdV5Slide9" Type="http://schemas.openxmlformats.org/officeDocument/2006/relationships/slide" Target="slides/slide9.xml"/><Relationship Id="rIdV5Slide10" Type="http://schemas.openxmlformats.org/officeDocument/2006/relationships/slide" Target="slides/v5_09_slide5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09_slide6.xml"/><Relationship Id="rIdV5Slide13" Type="http://schemas.openxmlformats.org/officeDocument/2006/relationships/slide" Target="slides/slide13.xml"/><Relationship Id="rIdV5Slide14" Type="http://schemas.openxmlformats.org/officeDocument/2006/relationships/slide" Target="slides/v5_09_slide7.xml"/><Relationship Id="rIdV5Slide15" Type="http://schemas.openxmlformats.org/officeDocument/2006/relationships/slide" Target="slides/v5_09_slide8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v5_09_slide9.xml"/><Relationship Id="rIdV5Slide19" Type="http://schemas.openxmlformats.org/officeDocument/2006/relationships/slide" Target="slides/v5_09_slide10.xml"/><Relationship Id="rIdV5Slide20" Type="http://schemas.openxmlformats.org/officeDocument/2006/relationships/slide" Target="slides/v5_09_slide11.xml"/><Relationship Id="rIdV5Master0" Type="http://schemas.openxmlformats.org/officeDocument/2006/relationships/slideMaster" Target="slideMasters/v5_09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2ef7e4e87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20b9c3c1f8491b" /><Relationship Type="http://schemas.openxmlformats.org/officeDocument/2006/relationships/notesMaster" Target="/ppt/notesMasters/notesMaster1.xml" Id="R88faf703ddc6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348f3e158c4205" /><Relationship Type="http://schemas.openxmlformats.org/officeDocument/2006/relationships/notesMaster" Target="/ppt/notesMasters/notesMaster1.xml" Id="R23ba5826e5e848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d133ca6e054cdc" /><Relationship Type="http://schemas.openxmlformats.org/officeDocument/2006/relationships/notesMaster" Target="/ppt/notesMasters/notesMaster1.xml" Id="R7c912d1b5dc144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6b37931dea41f2" /><Relationship Type="http://schemas.openxmlformats.org/officeDocument/2006/relationships/notesMaster" Target="/ppt/notesMasters/notesMaster1.xml" Id="R02890806d75148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abfe6082f74f9a" /><Relationship Type="http://schemas.openxmlformats.org/officeDocument/2006/relationships/notesMaster" Target="/ppt/notesMasters/notesMaster1.xml" Id="R7fc9373d07db47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62aa0d7d8048e3" /><Relationship Type="http://schemas.openxmlformats.org/officeDocument/2006/relationships/notesMaster" Target="/ppt/notesMasters/notesMaster1.xml" Id="R59e24f558f214d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4d45eba1cd4652" /><Relationship Type="http://schemas.openxmlformats.org/officeDocument/2006/relationships/notesMaster" Target="/ppt/notesMasters/notesMaster1.xml" Id="Rfec935af360545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ef75da66144f40" /><Relationship Type="http://schemas.openxmlformats.org/officeDocument/2006/relationships/notesMaster" Target="/ppt/notesMasters/notesMaster1.xml" Id="Rbaa0f1a56ad645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9f96ef271f45e8" /><Relationship Type="http://schemas.openxmlformats.org/officeDocument/2006/relationships/notesMaster" Target="/ppt/notesMasters/notesMaster1.xml" Id="R074185d6ffc24c1c" /></Relationships>
</file>

<file path=ppt/notesSlides/_rels/v5_09_notesSlide1.xml.rels><?xml version='1.0' encoding='UTF-8' standalone='yes'?>
<Relationships xmlns="http://schemas.openxmlformats.org/package/2006/relationships"><Relationship Type="http://schemas.openxmlformats.org/officeDocument/2006/relationships/slide" Target="../slides/v5_09_slide1.xml" Id="R49819c93a8ac462b"/><Relationship Type="http://schemas.openxmlformats.org/officeDocument/2006/relationships/notesMaster" Target="../notesMasters/notesMaster1.xml" Id="Rff8bb9a321bb4ea7"/></Relationships>
</file>

<file path=ppt/notesSlides/_rels/v5_09_notesSlide2.xml.rels><?xml version='1.0' encoding='UTF-8' standalone='yes'?>
<Relationships xmlns="http://schemas.openxmlformats.org/package/2006/relationships"><Relationship Type="http://schemas.openxmlformats.org/officeDocument/2006/relationships/slide" Target="../slides/v5_09_slide2.xml" Id="R9aa9a7337f5c4dcd"/><Relationship Type="http://schemas.openxmlformats.org/officeDocument/2006/relationships/notesMaster" Target="../notesMasters/notesMaster1.xml" Id="R0599b47db1b946bf"/></Relationships>
</file>

<file path=ppt/notesSlides/_rels/v5_09_notesSlide3.xml.rels><?xml version='1.0' encoding='UTF-8' standalone='yes'?>
<Relationships xmlns="http://schemas.openxmlformats.org/package/2006/relationships"><Relationship Type="http://schemas.openxmlformats.org/officeDocument/2006/relationships/slide" Target="../slides/v5_09_slide3.xml" Id="Rcf09857c88a84e59"/><Relationship Type="http://schemas.openxmlformats.org/officeDocument/2006/relationships/notesMaster" Target="../notesMasters/notesMaster1.xml" Id="R000c049b303049cb"/></Relationships>
</file>

<file path=ppt/notesSlides/_rels/v5_09_notesSlide4.xml.rels><?xml version='1.0' encoding='UTF-8' standalone='yes'?>
<Relationships xmlns="http://schemas.openxmlformats.org/package/2006/relationships"><Relationship Type="http://schemas.openxmlformats.org/officeDocument/2006/relationships/slide" Target="../slides/v5_09_slide4.xml" Id="R1885f3d6484a45a6"/><Relationship Type="http://schemas.openxmlformats.org/officeDocument/2006/relationships/notesMaster" Target="../notesMasters/notesMaster1.xml" Id="R00c24c93fc3f4829"/></Relationships>
</file>

<file path=ppt/notesSlides/_rels/v5_09_notesSlide5.xml.rels><?xml version='1.0' encoding='UTF-8' standalone='yes'?>
<Relationships xmlns="http://schemas.openxmlformats.org/package/2006/relationships"><Relationship Type="http://schemas.openxmlformats.org/officeDocument/2006/relationships/slide" Target="../slides/v5_09_slide5.xml" Id="Ra160f9dcac1a4c2b"/><Relationship Type="http://schemas.openxmlformats.org/officeDocument/2006/relationships/notesMaster" Target="../notesMasters/notesMaster1.xml" Id="Raf97ae1f120a4e7f"/></Relationships>
</file>

<file path=ppt/notesSlides/_rels/v5_09_notesSlide6.xml.rels><?xml version='1.0' encoding='UTF-8' standalone='yes'?>
<Relationships xmlns="http://schemas.openxmlformats.org/package/2006/relationships"><Relationship Type="http://schemas.openxmlformats.org/officeDocument/2006/relationships/slide" Target="../slides/v5_09_slide6.xml" Id="R58b62b85860c43ed"/><Relationship Type="http://schemas.openxmlformats.org/officeDocument/2006/relationships/notesMaster" Target="../notesMasters/notesMaster1.xml" Id="R6a0b6af0c58846d6"/></Relationships>
</file>

<file path=ppt/notesSlides/_rels/v5_09_notesSlide7.xml.rels><?xml version='1.0' encoding='UTF-8' standalone='yes'?>
<Relationships xmlns="http://schemas.openxmlformats.org/package/2006/relationships"><Relationship Type="http://schemas.openxmlformats.org/officeDocument/2006/relationships/slide" Target="../slides/v5_09_slide7.xml" Id="R890ec6bd1c0f4e32"/><Relationship Type="http://schemas.openxmlformats.org/officeDocument/2006/relationships/notesMaster" Target="../notesMasters/notesMaster1.xml" Id="R1367c105c3e64ef4"/></Relationships>
</file>

<file path=ppt/notesSlides/_rels/v5_09_notesSlide8.xml.rels><?xml version='1.0' encoding='UTF-8' standalone='yes'?>
<Relationships xmlns="http://schemas.openxmlformats.org/package/2006/relationships"><Relationship Type="http://schemas.openxmlformats.org/officeDocument/2006/relationships/slide" Target="../slides/v5_09_slide8.xml" Id="Re583536927c04452"/><Relationship Type="http://schemas.openxmlformats.org/officeDocument/2006/relationships/notesMaster" Target="../notesMasters/notesMaster1.xml" Id="R771b5a0797324cd4"/></Relationships>
</file>

<file path=ppt/notesSlides/_rels/v5_09_notesSlide9.xml.rels><?xml version='1.0' encoding='UTF-8' standalone='yes'?>
<Relationships xmlns="http://schemas.openxmlformats.org/package/2006/relationships"><Relationship Type="http://schemas.openxmlformats.org/officeDocument/2006/relationships/slide" Target="../slides/v5_09_slide9.xml" Id="R4c047fcf2a514994"/><Relationship Type="http://schemas.openxmlformats.org/officeDocument/2006/relationships/notesMaster" Target="../notesMasters/notesMaster1.xml" Id="R1935cfc7f6e04598"/></Relationships>
</file>

<file path=ppt/notesSlides/_rels/v5_09_notesSlide10.xml.rels><?xml version='1.0' encoding='UTF-8' standalone='yes'?>
<Relationships xmlns="http://schemas.openxmlformats.org/package/2006/relationships"><Relationship Type="http://schemas.openxmlformats.org/officeDocument/2006/relationships/slide" Target="../slides/v5_09_slide10.xml" Id="R60deb409fe0c4fba"/><Relationship Type="http://schemas.openxmlformats.org/officeDocument/2006/relationships/notesMaster" Target="../notesMasters/notesMaster1.xml" Id="R11c342bd23904804"/></Relationships>
</file>

<file path=ppt/notesSlides/_rels/v5_09_notesSlide11.xml.rels><?xml version='1.0' encoding='UTF-8' standalone='yes'?>
<Relationships xmlns="http://schemas.openxmlformats.org/package/2006/relationships"><Relationship Type="http://schemas.openxmlformats.org/officeDocument/2006/relationships/slide" Target="../slides/v5_09_slide11.xml" Id="Rffca7ca557c54b72"/><Relationship Type="http://schemas.openxmlformats.org/officeDocument/2006/relationships/notesMaster" Target="../notesMasters/notesMaster1.xml" Id="Rf536ec4eba1040e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9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第4章 https://research.fs.usda.gov/treesearch/62243</a:t>
            </a:r>
          </a:p>
          <a:p xmlns:a="http://schemas.openxmlformats.org/drawingml/2006/main">
            <a:r>
              <a:t>Wood Handbook 2021 第13章 https://research.fs.usda.gov/treesearch/62261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8069135464c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40d42ce2949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4ef8f3c9041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eadc842be4d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3805b6e9e41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2d61daa9d42a0" /></Relationships>
</file>

<file path=ppt/slideLayouts/_rels/v5_09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9_slideMaster1.xml" Id="R1bf6617bde164b72"/></Relationships>
</file>

<file path=ppt/slideLayouts/_rels/v5_09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9_slideMaster1.xml" Id="R06f38b4c88c045fd"/></Relationships>
</file>

<file path=ppt/slideLayouts/_rels/v5_09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9_slideMaster1.xml" Id="R8502ed1667db495a"/></Relationships>
</file>

<file path=ppt/slideLayouts/_rels/v5_09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9_slideMaster1.xml" Id="R03afd316e1304f5c"/></Relationships>
</file>

<file path=ppt/slideLayouts/_rels/v5_09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9_slideMaster1.xml" Id="R887392af94f54675"/></Relationships>
</file>

<file path=ppt/slideLayouts/_rels/v5_09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9_slideMaster1.xml" Id="R57cd5c65ccb5499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9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0FED82-B6A8-49C3-91E5-1E45F5056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1B9FFC-1B93-4EAB-BC0C-9556A03747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9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5061BF-F5DF-4200-93EA-87A1A0023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9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724DA0-3291-43C8-949E-1122386F7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2A565D-1815-421E-AD26-996C6F28A0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9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83C2DD-1D0F-4767-9366-AFA192EF8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A58AB8-41B3-4778-93DA-67B002521A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80320C-3757-4211-9351-5FDD887791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9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BA297B-E582-4F5B-9BC9-B2FFC0C94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778A22-6F84-4FB2-B10E-B5AD6B12E8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9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ab9fcea0294d3a" /><Relationship Type="http://schemas.openxmlformats.org/officeDocument/2006/relationships/slideLayout" Target="/ppt/slideLayouts/slideLayout1.xml" Id="R648b5d65fe8d4b41" /><Relationship Type="http://schemas.openxmlformats.org/officeDocument/2006/relationships/slideLayout" Target="/ppt/slideLayouts/slideLayout2.xml" Id="Rb3590571e1694615" /><Relationship Type="http://schemas.openxmlformats.org/officeDocument/2006/relationships/slideLayout" Target="/ppt/slideLayouts/slideLayout3.xml" Id="R3d7c38285352473f" /><Relationship Type="http://schemas.openxmlformats.org/officeDocument/2006/relationships/slideLayout" Target="/ppt/slideLayouts/slideLayout4.xml" Id="Re91d9d626b494fc4" /><Relationship Type="http://schemas.openxmlformats.org/officeDocument/2006/relationships/slideLayout" Target="/ppt/slideLayouts/slideLayout5.xml" Id="Rbb769ff12a3848a6" /><Relationship Type="http://schemas.openxmlformats.org/officeDocument/2006/relationships/slideLayout" Target="/ppt/slideLayouts/slideLayout6.xml" Id="R9dcb8e1dc9f8490a" /></Relationships>
</file>

<file path=ppt/slideMasters/_rels/v5_09_slideMaster1.xml.rels><?xml version='1.0' encoding='UTF-8' standalone='yes'?>
<Relationships xmlns="http://schemas.openxmlformats.org/package/2006/relationships"><Relationship Type="http://schemas.openxmlformats.org/officeDocument/2006/relationships/theme" Target="theme/v5_09_theme2.xml" Id="R6a3124b65be9417a"/><Relationship Type="http://schemas.openxmlformats.org/officeDocument/2006/relationships/slideLayout" Target="../slideLayouts/v5_09_slideLayout1.xml" Id="Ra9d7968b6c3e41f4"/><Relationship Type="http://schemas.openxmlformats.org/officeDocument/2006/relationships/slideLayout" Target="../slideLayouts/v5_09_slideLayout2.xml" Id="R8683bd4849994cc1"/><Relationship Type="http://schemas.openxmlformats.org/officeDocument/2006/relationships/slideLayout" Target="../slideLayouts/v5_09_slideLayout3.xml" Id="Rdfa575c4722241cb"/><Relationship Type="http://schemas.openxmlformats.org/officeDocument/2006/relationships/slideLayout" Target="../slideLayouts/v5_09_slideLayout4.xml" Id="R50415e9dd7524bd1"/><Relationship Type="http://schemas.openxmlformats.org/officeDocument/2006/relationships/slideLayout" Target="../slideLayouts/v5_09_slideLayout5.xml" Id="R24cd6e90ddf64f77"/><Relationship Type="http://schemas.openxmlformats.org/officeDocument/2006/relationships/slideLayout" Target="../slideLayouts/v5_09_slideLayout6.xml" Id="R77898ad71d4c4d83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b5d65fe8d4b41"/>
    <p:sldLayoutId xmlns:r="http://schemas.openxmlformats.org/officeDocument/2006/relationships" id="2147483650" r:id="Rb3590571e1694615"/>
    <p:sldLayoutId xmlns:r="http://schemas.openxmlformats.org/officeDocument/2006/relationships" id="2147483651" r:id="R3d7c38285352473f"/>
    <p:sldLayoutId xmlns:r="http://schemas.openxmlformats.org/officeDocument/2006/relationships" id="2147483652" r:id="Re91d9d626b494fc4"/>
    <p:sldLayoutId xmlns:r="http://schemas.openxmlformats.org/officeDocument/2006/relationships" id="2147483653" r:id="Rbb769ff12a3848a6"/>
    <p:sldLayoutId xmlns:r="http://schemas.openxmlformats.org/officeDocument/2006/relationships" id="2147483654" r:id="R9dcb8e1dc9f8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9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9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a9d7968b6c3e41f4"/>
    <p:sldLayoutId xmlns:r="http://schemas.openxmlformats.org/officeDocument/2006/relationships" id="2147483657" r:id="R8683bd4849994cc1"/>
    <p:sldLayoutId xmlns:r="http://schemas.openxmlformats.org/officeDocument/2006/relationships" id="2147483658" r:id="Rdfa575c4722241cb"/>
    <p:sldLayoutId xmlns:r="http://schemas.openxmlformats.org/officeDocument/2006/relationships" id="2147483659" r:id="R50415e9dd7524bd1"/>
    <p:sldLayoutId xmlns:r="http://schemas.openxmlformats.org/officeDocument/2006/relationships" id="2147483660" r:id="R24cd6e90ddf64f77"/>
    <p:sldLayoutId xmlns:r="http://schemas.openxmlformats.org/officeDocument/2006/relationships" id="2147483661" r:id="R77898ad71d4c4d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b47a5343743e6" /><Relationship Type="http://schemas.openxmlformats.org/officeDocument/2006/relationships/notesSlide" Target="/ppt/notesSlides/notesSlide1.xml" Id="Rb59303e4d212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a308147de4692" /><Relationship Type="http://schemas.openxmlformats.org/officeDocument/2006/relationships/notesSlide" Target="/ppt/notesSlides/notesSlide2.xml" Id="R53cb21aa9a414a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396daf95c4ade" /><Relationship Type="http://schemas.openxmlformats.org/officeDocument/2006/relationships/notesSlide" Target="/ppt/notesSlides/notesSlide5.xml" Id="Rc1e2b5d2b38e4f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cd0c5f1134f07" /><Relationship Type="http://schemas.openxmlformats.org/officeDocument/2006/relationships/notesSlide" Target="/ppt/notesSlides/notesSlide8.xml" Id="R9fb037f6008842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41eef6a814be5" /><Relationship Type="http://schemas.openxmlformats.org/officeDocument/2006/relationships/notesSlide" Target="/ppt/notesSlides/notesSlide9.xml" Id="R9d2412f294264d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308bd57454ad5" /><Relationship Type="http://schemas.openxmlformats.org/officeDocument/2006/relationships/notesSlide" Target="/ppt/notesSlides/notesSlide11.xml" Id="R43c3d4824f094d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8d85205964b42" /><Relationship Type="http://schemas.openxmlformats.org/officeDocument/2006/relationships/notesSlide" Target="/ppt/notesSlides/notesSlide13.xml" Id="Rdda10300dda044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c588abd0c45c8" /><Relationship Type="http://schemas.openxmlformats.org/officeDocument/2006/relationships/notesSlide" Target="/ppt/notesSlides/notesSlide16.xml" Id="R8f2ae3de049245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780aeef9a40aa" /><Relationship Type="http://schemas.openxmlformats.org/officeDocument/2006/relationships/notesSlide" Target="/ppt/notesSlides/notesSlide17.xml" Id="R7cce5417c37b4ce9" /></Relationships>
</file>

<file path=ppt/slides/_rels/v5_09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21b2d024de924094"/><Relationship Type="http://schemas.openxmlformats.org/officeDocument/2006/relationships/notesSlide" Target="../notesSlides/v5_09_notesSlide1.xml" Id="R0d5f9701189e4914"/></Relationships>
</file>

<file path=ppt/slides/_rels/v5_09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a469b4314d694310"/><Relationship Type="http://schemas.openxmlformats.org/officeDocument/2006/relationships/notesSlide" Target="../notesSlides/v5_09_notesSlide2.xml" Id="R2c78c634e7c7496e"/></Relationships>
</file>

<file path=ppt/slides/_rels/v5_09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bc05c1a10aa44376"/><Relationship Type="http://schemas.openxmlformats.org/officeDocument/2006/relationships/notesSlide" Target="../notesSlides/v5_09_notesSlide3.xml" Id="R0ab7859ac80e4bab"/></Relationships>
</file>

<file path=ppt/slides/_rels/v5_09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d8da64bd029e437d"/><Relationship Type="http://schemas.openxmlformats.org/officeDocument/2006/relationships/notesSlide" Target="../notesSlides/v5_09_notesSlide4.xml" Id="R6a2a1a9e4a7a4722"/></Relationships>
</file>

<file path=ppt/slides/_rels/v5_09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0b9920f010644050"/><Relationship Type="http://schemas.openxmlformats.org/officeDocument/2006/relationships/notesSlide" Target="../notesSlides/v5_09_notesSlide5.xml" Id="R4a8bd0fdae3e4372"/></Relationships>
</file>

<file path=ppt/slides/_rels/v5_09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ebb49a02530c47b0"/><Relationship Type="http://schemas.openxmlformats.org/officeDocument/2006/relationships/notesSlide" Target="../notesSlides/v5_09_notesSlide6.xml" Id="Rea2c977f564f46b0"/></Relationships>
</file>

<file path=ppt/slides/_rels/v5_09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f51600096f45489e"/><Relationship Type="http://schemas.openxmlformats.org/officeDocument/2006/relationships/notesSlide" Target="../notesSlides/v5_09_notesSlide7.xml" Id="R82a05b8745514d45"/></Relationships>
</file>

<file path=ppt/slides/_rels/v5_09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9e01a1af8bae4084"/><Relationship Type="http://schemas.openxmlformats.org/officeDocument/2006/relationships/notesSlide" Target="../notesSlides/v5_09_notesSlide8.xml" Id="Re0e330bdb7c34483"/></Relationships>
</file>

<file path=ppt/slides/_rels/v5_09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dc189381ee584797"/><Relationship Type="http://schemas.openxmlformats.org/officeDocument/2006/relationships/notesSlide" Target="../notesSlides/v5_09_notesSlide9.xml" Id="R3b1644d8f08b4abc"/></Relationships>
</file>

<file path=ppt/slides/_rels/v5_09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6d1efcad1fc14a48"/><Relationship Type="http://schemas.openxmlformats.org/officeDocument/2006/relationships/notesSlide" Target="../notesSlides/v5_09_notesSlide10.xml" Id="Rdd38e0e0c21d445e"/></Relationships>
</file>

<file path=ppt/slides/_rels/v5_09_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9_slideLayout6.xml" Id="R481b2a10eac94e4b"/><Relationship Type="http://schemas.openxmlformats.org/officeDocument/2006/relationships/notesSlide" Target="../notesSlides/v5_09_notesSlide11.xml" Id="Ra0bc43ce57ba4ac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7EDBA-9E5D-4EED-83CD-6CC7773C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第9回　水分と寸法変化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E0748-C40C-4BF0-93EB-377B86B2E5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90026-4DBF-4633-948C-5E07D2D0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D2C53-2D7A-4B2E-A643-D93A1B4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CF995-AC60-440E-AAE6-52132D38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超微細構造と水分・寸法変化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6CFDC-6965-4AB3-920F-6CE7225D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細胞壁内の水分変化を膨潤・収縮と結び付け、配向と組織から寸法変化の異方性を説明する。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1849191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BC1A9-6356-4971-B648-234929D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D91F3-A4D3-4EF3-AAED-8F59A18029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BCF96-87E0-48CA-ADB5-1E9FD2FC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F457C-41CB-455C-AFD5-BA562F5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C552F-B0F8-44F3-A2A9-5989CE15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細胞壁は、成分と配向をもつ複合体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9D3FA-A551-4E71-9880-7150A48E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内腔の水と、壁内部の水を区別した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1EDC2-6DEB-455F-B8D2-CE75EDB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今日は、壁の水と寸法・乾燥を結び付ける</a:t>
            </a:r>
          </a:p>
        </p:txBody>
      </p:sp>
    </p:spTree>
    <p:extLst>
      <p:ext uri="{BB962C8B-B14F-4D97-AF65-F5344CB8AC3E}">
        <p14:creationId xmlns:p14="http://schemas.microsoft.com/office/powerpoint/2010/main" val="211781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6F634-0D1D-42FC-9C35-EF66144E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細胞壁内の水と自由水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1F7BB-B674-46C6-B454-B3C609163D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45A52-BE54-491C-9065-0BB2FDB8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D7926-FE06-49F7-9DB6-0824058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BCFD8-2CEA-41A0-9683-A74E6AA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E6"/>
          </a:solidFill>
          <a:ln xmlns:a="http://schemas.openxmlformats.org/drawingml/2006/main" w="14288">
            <a:solidFill>
              <a:srgbClr val="087E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0AD06-38E4-4E5D-99F9-EA0297BE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28875"/>
            <a:ext cx="3619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E55F7-A853-4C2E-967C-559911AC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3619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DED"/>
          </a:solidFill>
          <a:ln xmlns:a="http://schemas.openxmlformats.org/drawingml/2006/main" w="14288">
            <a:solidFill>
              <a:srgbClr val="245C9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7AFAC-10CB-49B2-943A-2C8CAAD5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33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壁内の水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EA23D-BF7B-4430-A800-BC70C7BB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52875"/>
            <a:ext cx="3600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内腔等の自由水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A0EE0-DD6E-4A75-B02B-513530C3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水の所在を分ける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D9BD1-C8C8-4892-8CB8-58F43F76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壁の成分との相互作用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4685E-0F64-442D-968E-FFA61CB3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水分変化と寸法を結ぶ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BE074-30AE-4AA6-8373-1E8EAA58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水量と寸法比は模式的</a:t>
            </a:r>
          </a:p>
        </p:txBody>
      </p:sp>
    </p:spTree>
    <p:extLst>
      <p:ext uri="{BB962C8B-B14F-4D97-AF65-F5344CB8AC3E}">
        <p14:creationId xmlns:p14="http://schemas.microsoft.com/office/powerpoint/2010/main" val="57531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BD441-1A52-4ABC-ADE5-5456227E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三方向の収縮率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60800-3FBE-4BDC-B578-8D02887DB4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497F3-E47E-4F90-8754-48A2C3B1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63211-63DC-4C32-A94C-E935A2D5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7F36E-8FEF-423A-A495-9965F41E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方向別の収縮率を求める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7EAFA-A511-488A-99D9-9DED5272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T方向に幅200 mmなら、同区間で何mm縮む？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A96AF-5342-4690-AF5E-330A68AE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初めの値を基準にする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AF22B-7552-4399-BFB8-E213856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湿度が少し変わる日常環境へ、そのまま適用するか？</a:t>
            </a:r>
          </a:p>
        </p:txBody>
      </p:sp>
    </p:spTree>
    <p:extLst>
      <p:ext uri="{BB962C8B-B14F-4D97-AF65-F5344CB8AC3E}">
        <p14:creationId xmlns:p14="http://schemas.microsoft.com/office/powerpoint/2010/main" val="187221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41C75-D845-4277-8047-BCE567F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三方向の収縮率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7B1E5-5E15-4E45-8E11-C8C7D8F6C8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52CD1-81A2-4975-A158-493D0E71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2C71D-9F13-4B93-A4BD-0B4EF07B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6D97A-E88E-46E3-B451-1AB88AC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T：6.0％、R：3.0％、L：0.2％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2486B-2173-48C2-8A75-16F73A3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同じ仮定なら200×0.06 = 12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518B2-386D-405F-B86C-55AAAA4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乾燥区間・樹種・方向をそろえる必要がある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EBFBC-34C0-439E-A2E9-CD58D513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全乾までの収縮率を、日常の変化へ直結しない</a:t>
            </a:r>
          </a:p>
        </p:txBody>
      </p:sp>
    </p:spTree>
    <p:extLst>
      <p:ext uri="{BB962C8B-B14F-4D97-AF65-F5344CB8AC3E}">
        <p14:creationId xmlns:p14="http://schemas.microsoft.com/office/powerpoint/2010/main" val="1872870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59EEA-19FF-4981-8737-4982DC9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方向差と寸法変化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63848-D410-4AA5-9DFE-E1FFCE8440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27E01-8D34-42AC-905D-F6D1E3D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63102-0996-40C1-AA47-2734DDCD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AFC2-7576-4693-8451-D60F702A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5381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F2EAD-246A-47F7-B73F-17CC58F817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04875" y="4048125"/>
            <a:ext cx="12858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58596-EF90-4C1F-BA4E-EBC513C122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0750" y="4305300"/>
            <a:ext cx="142875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992C1-9B5D-4941-9A16-29FA55438BA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619500" y="4305300"/>
            <a:ext cx="138112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C5A3C-FD5D-4F9C-9F40-80EE30C3130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00625" y="4048125"/>
            <a:ext cx="12858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8F11E-7EC8-46D5-89F9-EA51BA5F2D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04875" y="4238625"/>
            <a:ext cx="12858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3C0FF-8C37-4150-8017-6DDEF21804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0750" y="4495800"/>
            <a:ext cx="142875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797A0-DF4E-4336-962A-5D64B59C250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619500" y="4495800"/>
            <a:ext cx="138112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F2F84-87B1-4A0A-8D69-31922D54942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00625" y="4238625"/>
            <a:ext cx="12858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0868D-50B0-4AD7-A635-E3BCB490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B55D09"/>
                </a:solidFill>
                <a:latin typeface="Yu Gothic"/>
                <a:ea typeface="Yu Gothic"/>
                <a:cs typeface="Yu Gothic"/>
              </a:rPr>
              <a:t>乾燥前の例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E54C4-AD46-4D62-9DB2-FCB69A77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673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変形の概念図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94B5F-AE10-4C1A-8779-98F822B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方向別の収縮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B09F1-3447-4F3F-B0F0-2C5CAFC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木取りと年輪の位置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A971F-E039-4BF2-9C3F-DB106F82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水分分布と拘束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DD601-F191-4F68-BBE0-7C1D3B09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反りの量・向きは条件による</a:t>
            </a:r>
          </a:p>
        </p:txBody>
      </p:sp>
    </p:spTree>
    <p:extLst>
      <p:ext uri="{BB962C8B-B14F-4D97-AF65-F5344CB8AC3E}">
        <p14:creationId xmlns:p14="http://schemas.microsoft.com/office/powerpoint/2010/main" val="973730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BA730-D31C-426C-985F-62E907A2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扉の反りと接合の改善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317D4-8E23-4807-B7DC-A0CF3EC4D55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D38D6-B70A-49E2-AA48-83A839F8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5F8C8-F451-4AF1-9595-4B3640A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90175-4112-47E4-9C93-2C99C4E9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板目・柾目の木取りを図で比べる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510A-8BD9-43A3-8501-E5CB8DB9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部材を幅方向へ自由に動かせるか検討する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35E12-2714-4DCC-9DEA-1FC4046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濡れる側が片側だけの板も考える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0B9E9-4EE7-4045-9780-7E63F6CB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反り・割れ対策を、構造と水分から説明</a:t>
            </a:r>
          </a:p>
        </p:txBody>
      </p:sp>
    </p:spTree>
    <p:extLst>
      <p:ext uri="{BB962C8B-B14F-4D97-AF65-F5344CB8AC3E}">
        <p14:creationId xmlns:p14="http://schemas.microsoft.com/office/powerpoint/2010/main" val="14208597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44415-825E-4B69-BDFB-74D70DE4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0AABF-62F3-45CC-9176-93D144F3C2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5C8D3-A9D6-4690-A0E2-407406F9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CC36A-44DA-4B3B-9DB1-886C5F8C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F7DDE-902B-417D-8FB7-7A5C894A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水の減少量と収縮量は、常に比例するか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50F9A-2D27-48D2-B737-BDD4230B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100→94 mmの収縮率と、94→100 mmの膨潤率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04FEE-50D6-4B63-8591-30B5A532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収縮を拘束すると、何が問題になるか</a:t>
            </a:r>
          </a:p>
        </p:txBody>
      </p:sp>
    </p:spTree>
    <p:extLst>
      <p:ext uri="{BB962C8B-B14F-4D97-AF65-F5344CB8AC3E}">
        <p14:creationId xmlns:p14="http://schemas.microsoft.com/office/powerpoint/2010/main" val="2688762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5F141-6B6E-41D0-AC13-5871023B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8DA13-1875-4D6B-B2B6-2023A7D712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5E654-FC72-4EE2-B4B4-EDA85DB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1158A-F84A-4F9D-B2CC-90E3C5B2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4E90F-375F-4AB9-82C2-26765D84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壁の構造・成分・水分を、寸法変化へ結ぶ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3FED4-C101-4B1F-922D-41E83926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方向差と水分分布から、変形を説明する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163DE-64FF-423A-A7D1-3FC5727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次は、水分と生物劣化の条件を考える</a:t>
            </a:r>
          </a:p>
        </p:txBody>
      </p:sp>
    </p:spTree>
    <p:extLst>
      <p:ext uri="{BB962C8B-B14F-4D97-AF65-F5344CB8AC3E}">
        <p14:creationId xmlns:p14="http://schemas.microsoft.com/office/powerpoint/2010/main" val="739178507"/>
      </p:ext>
    </p:extLst>
  </p:cSld>
</p:sld>
</file>

<file path=ppt/slides/v5_09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970E3-70CD-4D62-950F-983DE511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1B40C-C86A-44DD-9E91-8C7816D7BF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D2DBC-53E2-45E1-8CE2-D3E45BB5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2920F-D682-4293-A6E1-FB43CF5C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CBEBE-ABFE-4542-94E1-185541FC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壁成分のOH基などと水が相互作用し、壁内部の構造が変わる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78CA4-16A4-4B34-8CA7-0C3DE2FE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通常の材では、収縮はおおむねT＞R≫L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91254-C707-461E-A5BA-70323A9A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収縮率＝100×(乾燥前寸法−乾燥後寸法)/乾燥前寸法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EB54F-6D6C-4BE5-B354-CAD31BEB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11967811"/>
      </p:ext>
    </p:extLst>
  </p:cSld>
</p:sld>
</file>

<file path=ppt/slides/v5_09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73E61-A138-4B9F-94C5-F1CD40DF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細胞壁の吸湿と膨潤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562EB-05DD-4A3C-8F69-089B3DA1B9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469CF-DAA2-4946-A127-8E1EFFB1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6E95B-235F-4773-B424-E1131109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9EEFD-85F6-4509-937F-636AC78C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壁成分のOH基などと水が相互作用し、壁内部の構造が変わる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C0F51-210F-4E1F-A41B-594CBDC8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細胞壁中の水が増えると膨潤し、減ると収縮する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6D052-832F-4FEF-8981-21539461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ミクロフィブリルの配向と、細胞の形・配列が方向差に関わる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92D1C-360C-48FC-BE6F-CDFB8C11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内腔に水を満たすことと、細胞壁へ水が入ることを区別する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EE0B3-95A0-448A-8B5B-A55DA788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木材の水分変化を、単に穴の水が増減するだけの現象と考えない</a:t>
            </a:r>
          </a:p>
        </p:txBody>
      </p:sp>
    </p:spTree>
    <p:extLst>
      <p:ext uri="{BB962C8B-B14F-4D97-AF65-F5344CB8AC3E}">
        <p14:creationId xmlns:p14="http://schemas.microsoft.com/office/powerpoint/2010/main" val="1587962702"/>
      </p:ext>
    </p:extLst>
  </p:cSld>
</p:sld>
</file>

<file path=ppt/slides/v5_09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3EBA5-53E2-48E3-908D-2142F2A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LとRとTの収縮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90555-9BE6-4B2F-9217-E69E843D36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AB993-A17F-4045-9EF0-E43697B4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05198-31C6-445E-87A1-E07CA7EB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B18D8-F66F-4FA4-A8D9-60B4367A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通常の材では、収縮はおおむねT＞R≫L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C1CA6-F1E0-4DD0-B6A8-26D8742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Tは年輪に沿う方向、Rは年輪を横切る方向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A9A3F-0073-4921-AD22-2CCFB2FF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RとTの差は細胞壁の配向だけでなく、組織構成や年輪内の違いにも関わる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1EACE-826F-4C3D-8884-3C67A547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未成熟材・あて材では、L方向の収縮が大きい場合がある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FC2F9-B898-4CE5-8119-C56466F0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木取りと年輪配置を読むことが、幅の動きや反りの予想につながる</a:t>
            </a:r>
          </a:p>
        </p:txBody>
      </p:sp>
    </p:spTree>
    <p:extLst>
      <p:ext uri="{BB962C8B-B14F-4D97-AF65-F5344CB8AC3E}">
        <p14:creationId xmlns:p14="http://schemas.microsoft.com/office/powerpoint/2010/main" val="783914221"/>
      </p:ext>
    </p:extLst>
  </p:cSld>
</p:sld>
</file>

<file path=ppt/slides/v5_09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094CB-6BD8-4BAD-B5B2-1E6F2505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9C5A7-70C6-432E-919F-A2139ADD26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F28B7-43D1-4E7C-9CDD-74A39F57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625DC-F8E2-4D5F-94E6-D76F696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E58D3-A7A8-4A04-8C57-F4521955BA4D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905250"/>
                <a:gridCol w="4391025"/>
              </a:tblGrid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乾燥前の寸法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全乾後の寸法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100.0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94.0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100.0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97.0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100.0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99.8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乾燥区間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繊維飽和付近から全乾まで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演習用のモデル値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882656"/>
      </p:ext>
    </p:extLst>
  </p:cSld>
</p:sld>
</file>

<file path=ppt/slides/v5_09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7A081-5F9C-4877-9D47-5DD82004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乾燥中の応力と変形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A90E9-A85F-4CCC-82DB-BC0D7471D7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48FED-51FF-438E-B903-BE7B04E5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D3E76-4442-43BB-92D4-525F774E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46052-4830-457A-B620-CB81F5DC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表面が先に乾くと、内部より先に収縮しようとする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BAFFF-2EE9-4F43-AF76-4BD7635B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内部や接合部が収縮を拘束すると、木材の中に応力が生じる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CE72F-41BE-4272-BAA4-97880E10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木取り、TとRの差、水分勾配、繊維の傾きが反りや割れに関わる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05F56-366E-4C53-9B28-1127A46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使用環境に近い状態へ調整し、桟積みなどで乾き方も管理する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0F56A-35B6-449F-9AB8-C8FDA805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塗装は吸放湿の速度を抑えうるが、水分変化を完全には止めない</a:t>
            </a:r>
          </a:p>
        </p:txBody>
      </p:sp>
    </p:spTree>
    <p:extLst>
      <p:ext uri="{BB962C8B-B14F-4D97-AF65-F5344CB8AC3E}">
        <p14:creationId xmlns:p14="http://schemas.microsoft.com/office/powerpoint/2010/main" val="1593566368"/>
      </p:ext>
    </p:extLst>
  </p:cSld>
</p:sld>
</file>

<file path=ppt/slides/v5_09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469B7-E02F-4417-9C12-6CD1D680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収縮率と膨潤率の基準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9D08B-2904-425D-A9CA-8E7B873D9D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36C0-7F47-4043-B29E-03C608A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66B13-554D-466B-A3C6-AAC5EE2E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C6DF5-92C3-4AD3-A610-3920A36A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収縮率＝100×(乾燥前寸法−乾燥後寸法)/乾燥前寸法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C4391-DCE3-4843-A3E2-AEE6CA21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100 mmから94 mmなら、収縮率は6.00％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0AA2A-1B0D-40D2-A9C3-A9E52B12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94 mmから100 mmへ戻る膨潤率は100×6/94＝約6.38％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E9DF8-633E-45AE-9D48-1683674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同じ6 mmの変化でも、分母の基準寸法が違う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C484C-8BBB-4AC6-B4B9-EFDEB6AD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全乾までの値と、教室の日々の温湿度変化の値を分けて扱う</a:t>
            </a:r>
          </a:p>
        </p:txBody>
      </p:sp>
    </p:spTree>
    <p:extLst>
      <p:ext uri="{BB962C8B-B14F-4D97-AF65-F5344CB8AC3E}">
        <p14:creationId xmlns:p14="http://schemas.microsoft.com/office/powerpoint/2010/main" val="1551324228"/>
      </p:ext>
    </p:extLst>
  </p:cSld>
</p:sld>
</file>

<file path=ppt/slides/v5_09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BC8E2-B7BF-485F-97E3-77A280BC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扉の反りと接合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E7A2B-7F4A-4923-9E49-96DB1313E0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9CC06-9A79-4DD6-8712-1923FA77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52531-BB25-4B5E-A809-AA1556BD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BCD69-4562-41ED-A2EE-458C2C3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木取り：幅が主にR方向になる柾目板は、板目板より幅の動きを抑えやすい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61019-C9B7-41AB-8D3C-7CD796DF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調湿：使用場所の温湿度に近付けてから製作・設置する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B64DC-5F7D-4D42-80A0-0CA0AB04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接合：鏡板を溝で受けるなど、幅の動きを許す余地をつくる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99349-CD9C-4AFB-A80C-4AC65583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片面だけ濡れると水分むらが生じる。両面の使用環境や仕上げも検討する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448DA-73A6-44E6-9DC4-B84D464F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塗装は吸放湿の速度を抑えうるが、長期の水分変化を完全には止めない</a:t>
            </a:r>
          </a:p>
        </p:txBody>
      </p:sp>
    </p:spTree>
    <p:extLst>
      <p:ext uri="{BB962C8B-B14F-4D97-AF65-F5344CB8AC3E}">
        <p14:creationId xmlns:p14="http://schemas.microsoft.com/office/powerpoint/2010/main" val="1290874524"/>
      </p:ext>
    </p:extLst>
  </p:cSld>
</p:sld>
</file>

<file path=ppt/slides/v5_09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A89C3-9B67-4524-BDD3-CE35174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木製扉の季節変化を説明する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7B326-F1EA-4D99-AD46-BC6AE738F5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6A7C5-CF8B-4FFE-BECA-863629A5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EDF0D-135B-4D75-98BB-6D898FE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BB78B-5FF5-45D0-AB57-2CBFF180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事例：雨の多い時期に木製扉が動きにくくなった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37752-2D1C-41F1-9353-AABF8A6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確認：木取り、幅方向、保管・使用環境、接合部の拘束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7E93C-5F22-4E8B-BA33-8705D486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説明：細胞壁中の水の増減が寸法を変え、方向差が現れる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39DC3-20B8-48A5-856D-049CD078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改善案：使用環境への調整、動きを許す納まり、保守の方法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6CED0-4AA8-4091-B64C-50CF0749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教科書の接点：乾燥・収縮・反りと組立／A(1)ア／A(2)ア・イ</a:t>
            </a:r>
          </a:p>
        </p:txBody>
      </p:sp>
    </p:spTree>
    <p:extLst>
      <p:ext uri="{BB962C8B-B14F-4D97-AF65-F5344CB8AC3E}">
        <p14:creationId xmlns:p14="http://schemas.microsoft.com/office/powerpoint/2010/main" val="45535524"/>
      </p:ext>
    </p:extLst>
  </p:cSld>
</p:sld>
</file>

<file path=ppt/slides/v5_09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45FCE-F8C9-4B9B-9104-FB12437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　水分変化に対応する木製扉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02DED-AC9E-4475-B1C4-E8E636C89E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BE114-3A59-4457-B3C3-D3464D57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61535-7627-426C-84F2-73426FE7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EB088-2BF7-4F4E-8111-B90D5AE6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木取り・乾燥・保管・接合のうち二つ以上から、変形対策を図で示す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2692B-3D4F-40C4-8C74-8F818BEF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幅の動きを拘束する箇所と、動きを許す箇所を示す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EDDFC-930F-4E2F-9941-83890F3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発展：全乾比重と基本比重の違いを確認し、最大含水率のモデルへ進む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7DDCE-5377-47D4-9190-BCCD79DB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次回は、水分が生物劣化に与える条件を扱う</a:t>
            </a:r>
          </a:p>
        </p:txBody>
      </p:sp>
    </p:spTree>
    <p:extLst>
      <p:ext uri="{BB962C8B-B14F-4D97-AF65-F5344CB8AC3E}">
        <p14:creationId xmlns:p14="http://schemas.microsoft.com/office/powerpoint/2010/main" val="677591243"/>
      </p:ext>
    </p:extLst>
  </p:cSld>
</p:sld>
</file>

<file path=ppt/slides/v5_09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CA434-AF2F-4EE6-89ED-A3237272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発展　最大含水率のモデル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D9560-2C12-4BA5-A06E-0A02FBE311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B2CBC-6DC2-4A62-A18E-EFCE2024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BFF66-4ABB-47B9-A096-4E65CEFB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90662-EA15-499F-AAC7-54C5DD9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飽水体積V、全乾質量m₀、壁物質比重Gs、基本比重Gbを使う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8E96A-26E0-489B-B320-93C2D017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Gb＝m₀/(ρ水V)より、全体体積V＝m₀/(ρ水Gb)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ED6A2-ECDB-4EB0-AE3F-1E15E7E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壁体積はm₀/(ρ水Gs)。残りの空隙がすべて水で満たされるとする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0C1D1-8F41-4B0F-8D58-9FF93BA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最大含水率u最大＝100(1/Gb−1/Gs)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E8BAC-1B30-4A11-87E3-56CF67E9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例：Gb＝0.40、Gs＝1.50なら約183％。体積基準は飽水体積にそろえる</a:t>
            </a:r>
          </a:p>
        </p:txBody>
      </p:sp>
    </p:spTree>
    <p:extLst>
      <p:ext uri="{BB962C8B-B14F-4D97-AF65-F5344CB8AC3E}">
        <p14:creationId xmlns:p14="http://schemas.microsoft.com/office/powerpoint/2010/main" val="110115416"/>
      </p:ext>
    </p:extLst>
  </p:cSld>
</p:sld>
</file>

<file path=ppt/slides/v5_09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FD7F8-A334-44F5-B85C-EFEFD003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3221C-8B99-4819-9AEE-672690D1B5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36F7D-5956-4599-93F2-3C5C9F7A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第4章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E7048-BC96-455E-96F0-E19967C1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B9DD0-25D8-4223-A85E-5AF74674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第13章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EE141-279A-497C-AF0A-C412C540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DE4FF-10F1-45D8-923D-86FCE09C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1C0D5-2982-4E59-9045-7148B0F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E6EC4-65EA-43E6-876F-E061F48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CA5A6-F8C4-4137-8E6E-EFC1366A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C833A-0BF9-44A7-AF37-0CEFADF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E3749-8A76-4120-8869-6D1B270A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第9回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CF790-216E-450F-B184-C0EEA75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94587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2026-10-22T22:26:52.3990000Z</dcterms:created>
  <dcterms:modified xsi:type="dcterms:W3CDTF">2026-10-22T22:26:52.3990000Z</dcterms:modified>
</coreProperties>
</file>
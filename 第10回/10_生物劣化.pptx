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v5_10_slide1.xml" ContentType="application/vnd.openxmlformats-officedocument.presentationml.slide+xml"/>
  <Override PartName="/ppt/slideLayouts/v5_10_slideLayout6.xml" ContentType="application/vnd.openxmlformats-officedocument.presentationml.slideLayout+xml"/>
  <Override PartName="/ppt/slideMasters/v5_10_slideMaster1.xml" ContentType="application/vnd.openxmlformats-officedocument.presentationml.slideMaster+xml"/>
  <Override PartName="/ppt/slideMasters/theme/v5_10_theme2.xml" ContentType="application/vnd.openxmlformats-officedocument.theme+xml"/>
  <Override PartName="/ppt/slideLayouts/v5_10_slideLayout1.xml" ContentType="application/vnd.openxmlformats-officedocument.presentationml.slideLayout+xml"/>
  <Override PartName="/ppt/slideLayouts/v5_10_slideLayout2.xml" ContentType="application/vnd.openxmlformats-officedocument.presentationml.slideLayout+xml"/>
  <Override PartName="/ppt/slideLayouts/v5_10_slideLayout3.xml" ContentType="application/vnd.openxmlformats-officedocument.presentationml.slideLayout+xml"/>
  <Override PartName="/ppt/slideLayouts/v5_10_slideLayout4.xml" ContentType="application/vnd.openxmlformats-officedocument.presentationml.slideLayout+xml"/>
  <Override PartName="/ppt/slideLayouts/v5_10_slideLayout5.xml" ContentType="application/vnd.openxmlformats-officedocument.presentationml.slideLayout+xml"/>
  <Override PartName="/ppt/notesSlides/v5_10_notesSlide1.xml" ContentType="application/vnd.openxmlformats-officedocument.presentationml.notesSlide+xml"/>
  <Override PartName="/ppt/slides/v5_10_slide2.xml" ContentType="application/vnd.openxmlformats-officedocument.presentationml.slide+xml"/>
  <Override PartName="/ppt/notesSlides/v5_10_notesSlide2.xml" ContentType="application/vnd.openxmlformats-officedocument.presentationml.notesSlide+xml"/>
  <Override PartName="/ppt/slides/v5_10_slide3.xml" ContentType="application/vnd.openxmlformats-officedocument.presentationml.slide+xml"/>
  <Override PartName="/ppt/notesSlides/v5_10_notesSlide3.xml" ContentType="application/vnd.openxmlformats-officedocument.presentationml.notesSlide+xml"/>
  <Override PartName="/ppt/slides/v5_10_slide4.xml" ContentType="application/vnd.openxmlformats-officedocument.presentationml.slide+xml"/>
  <Override PartName="/ppt/notesSlides/v5_10_notesSlide4.xml" ContentType="application/vnd.openxmlformats-officedocument.presentationml.notesSlide+xml"/>
  <Override PartName="/ppt/slides/v5_10_slide5.xml" ContentType="application/vnd.openxmlformats-officedocument.presentationml.slide+xml"/>
  <Override PartName="/ppt/notesSlides/v5_10_notesSlide5.xml" ContentType="application/vnd.openxmlformats-officedocument.presentationml.notesSlide+xml"/>
  <Override PartName="/ppt/slides/v5_10_slide6.xml" ContentType="application/vnd.openxmlformats-officedocument.presentationml.slide+xml"/>
  <Override PartName="/ppt/notesSlides/v5_10_notesSlide6.xml" ContentType="application/vnd.openxmlformats-officedocument.presentationml.notesSlide+xml"/>
  <Override PartName="/ppt/slides/v5_10_slide7.xml" ContentType="application/vnd.openxmlformats-officedocument.presentationml.slide+xml"/>
  <Override PartName="/ppt/notesSlides/v5_10_notesSlide7.xml" ContentType="application/vnd.openxmlformats-officedocument.presentationml.notesSlide+xml"/>
  <Override PartName="/ppt/slides/v5_10_slide8.xml" ContentType="application/vnd.openxmlformats-officedocument.presentationml.slide+xml"/>
  <Override PartName="/ppt/notesSlides/v5_10_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6be1f96f49a4754" /><Relationship Type="http://schemas.openxmlformats.org/officeDocument/2006/relationships/extended-properties" Target="/docProps/app.xml" Id="R21e34e7d6a1847b4" /><Relationship Type="http://schemas.openxmlformats.org/officeDocument/2006/relationships/officeDocument" Target="/ppt/presentation.xml" Id="Rb659b0b6984a4d3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14395cccfc6413e"/>
    <p:sldMasterId xmlns:r="http://schemas.openxmlformats.org/officeDocument/2006/relationships" id="2147483655" r:id="rIdV5Master0"/>
  </p:sldMasterIdLst>
  <p:notesMasterIdLst>
    <p:notesMasterId xmlns:r="http://schemas.openxmlformats.org/officeDocument/2006/relationships" r:id="R3d3699e54ddc4d36"/>
  </p:notesMasterIdLst>
  <p:sldIdLst>
    <p:sldId xmlns:r="http://schemas.openxmlformats.org/officeDocument/2006/relationships" id="512" r:id="rIdV5Slide1"/>
    <p:sldId xmlns:r="http://schemas.openxmlformats.org/officeDocument/2006/relationships" id="513" r:id="rIdV5Slide2"/>
    <p:sldId xmlns:r="http://schemas.openxmlformats.org/officeDocument/2006/relationships" id="514" r:id="rIdV5Slide3"/>
    <p:sldId xmlns:r="http://schemas.openxmlformats.org/officeDocument/2006/relationships" id="515" r:id="rIdV5Slide4"/>
    <p:sldId xmlns:r="http://schemas.openxmlformats.org/officeDocument/2006/relationships" id="516" r:id="rIdV5Slide5"/>
    <p:sldId xmlns:r="http://schemas.openxmlformats.org/officeDocument/2006/relationships" id="517" r:id="rIdV5Slide6"/>
    <p:sldId xmlns:r="http://schemas.openxmlformats.org/officeDocument/2006/relationships" id="518" r:id="rIdV5Slide7"/>
    <p:sldId xmlns:r="http://schemas.openxmlformats.org/officeDocument/2006/relationships" id="519" r:id="rIdV5Slide8"/>
    <p:sldId xmlns:r="http://schemas.openxmlformats.org/officeDocument/2006/relationships" id="520" r:id="rIdV5Slide9"/>
    <p:sldId xmlns:r="http://schemas.openxmlformats.org/officeDocument/2006/relationships" id="521" r:id="rIdV5Slide10"/>
    <p:sldId xmlns:r="http://schemas.openxmlformats.org/officeDocument/2006/relationships" id="522" r:id="rIdV5Slide11"/>
    <p:sldId xmlns:r="http://schemas.openxmlformats.org/officeDocument/2006/relationships" id="523" r:id="rIdV5Slide12"/>
    <p:sldId xmlns:r="http://schemas.openxmlformats.org/officeDocument/2006/relationships" id="524" r:id="rIdV5Slide13"/>
    <p:sldId xmlns:r="http://schemas.openxmlformats.org/officeDocument/2006/relationships" id="525" r:id="rIdV5Slide14"/>
    <p:sldId xmlns:r="http://schemas.openxmlformats.org/officeDocument/2006/relationships" id="526" r:id="rIdV5Slide15"/>
    <p:sldId xmlns:r="http://schemas.openxmlformats.org/officeDocument/2006/relationships" id="527" r:id="rIdV5Slide16"/>
    <p:sldId xmlns:r="http://schemas.openxmlformats.org/officeDocument/2006/relationships" id="528" r:id="rIdV5Slide17"/>
    <p:sldId xmlns:r="http://schemas.openxmlformats.org/officeDocument/2006/relationships" id="529" r:id="rIdV5Slide18"/>
    <p:sldId xmlns:r="http://schemas.openxmlformats.org/officeDocument/2006/relationships" id="530" r:id="rIdV5Slide1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1e696bd16e6145c3"/><Relationship Type="http://schemas.openxmlformats.org/officeDocument/2006/relationships/slideMaster" Target="/ppt/slideMasters/slideMaster1.xml" Id="R814395cccfc6413e"/><Relationship Type="http://schemas.openxmlformats.org/officeDocument/2006/relationships/notesMaster" Target="/ppt/notesMasters/notesMaster1.xml" Id="R3d3699e54ddc4d36"/><Relationship Type="http://schemas.openxmlformats.org/officeDocument/2006/relationships/presProps" Target="/ppt/presProps.xml" Id="Rc955e9afd7434219"/><Relationship Type="http://schemas.openxmlformats.org/officeDocument/2006/relationships/tableStyles" Target="/ppt/tableStyles.xml" Id="R60354934892a43b0"/><Relationship Id="rIdV5Slide1" Type="http://schemas.openxmlformats.org/officeDocument/2006/relationships/slide" Target="slides/slide1.xml"/><Relationship Id="rIdV5Slide2" Type="http://schemas.openxmlformats.org/officeDocument/2006/relationships/slide" Target="slides/slide2.xml"/><Relationship Id="rIdV5Slide3" Type="http://schemas.openxmlformats.org/officeDocument/2006/relationships/slide" Target="slides/v5_10_slide1.xml"/><Relationship Id="rIdV5Slide4" Type="http://schemas.openxmlformats.org/officeDocument/2006/relationships/slide" Target="slides/v5_10_slide2.xml"/><Relationship Id="rIdV5Slide5" Type="http://schemas.openxmlformats.org/officeDocument/2006/relationships/slide" Target="slides/slide5.xml"/><Relationship Id="rIdV5Slide6" Type="http://schemas.openxmlformats.org/officeDocument/2006/relationships/slide" Target="slides/v5_10_slide3.xml"/><Relationship Id="rIdV5Slide7" Type="http://schemas.openxmlformats.org/officeDocument/2006/relationships/slide" Target="slides/slide7.xml"/><Relationship Id="rIdV5Slide8" Type="http://schemas.openxmlformats.org/officeDocument/2006/relationships/slide" Target="slides/slide8.xml"/><Relationship Id="rIdV5Slide9" Type="http://schemas.openxmlformats.org/officeDocument/2006/relationships/slide" Target="slides/slide9.xml"/><Relationship Id="rIdV5Slide10" Type="http://schemas.openxmlformats.org/officeDocument/2006/relationships/slide" Target="slides/v5_10_slide4.xml"/><Relationship Id="rIdV5Slide11" Type="http://schemas.openxmlformats.org/officeDocument/2006/relationships/slide" Target="slides/slide11.xml"/><Relationship Id="rIdV5Slide12" Type="http://schemas.openxmlformats.org/officeDocument/2006/relationships/slide" Target="slides/v5_10_slide5.xml"/><Relationship Id="rIdV5Slide13" Type="http://schemas.openxmlformats.org/officeDocument/2006/relationships/slide" Target="slides/slide13.xml"/><Relationship Id="rIdV5Slide14" Type="http://schemas.openxmlformats.org/officeDocument/2006/relationships/slide" Target="slides/slide14.xml"/><Relationship Id="rIdV5Slide15" Type="http://schemas.openxmlformats.org/officeDocument/2006/relationships/slide" Target="slides/v5_10_slide6.xml"/><Relationship Id="rIdV5Slide16" Type="http://schemas.openxmlformats.org/officeDocument/2006/relationships/slide" Target="slides/slide16.xml"/><Relationship Id="rIdV5Slide17" Type="http://schemas.openxmlformats.org/officeDocument/2006/relationships/slide" Target="slides/slide17.xml"/><Relationship Id="rIdV5Slide18" Type="http://schemas.openxmlformats.org/officeDocument/2006/relationships/slide" Target="slides/v5_10_slide7.xml"/><Relationship Id="rIdV5Slide19" Type="http://schemas.openxmlformats.org/officeDocument/2006/relationships/slide" Target="slides/v5_10_slide8.xml"/><Relationship Id="rIdV5Master0" Type="http://schemas.openxmlformats.org/officeDocument/2006/relationships/slideMaster" Target="slideMasters/v5_10_slideMaster1.xml"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870c30c2fb14e1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3235b1b3ee74fcb" /><Relationship Type="http://schemas.openxmlformats.org/officeDocument/2006/relationships/notesMaster" Target="/ppt/notesMasters/notesMaster1.xml" Id="R5f763fad9c044de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48a56445fa7440d" /><Relationship Type="http://schemas.openxmlformats.org/officeDocument/2006/relationships/notesMaster" Target="/ppt/notesMasters/notesMaster1.xml" Id="R198e8b7c3b0d4dc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96a5ac5b9d4cf2" /><Relationship Type="http://schemas.openxmlformats.org/officeDocument/2006/relationships/notesMaster" Target="/ppt/notesMasters/notesMaster1.xml" Id="R343d1e07087448b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5e7c37cd6f74e9f" /><Relationship Type="http://schemas.openxmlformats.org/officeDocument/2006/relationships/notesMaster" Target="/ppt/notesMasters/notesMaster1.xml" Id="R2f37eb9313b740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3223517807a4273" /><Relationship Type="http://schemas.openxmlformats.org/officeDocument/2006/relationships/notesMaster" Target="/ppt/notesMasters/notesMaster1.xml" Id="R2fcefc152d35469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6e04db2ff2d439c" /><Relationship Type="http://schemas.openxmlformats.org/officeDocument/2006/relationships/notesMaster" Target="/ppt/notesMasters/notesMaster1.xml" Id="R14eda8f24f9244a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be7e3c7d7b042d1" /><Relationship Type="http://schemas.openxmlformats.org/officeDocument/2006/relationships/notesMaster" Target="/ppt/notesMasters/notesMaster1.xml" Id="Rfce9b997642a461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6b1d34a139845ba" /><Relationship Type="http://schemas.openxmlformats.org/officeDocument/2006/relationships/notesMaster" Target="/ppt/notesMasters/notesMaster1.xml" Id="R5b75bd2659d3409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a22672c24dc42e5" /><Relationship Type="http://schemas.openxmlformats.org/officeDocument/2006/relationships/notesMaster" Target="/ppt/notesMasters/notesMaster1.xml" Id="Rbf9b14effffb4ab2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ef8ef7ec61d84c5b" /><Relationship Type="http://schemas.openxmlformats.org/officeDocument/2006/relationships/notesMaster" Target="/ppt/notesMasters/notesMaster1.xml" Id="Rc2ddd5e2d302469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9324ebfa27ee46de" /><Relationship Type="http://schemas.openxmlformats.org/officeDocument/2006/relationships/notesMaster" Target="/ppt/notesMasters/notesMaster1.xml" Id="R958e7242d6424231" /></Relationships>
</file>

<file path=ppt/notesSlides/_rels/v5_10_notesSlide1.xml.rels><?xml version='1.0' encoding='UTF-8' standalone='yes'?>
<Relationships xmlns="http://schemas.openxmlformats.org/package/2006/relationships"><Relationship Type="http://schemas.openxmlformats.org/officeDocument/2006/relationships/slide" Target="../slides/v5_10_slide1.xml" Id="R762c218c011145a6"/><Relationship Type="http://schemas.openxmlformats.org/officeDocument/2006/relationships/notesMaster" Target="../notesMasters/notesMaster1.xml" Id="Rf5560aa64f284511"/></Relationships>
</file>

<file path=ppt/notesSlides/_rels/v5_10_notesSlide2.xml.rels><?xml version='1.0' encoding='UTF-8' standalone='yes'?>
<Relationships xmlns="http://schemas.openxmlformats.org/package/2006/relationships"><Relationship Type="http://schemas.openxmlformats.org/officeDocument/2006/relationships/slide" Target="../slides/v5_10_slide2.xml" Id="R4171703ed6b24d22"/><Relationship Type="http://schemas.openxmlformats.org/officeDocument/2006/relationships/notesMaster" Target="../notesMasters/notesMaster1.xml" Id="R02adace54185447d"/></Relationships>
</file>

<file path=ppt/notesSlides/_rels/v5_10_notesSlide3.xml.rels><?xml version='1.0' encoding='UTF-8' standalone='yes'?>
<Relationships xmlns="http://schemas.openxmlformats.org/package/2006/relationships"><Relationship Type="http://schemas.openxmlformats.org/officeDocument/2006/relationships/slide" Target="../slides/v5_10_slide3.xml" Id="R7f5cb2fb5fcb4a3e"/><Relationship Type="http://schemas.openxmlformats.org/officeDocument/2006/relationships/notesMaster" Target="../notesMasters/notesMaster1.xml" Id="Rce3f4a035e994de2"/></Relationships>
</file>

<file path=ppt/notesSlides/_rels/v5_10_notesSlide4.xml.rels><?xml version='1.0' encoding='UTF-8' standalone='yes'?>
<Relationships xmlns="http://schemas.openxmlformats.org/package/2006/relationships"><Relationship Type="http://schemas.openxmlformats.org/officeDocument/2006/relationships/slide" Target="../slides/v5_10_slide4.xml" Id="R73962971ee294da3"/><Relationship Type="http://schemas.openxmlformats.org/officeDocument/2006/relationships/notesMaster" Target="../notesMasters/notesMaster1.xml" Id="R3ed14c6e1b9c498f"/></Relationships>
</file>

<file path=ppt/notesSlides/_rels/v5_10_notesSlide5.xml.rels><?xml version='1.0' encoding='UTF-8' standalone='yes'?>
<Relationships xmlns="http://schemas.openxmlformats.org/package/2006/relationships"><Relationship Type="http://schemas.openxmlformats.org/officeDocument/2006/relationships/slide" Target="../slides/v5_10_slide5.xml" Id="R9923602643fa4e2b"/><Relationship Type="http://schemas.openxmlformats.org/officeDocument/2006/relationships/notesMaster" Target="../notesMasters/notesMaster1.xml" Id="R4daeb38be35b4d0a"/></Relationships>
</file>

<file path=ppt/notesSlides/_rels/v5_10_notesSlide6.xml.rels><?xml version='1.0' encoding='UTF-8' standalone='yes'?>
<Relationships xmlns="http://schemas.openxmlformats.org/package/2006/relationships"><Relationship Type="http://schemas.openxmlformats.org/officeDocument/2006/relationships/slide" Target="../slides/v5_10_slide6.xml" Id="Rf97533ae1295438c"/><Relationship Type="http://schemas.openxmlformats.org/officeDocument/2006/relationships/notesMaster" Target="../notesMasters/notesMaster1.xml" Id="R63211f1b0b3f4cf5"/></Relationships>
</file>

<file path=ppt/notesSlides/_rels/v5_10_notesSlide7.xml.rels><?xml version='1.0' encoding='UTF-8' standalone='yes'?>
<Relationships xmlns="http://schemas.openxmlformats.org/package/2006/relationships"><Relationship Type="http://schemas.openxmlformats.org/officeDocument/2006/relationships/slide" Target="../slides/v5_10_slide7.xml" Id="Re3965c513fce4db2"/><Relationship Type="http://schemas.openxmlformats.org/officeDocument/2006/relationships/notesMaster" Target="../notesMasters/notesMaster1.xml" Id="R1e5633bd487b42a4"/></Relationships>
</file>

<file path=ppt/notesSlides/_rels/v5_10_notesSlide8.xml.rels><?xml version='1.0' encoding='UTF-8' standalone='yes'?>
<Relationships xmlns="http://schemas.openxmlformats.org/package/2006/relationships"><Relationship Type="http://schemas.openxmlformats.org/officeDocument/2006/relationships/slide" Target="../slides/v5_10_slide8.xml" Id="Rfcc5c6d7897a498f"/><Relationship Type="http://schemas.openxmlformats.org/officeDocument/2006/relationships/notesMaster" Target="../notesMasters/notesMaster1.xml" Id="Rdc1ea81c1f834eaa"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0_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0_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0_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0_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0_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0_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0_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v5_10_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参考資料</a:t>
            </a:r>
          </a:p>
          <a:p xmlns:a="http://schemas.openxmlformats.org/drawingml/2006/main">
            <a:r>
              <a:t>Wood Handbook 2021 第14章 https://research.fs.usda.gov/treesearch/62262</a:t>
            </a:r>
          </a:p>
          <a:p xmlns:a="http://schemas.openxmlformats.org/drawingml/2006/main">
            <a:r>
              <a:t>Wood Handbook 2021 第15章 https://research.fs.usda.gov/treesearch/62259</a:t>
            </a:r>
          </a:p>
          <a:p xmlns:a="http://schemas.openxmlformats.org/drawingml/2006/main">
            <a:r>
              <a:t>https://www.mext.go.jp/component/a_menu/education/micro_detail/__icsFiles/afieldfile/2019/03/18/1387018_009.pdf</a:t>
            </a:r>
          </a:p>
          <a:p xmlns:a="http://schemas.openxmlformats.org/drawingml/2006/main">
            <a:r>
              <a:t>https://www.kairyudo.co.jp/contents/04_shiryo/nenkei/chu/data/r7chu-gi_hyokakijun.pdf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2ddf8ab3e3b4b9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4016e879d34e8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9cf1eec5884e8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24dd4a4e8774135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95d229a24c6428c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89f8e620c4076" /></Relationships>
</file>

<file path=ppt/slideLayouts/_rels/v5_10_slideLayout1.xml.rels><?xml version='1.0' encoding='UTF-8' standalone='yes'?>
<Relationships xmlns="http://schemas.openxmlformats.org/package/2006/relationships"><Relationship Type="http://schemas.openxmlformats.org/officeDocument/2006/relationships/slideMaster" Target="../slideMasters/v5_10_slideMaster1.xml" Id="R47b1e7af1efd45b5"/></Relationships>
</file>

<file path=ppt/slideLayouts/_rels/v5_10_slideLayout2.xml.rels><?xml version='1.0' encoding='UTF-8' standalone='yes'?>
<Relationships xmlns="http://schemas.openxmlformats.org/package/2006/relationships"><Relationship Type="http://schemas.openxmlformats.org/officeDocument/2006/relationships/slideMaster" Target="../slideMasters/v5_10_slideMaster1.xml" Id="R1ff658142ab544a4"/></Relationships>
</file>

<file path=ppt/slideLayouts/_rels/v5_10_slideLayout3.xml.rels><?xml version='1.0' encoding='UTF-8' standalone='yes'?>
<Relationships xmlns="http://schemas.openxmlformats.org/package/2006/relationships"><Relationship Type="http://schemas.openxmlformats.org/officeDocument/2006/relationships/slideMaster" Target="../slideMasters/v5_10_slideMaster1.xml" Id="R0c7158365cc74342"/></Relationships>
</file>

<file path=ppt/slideLayouts/_rels/v5_10_slideLayout4.xml.rels><?xml version='1.0' encoding='UTF-8' standalone='yes'?>
<Relationships xmlns="http://schemas.openxmlformats.org/package/2006/relationships"><Relationship Type="http://schemas.openxmlformats.org/officeDocument/2006/relationships/slideMaster" Target="../slideMasters/v5_10_slideMaster1.xml" Id="Rd020183f4cec41f6"/></Relationships>
</file>

<file path=ppt/slideLayouts/_rels/v5_10_slideLayout5.xml.rels><?xml version='1.0' encoding='UTF-8' standalone='yes'?>
<Relationships xmlns="http://schemas.openxmlformats.org/package/2006/relationships"><Relationship Type="http://schemas.openxmlformats.org/officeDocument/2006/relationships/slideMaster" Target="../slideMasters/v5_10_slideMaster1.xml" Id="R673dbfc8c4ab4d0e"/></Relationships>
</file>

<file path=ppt/slideLayouts/_rels/v5_10_slideLayout6.xml.rels><?xml version='1.0' encoding='UTF-8' standalone='yes'?>
<Relationships xmlns="http://schemas.openxmlformats.org/package/2006/relationships"><Relationship Type="http://schemas.openxmlformats.org/officeDocument/2006/relationships/slideMaster" Target="../slideMasters/v5_10_slideMaster1.xml" Id="R09989b6fd4074517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1C7C26-445A-4D2B-B3C7-396867FB0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AAB5D4EA-C627-40D7-9758-804A64345830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1CE61B8-28BB-4702-9732-28A9987ACFC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E7F6E55-8690-47ED-864F-706BBEC8A7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F7069715-EF7B-4A71-8465-B50E0902B8A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4E716BFF-F3DE-4802-9F20-2B36975A442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4A92231-EE06-4908-81FE-DF5B0921872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F29D9F0F-98C8-41E8-B65D-12F25AED7FC2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E15E71F-154A-4B4C-BE61-9E87652713B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AE3A76AE-530B-471B-A6D0-E3B5D8D7BB5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v5_10_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60806C40-359F-46D9-B0F0-9488D121F53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4746160A-B5BF-4E79-88F2-AB751E68387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0_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D9FA839E-C3F8-42D9-8F78-1A37547F422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0_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4581555-0FBA-4D03-8F3C-6A36560E4BA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48EF43EA-48CE-4022-8527-8A2C94C1ED3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0_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B68971F1-403B-4D00-BA96-6D20D88B2FD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39856239-97CB-4739-A2C1-1F02292C412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3DF892A9-54BB-4361-8D84-48EB6A0879C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0_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D112895-1C76-4883-B739-4410FF892C8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481A5AD6-BB10-4FE8-9491-18713661954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v5_10_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fb9cfe82ff4866" /><Relationship Type="http://schemas.openxmlformats.org/officeDocument/2006/relationships/slideLayout" Target="/ppt/slideLayouts/slideLayout1.xml" Id="R899be47ead6c47d4" /><Relationship Type="http://schemas.openxmlformats.org/officeDocument/2006/relationships/slideLayout" Target="/ppt/slideLayouts/slideLayout2.xml" Id="Racbcc039fe5b4b2c" /><Relationship Type="http://schemas.openxmlformats.org/officeDocument/2006/relationships/slideLayout" Target="/ppt/slideLayouts/slideLayout3.xml" Id="R73fc2e859a954f06" /><Relationship Type="http://schemas.openxmlformats.org/officeDocument/2006/relationships/slideLayout" Target="/ppt/slideLayouts/slideLayout4.xml" Id="Rbb398d2ee7b24671" /><Relationship Type="http://schemas.openxmlformats.org/officeDocument/2006/relationships/slideLayout" Target="/ppt/slideLayouts/slideLayout5.xml" Id="Rbee7208775044bd4" /><Relationship Type="http://schemas.openxmlformats.org/officeDocument/2006/relationships/slideLayout" Target="/ppt/slideLayouts/slideLayout6.xml" Id="R19ce6cacc95348c3" /></Relationships>
</file>

<file path=ppt/slideMasters/_rels/v5_10_slideMaster1.xml.rels><?xml version='1.0' encoding='UTF-8' standalone='yes'?>
<Relationships xmlns="http://schemas.openxmlformats.org/package/2006/relationships"><Relationship Type="http://schemas.openxmlformats.org/officeDocument/2006/relationships/theme" Target="theme/v5_10_theme2.xml" Id="R072efae7f1784629"/><Relationship Type="http://schemas.openxmlformats.org/officeDocument/2006/relationships/slideLayout" Target="../slideLayouts/v5_10_slideLayout1.xml" Id="R0a1f6aaf71a447aa"/><Relationship Type="http://schemas.openxmlformats.org/officeDocument/2006/relationships/slideLayout" Target="../slideLayouts/v5_10_slideLayout2.xml" Id="Rc5b4355a091d4aef"/><Relationship Type="http://schemas.openxmlformats.org/officeDocument/2006/relationships/slideLayout" Target="../slideLayouts/v5_10_slideLayout3.xml" Id="R3feaefd55fc44d20"/><Relationship Type="http://schemas.openxmlformats.org/officeDocument/2006/relationships/slideLayout" Target="../slideLayouts/v5_10_slideLayout4.xml" Id="Rf7d640a3387346fd"/><Relationship Type="http://schemas.openxmlformats.org/officeDocument/2006/relationships/slideLayout" Target="../slideLayouts/v5_10_slideLayout5.xml" Id="Rc2c10067a33245ef"/><Relationship Type="http://schemas.openxmlformats.org/officeDocument/2006/relationships/slideLayout" Target="../slideLayouts/v5_10_slideLayout6.xml" Id="R4a594fb45ab24b6b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99be47ead6c47d4"/>
    <p:sldLayoutId xmlns:r="http://schemas.openxmlformats.org/officeDocument/2006/relationships" id="2147483650" r:id="Racbcc039fe5b4b2c"/>
    <p:sldLayoutId xmlns:r="http://schemas.openxmlformats.org/officeDocument/2006/relationships" id="2147483651" r:id="R73fc2e859a954f06"/>
    <p:sldLayoutId xmlns:r="http://schemas.openxmlformats.org/officeDocument/2006/relationships" id="2147483652" r:id="Rbb398d2ee7b24671"/>
    <p:sldLayoutId xmlns:r="http://schemas.openxmlformats.org/officeDocument/2006/relationships" id="2147483653" r:id="Rbee7208775044bd4"/>
    <p:sldLayoutId xmlns:r="http://schemas.openxmlformats.org/officeDocument/2006/relationships" id="2147483654" r:id="R19ce6cacc95348c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theme/v5_10_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Masters/v5_10_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56" r:id="R0a1f6aaf71a447aa"/>
    <p:sldLayoutId xmlns:r="http://schemas.openxmlformats.org/officeDocument/2006/relationships" id="2147483657" r:id="Rc5b4355a091d4aef"/>
    <p:sldLayoutId xmlns:r="http://schemas.openxmlformats.org/officeDocument/2006/relationships" id="2147483658" r:id="R3feaefd55fc44d20"/>
    <p:sldLayoutId xmlns:r="http://schemas.openxmlformats.org/officeDocument/2006/relationships" id="2147483659" r:id="Rf7d640a3387346fd"/>
    <p:sldLayoutId xmlns:r="http://schemas.openxmlformats.org/officeDocument/2006/relationships" id="2147483660" r:id="Rc2c10067a33245ef"/>
    <p:sldLayoutId xmlns:r="http://schemas.openxmlformats.org/officeDocument/2006/relationships" id="2147483661" r:id="R4a594fb45ab24b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9adf4dff8be445b" /><Relationship Type="http://schemas.openxmlformats.org/officeDocument/2006/relationships/notesSlide" Target="/ppt/notesSlides/notesSlide1.xml" Id="R7074dca6aaad42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e6dc7778774c07" /><Relationship Type="http://schemas.openxmlformats.org/officeDocument/2006/relationships/notesSlide" Target="/ppt/notesSlides/notesSlide2.xml" Id="R794099aacc0640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c8a5486d68aa4d87" /><Relationship Type="http://schemas.openxmlformats.org/officeDocument/2006/relationships/notesSlide" Target="/ppt/notesSlides/notesSlide5.xml" Id="R91d1843a13db41c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037ab21768c4bcd" /><Relationship Type="http://schemas.openxmlformats.org/officeDocument/2006/relationships/notesSlide" Target="/ppt/notesSlides/notesSlide7.xml" Id="R15d9dff95c96497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3af5198e24a4d80" /><Relationship Type="http://schemas.openxmlformats.org/officeDocument/2006/relationships/notesSlide" Target="/ppt/notesSlides/notesSlide8.xml" Id="Re4a691fc5659412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77bc2cbc01e47b5" /><Relationship Type="http://schemas.openxmlformats.org/officeDocument/2006/relationships/notesSlide" Target="/ppt/notesSlides/notesSlide9.xml" Id="Rd1b16eae75324fa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30f870288a3456c" /><Relationship Type="http://schemas.openxmlformats.org/officeDocument/2006/relationships/notesSlide" Target="/ppt/notesSlides/notesSlide11.xml" Id="R2ea0d5c5d784436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20e6b5e0f1ac4932" /><Relationship Type="http://schemas.openxmlformats.org/officeDocument/2006/relationships/notesSlide" Target="/ppt/notesSlides/notesSlide13.xml" Id="R949f72d142b84a0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98dbaa85d33483f" /><Relationship Type="http://schemas.openxmlformats.org/officeDocument/2006/relationships/notesSlide" Target="/ppt/notesSlides/notesSlide14.xml" Id="R1022c1d579a043b3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e4860cbf1f542f0" /><Relationship Type="http://schemas.openxmlformats.org/officeDocument/2006/relationships/notesSlide" Target="/ppt/notesSlides/notesSlide16.xml" Id="R9a17ce4d833248a0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9a610060bd54fd0" /><Relationship Type="http://schemas.openxmlformats.org/officeDocument/2006/relationships/notesSlide" Target="/ppt/notesSlides/notesSlide17.xml" Id="R5821e9d6e26b4372" /></Relationships>
</file>

<file path=ppt/slides/_rels/v5_10_slide1.xml.rels><?xml version='1.0' encoding='UTF-8' standalone='yes'?>
<Relationships xmlns="http://schemas.openxmlformats.org/package/2006/relationships"><Relationship Type="http://schemas.openxmlformats.org/officeDocument/2006/relationships/slideLayout" Target="../slideLayouts/v5_10_slideLayout6.xml" Id="R8d8c2d9ce7164a47"/><Relationship Type="http://schemas.openxmlformats.org/officeDocument/2006/relationships/notesSlide" Target="../notesSlides/v5_10_notesSlide1.xml" Id="R7c1c1b5687ef4ba2"/></Relationships>
</file>

<file path=ppt/slides/_rels/v5_10_slide2.xml.rels><?xml version='1.0' encoding='UTF-8' standalone='yes'?>
<Relationships xmlns="http://schemas.openxmlformats.org/package/2006/relationships"><Relationship Type="http://schemas.openxmlformats.org/officeDocument/2006/relationships/slideLayout" Target="../slideLayouts/v5_10_slideLayout6.xml" Id="R9f355e35964a4832"/><Relationship Type="http://schemas.openxmlformats.org/officeDocument/2006/relationships/notesSlide" Target="../notesSlides/v5_10_notesSlide2.xml" Id="Ra693cef8733c414f"/></Relationships>
</file>

<file path=ppt/slides/_rels/v5_10_slide3.xml.rels><?xml version='1.0' encoding='UTF-8' standalone='yes'?>
<Relationships xmlns="http://schemas.openxmlformats.org/package/2006/relationships"><Relationship Type="http://schemas.openxmlformats.org/officeDocument/2006/relationships/slideLayout" Target="../slideLayouts/v5_10_slideLayout6.xml" Id="Ra2d48606afa645bf"/><Relationship Type="http://schemas.openxmlformats.org/officeDocument/2006/relationships/notesSlide" Target="../notesSlides/v5_10_notesSlide3.xml" Id="R141d87fa332a4cd2"/></Relationships>
</file>

<file path=ppt/slides/_rels/v5_10_slide4.xml.rels><?xml version='1.0' encoding='UTF-8' standalone='yes'?>
<Relationships xmlns="http://schemas.openxmlformats.org/package/2006/relationships"><Relationship Type="http://schemas.openxmlformats.org/officeDocument/2006/relationships/slideLayout" Target="../slideLayouts/v5_10_slideLayout6.xml" Id="Reb86532a0d80466f"/><Relationship Type="http://schemas.openxmlformats.org/officeDocument/2006/relationships/notesSlide" Target="../notesSlides/v5_10_notesSlide4.xml" Id="R4f4360ec9d604054"/></Relationships>
</file>

<file path=ppt/slides/_rels/v5_10_slide5.xml.rels><?xml version='1.0' encoding='UTF-8' standalone='yes'?>
<Relationships xmlns="http://schemas.openxmlformats.org/package/2006/relationships"><Relationship Type="http://schemas.openxmlformats.org/officeDocument/2006/relationships/slideLayout" Target="../slideLayouts/v5_10_slideLayout6.xml" Id="Rac8f2fa6b7584210"/><Relationship Type="http://schemas.openxmlformats.org/officeDocument/2006/relationships/notesSlide" Target="../notesSlides/v5_10_notesSlide5.xml" Id="R76472ea6dbc14982"/></Relationships>
</file>

<file path=ppt/slides/_rels/v5_10_slide6.xml.rels><?xml version='1.0' encoding='UTF-8' standalone='yes'?>
<Relationships xmlns="http://schemas.openxmlformats.org/package/2006/relationships"><Relationship Type="http://schemas.openxmlformats.org/officeDocument/2006/relationships/slideLayout" Target="../slideLayouts/v5_10_slideLayout6.xml" Id="R69db79695c5e4d25"/><Relationship Type="http://schemas.openxmlformats.org/officeDocument/2006/relationships/notesSlide" Target="../notesSlides/v5_10_notesSlide6.xml" Id="R2391147e3a634222"/></Relationships>
</file>

<file path=ppt/slides/_rels/v5_10_slide7.xml.rels><?xml version='1.0' encoding='UTF-8' standalone='yes'?>
<Relationships xmlns="http://schemas.openxmlformats.org/package/2006/relationships"><Relationship Type="http://schemas.openxmlformats.org/officeDocument/2006/relationships/slideLayout" Target="../slideLayouts/v5_10_slideLayout6.xml" Id="R8ab77d06fa5c44fc"/><Relationship Type="http://schemas.openxmlformats.org/officeDocument/2006/relationships/notesSlide" Target="../notesSlides/v5_10_notesSlide7.xml" Id="R11ace14c867640b9"/></Relationships>
</file>

<file path=ppt/slides/_rels/v5_10_slide8.xml.rels><?xml version='1.0' encoding='UTF-8' standalone='yes'?>
<Relationships xmlns="http://schemas.openxmlformats.org/package/2006/relationships"><Relationship Type="http://schemas.openxmlformats.org/officeDocument/2006/relationships/slideLayout" Target="../slideLayouts/v5_10_slideLayout6.xml" Id="Rd7fe57980d9f4d2a"/><Relationship Type="http://schemas.openxmlformats.org/officeDocument/2006/relationships/notesSlide" Target="../notesSlides/v5_10_notesSlide8.xml" Id="R714369e1e6a849fd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FD82A-836E-4F18-B5BD-2B5E9E37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第10回　生物劣化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DD96C-D7D0-4BB3-82A4-BCDDA87F2E6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6745DB-1D4E-4B91-8EC2-4311DD26E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EE64F-7624-4FAC-B7B3-5885C5139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CDB9E4-83CC-4088-A9CA-F3FC974F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0820400" cy="1190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6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木材生物学：生物劣化と利用環境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24C540-5DC0-4D4F-86C5-0D2886876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57575"/>
            <a:ext cx="10820400" cy="1543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55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腐朽・カビ・変色・虫害を区別し、生物と水分・温度等の条件から劣化防止を考える。</a:t>
            </a:r>
          </a:p>
        </p:txBody>
      </p:sp>
    </p:spTree>
    <p:extLst>
      <p:ext uri="{BB962C8B-B14F-4D97-AF65-F5344CB8AC3E}">
        <p14:creationId xmlns:p14="http://schemas.microsoft.com/office/powerpoint/2010/main" val="199452009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54EB8A-FC9E-4994-8DD7-551CBE8BE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今回の前提を確かめる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6A0CE7C-C75D-4D26-8658-72463C2351E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776517-B780-416E-BA06-8E741EC6C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B5401A0-B921-48E7-94B0-32FAD4C8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A31A00-0684-4126-B996-9CB4131A4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壁の成分と、水の所在を学んだ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F27C63B-ABB4-489F-AF08-80043BC9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使用環境で、濡れ方・乾き方は異なる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BAFEF9-B611-4A5D-BCC7-D7AC16DBA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今日は、生物の働きと劣化条件を分ける</a:t>
            </a:r>
          </a:p>
        </p:txBody>
      </p:sp>
    </p:spTree>
    <p:extLst>
      <p:ext uri="{BB962C8B-B14F-4D97-AF65-F5344CB8AC3E}">
        <p14:creationId xmlns:p14="http://schemas.microsoft.com/office/powerpoint/2010/main" val="64589673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EC1A1D-96B2-4F12-B650-670028319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生物劣化を考える条件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BA0BD1-CD26-4D96-8801-046F349488B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1EC3A4-4E79-4D66-880E-48F42987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72E11E-09A3-45FB-86A7-DAB6D6518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C888B5-A921-48E1-BED1-BCC177674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333625"/>
            <a:ext cx="2286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19050">
            <a:solidFill>
              <a:srgbClr val="18364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4C8AE6-8D56-4AC2-A209-5E14CD8C9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62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生物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0058A9-B627-4594-B038-610DE444D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333625"/>
            <a:ext cx="2286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19050">
            <a:solidFill>
              <a:srgbClr val="18364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E9B097-58B2-4DE8-840A-1709E0E26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62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環境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B6747B6-B429-4AB7-9E16-4C8EAF2AB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33625"/>
            <a:ext cx="2286000" cy="1524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DF2F6"/>
          </a:solidFill>
          <a:ln xmlns:a="http://schemas.openxmlformats.org/drawingml/2006/main" w="19050">
            <a:solidFill>
              <a:srgbClr val="18364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1A2CAA-39F9-40DF-BBF8-707D1DCF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762250"/>
            <a:ext cx="2286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ctr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時間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B05AA3-33C2-4462-9772-03F708F8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7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成分の分解・材質の変化を、条件から考える</a:t>
            </a:r>
          </a:p>
        </p:txBody>
      </p:sp>
    </p:spTree>
    <p:extLst>
      <p:ext uri="{BB962C8B-B14F-4D97-AF65-F5344CB8AC3E}">
        <p14:creationId xmlns:p14="http://schemas.microsoft.com/office/powerpoint/2010/main" val="42540964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57FF72-0DA2-4900-9F3F-0C0BADE23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比較するデータと条件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FC7DCB-5D5A-432B-95E9-59BBFC19AB1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913E80A-29BC-41E6-A57B-9DA276110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56EFEF-D6B8-4CA7-9406-056DA7782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7</a:t>
            </a:r>
          </a:p>
        </p:txBody>
      </p:sp>
      <p:graphicFrame>
        <p:nvGraphicFrame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5249945-5F54-4798-8138-B87E2E81C2CE}"/>
              </a:ext>
            </a:extLst>
          </p:cNvPr>
          <p:cNvGraphicFramePr/>
          <p:nvPr/>
        </p:nvGraphicFramePr>
        <p:xfrm>
          <a:off xmlns:a="http://schemas.openxmlformats.org/drawingml/2006/main" x="685800" y="1733550"/>
          <a:ext xmlns:a="http://schemas.openxmlformats.org/drawingml/2006/main" cx="108204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606800"/>
                <a:gridCol w="3606800"/>
                <a:gridCol w="3606800"/>
              </a:tblGrid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観察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原因の候補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Yu Gothic"/>
                          <a:ea typeface="Yu Gothic"/>
                          <a:cs typeface="Yu Gothic"/>
                        </a:rPr>
                        <a:t>追加で確かめること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T w="9525">
                      <a:solidFill>
                        <a:srgbClr val="C8D3DD"/>
                      </a:solidFill>
                    </a:lnT>
                    <a:lnB w="9525">
                      <a:solidFill>
                        <a:srgbClr val="C8D3DD"/>
                      </a:solidFill>
                    </a:lnB>
                    <a:solidFill>
                      <a:srgbClr val="18364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表面の色変化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カビ・変色・別の汚れ等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湿り・内部の状態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軟化・崩れ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腐朽等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範囲と支持部の状態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孔・食痕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虫害等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虫の種類・活動状況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EDF2F6"/>
                    </a:solidFill>
                  </a:tcPr>
                </a:tc>
              </a:tr>
              <a:tr h="695325"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割れ</a:t>
                      </a:r>
                    </a:p>
                  </a:txBody>
                  <a:tcPr marL="91440" marR="91440" marT="45720" marB="45720" anchor="ctr">
                    <a:lnL w="9525">
                      <a:solidFill>
                        <a:srgbClr val="C8D3DD"/>
                      </a:solidFill>
                    </a:lnL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乾燥・荷重等も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r>
                        <a:rPr sz="1800" b="0">
                          <a:solidFill>
                            <a:srgbClr val="253C4D"/>
                          </a:solidFill>
                          <a:latin typeface="Yu Gothic"/>
                          <a:ea typeface="Yu Gothic"/>
                          <a:cs typeface="Yu Gothic"/>
                        </a:rPr>
                        <a:t>方向・深さ・使用履歴</a:t>
                      </a:r>
                    </a:p>
                  </a:txBody>
                  <a:tcPr marL="91440" marR="91440" marT="45720" marB="45720" anchor="ctr">
                    <a:lnR w="9525">
                      <a:solidFill>
                        <a:srgbClr val="C8D3DD"/>
                      </a:solidFill>
                    </a:lnR>
                    <a:lnB w="9525">
                      <a:solidFill>
                        <a:srgbClr val="C8D3DD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8087868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7BB6AD-B56F-406A-87E2-6AE764EF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　屋外教材台の劣化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3597CB-9F15-4860-B513-35C766AA760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3FA1982-0EB1-40CA-B7A6-5C229D93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87C174-F7E7-4EBD-AC60-8B3991FD6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66966F-CDA0-43A5-B145-306EC8BD6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屋外の教材台で、端部に水がたまっている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6F059-01B8-4E17-9E5B-E9F1162F8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表面に変色。一部は触ると軟らかい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38828C-EED4-4C59-81CE-B21F910B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「木材は屋外で使えない」と結論してよいか？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CC660E5-4964-4EE3-BB27-8A0381A12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観察・原因候補・追加調査・対策に分ける</a:t>
            </a:r>
          </a:p>
        </p:txBody>
      </p:sp>
    </p:spTree>
    <p:extLst>
      <p:ext uri="{BB962C8B-B14F-4D97-AF65-F5344CB8AC3E}">
        <p14:creationId xmlns:p14="http://schemas.microsoft.com/office/powerpoint/2010/main" val="132931015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BD921A1-EBC6-46EC-BBA0-B1D0B09D1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演習1の解説　屋外教材台の劣化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7B39B8-0B2E-41FD-8DBD-1AA3993C913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EBC3B0-1DA0-464A-A63B-967BCF9DC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3668AB-8826-4DA8-854F-69E034952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D54D11-554B-44F9-B4CB-282CA5D9D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使用条件と劣化箇所を、まず記録する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31F30E-6FA5-46F6-8AF1-9F0C904DB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腐朽等を疑うが、生物種や内部状態は断定しない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0E81CA-641E-4E59-BDBB-AF929934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水の排出、乾燥、点検、部材交換等を検討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2ACCB2-3BA4-4954-9ABF-4F3FD84FB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支持部の劣化は、使用継続の前に確認する</a:t>
            </a:r>
          </a:p>
        </p:txBody>
      </p:sp>
    </p:spTree>
    <p:extLst>
      <p:ext uri="{BB962C8B-B14F-4D97-AF65-F5344CB8AC3E}">
        <p14:creationId xmlns:p14="http://schemas.microsoft.com/office/powerpoint/2010/main" val="138568532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9CD7581-A83B-4754-96AF-E7BF71D5E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水の経路と保守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40CDDA-968F-4CDD-9A09-153D3985655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616DE7-C7D1-4A5F-82E7-F4EBBDA69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8ECAFB-AA41-4FCC-82C4-C479538F7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1F8D81-641F-4502-AC07-EF5FD9E63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428750" y="2619375"/>
            <a:ext cx="4476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8CD71B-64E2-46CE-A287-02D16450E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1666875" y="2886075"/>
            <a:ext cx="381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B55D09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751123-1FDC-4278-8619-7CF70B6E2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5257800" y="2886075"/>
            <a:ext cx="38100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FE4"/>
          </a:solidFill>
          <a:ln xmlns:a="http://schemas.openxmlformats.org/drawingml/2006/main" w="14288">
            <a:solidFill>
              <a:srgbClr val="B55D09"/>
            </a:solidFill>
          </a:ln>
        </p:spPr>
      </p: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1E0F2F-5C92-4BFD-B170-4BE4B788D74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67125" y="1619250"/>
            <a:ext cx="0" cy="933450"/>
          </a:xfrm>
          <a:prstGeom xmlns:a="http://schemas.openxmlformats.org/drawingml/2006/main" prst="straightConnector1">
            <a:avLst/>
          </a:prstGeom>
          <a:ln xmlns:a="http://schemas.openxmlformats.org/drawingml/2006/main" w="47625">
            <a:solidFill>
              <a:srgbClr val="245C98"/>
            </a:solidFill>
            <a:tailEnd type="triangle" w="med" len="med"/>
          </a:ln>
        </p:spPr>
      </p:cxn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8B3D63E-8D37-4397-962A-0235309CC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238250"/>
            <a:ext cx="209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defRPr>
            </a:pPr>
            <a:r>
              <a:rPr sz="2250" b="1">
                <a:solidFill>
                  <a:srgbClr val="245C98"/>
                </a:solidFill>
                <a:latin typeface="Yu Gothic"/>
                <a:ea typeface="Yu Gothic"/>
                <a:cs typeface="Yu Gothic"/>
              </a:rPr>
              <a:t>濡れる</a:t>
            </a:r>
          </a:p>
        </p:txBody>
      </p: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97CACA-FBF2-4445-B826-B734B23845AE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000500" y="2095500"/>
            <a:ext cx="190500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38100">
            <a:solidFill>
              <a:srgbClr val="087E8B"/>
            </a:solidFill>
            <a:tailEnd type="triangle" w="med" len="me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1729F95-84D6-4137-8166-C918989AF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2190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defRPr>
            </a:pPr>
            <a:r>
              <a:rPr sz="2175" b="1">
                <a:solidFill>
                  <a:srgbClr val="087E8B"/>
                </a:solidFill>
                <a:latin typeface="Yu Gothic"/>
                <a:ea typeface="Yu Gothic"/>
                <a:cs typeface="Yu Gothic"/>
              </a:rPr>
              <a:t>乾く・流す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2701E7-F5E0-4600-B2F7-F5553C384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9335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水の入口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11C84A-FFFC-40A0-B06C-CADE362BC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098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たまりやすい接合部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5A1B4D9-9419-40EA-9761-7F9D007E5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861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乾く経路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29E434-AB3F-463C-B29C-DEE29B336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562475"/>
            <a:ext cx="4314825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点検と部材交換</a:t>
            </a:r>
          </a:p>
        </p:txBody>
      </p:sp>
    </p:spTree>
    <p:extLst>
      <p:ext uri="{BB962C8B-B14F-4D97-AF65-F5344CB8AC3E}">
        <p14:creationId xmlns:p14="http://schemas.microsoft.com/office/powerpoint/2010/main" val="48575295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6428E0-9967-487E-A4D1-52FE8C56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　水の経路と予防策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60F294-77FC-4B89-9959-A8AD61CA920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B2BDD-F891-4A26-9087-C82559D64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772897-04F0-4F81-8754-F98F47407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10A8FF-D4D6-48F5-9E4D-8DA0BB03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097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教室内の棚と、屋外教材を比較する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F6FFDE-4959-4025-85E3-34094B566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860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水が入る・たまる・乾く経路を図示する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566E20-C343-4CD6-B7AC-D354FC1D1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623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使用条件に合わせた予防と点検を提案する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381C38-942A-457D-ACC7-993EB2F2F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38625"/>
            <a:ext cx="108204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32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「乾いていれば全ての虫害を防げる」も検討</a:t>
            </a:r>
          </a:p>
        </p:txBody>
      </p:sp>
    </p:spTree>
    <p:extLst>
      <p:ext uri="{BB962C8B-B14F-4D97-AF65-F5344CB8AC3E}">
        <p14:creationId xmlns:p14="http://schemas.microsoft.com/office/powerpoint/2010/main" val="98318757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9F86FA-FDCE-4BE4-98C6-E996D1133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演習2の解説　水の経路と予防策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1C92F5-7DE6-4581-9A00-153E39B6B6C4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37DC8F-9D52-4EB0-9EB1-D3148E683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BBCA3D-BB06-4B94-A47C-3AFA6720E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5D01508-2F3C-4416-940C-F6DB16E6F1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生物の種類で、必要条件は異なる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7AB099-9030-4A2C-B61B-1742E88A4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乾燥だけで、全ての虫害を保証できない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F6B1B7D-8D7D-41D1-A63A-F0B805812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材料、納まり、保守を組み合わせる</a:t>
            </a:r>
          </a:p>
        </p:txBody>
      </p:sp>
    </p:spTree>
    <p:extLst>
      <p:ext uri="{BB962C8B-B14F-4D97-AF65-F5344CB8AC3E}">
        <p14:creationId xmlns:p14="http://schemas.microsoft.com/office/powerpoint/2010/main" val="163601063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816AF4-7B23-4650-A2A3-779C0B248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確認問題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2787794-6F97-4E03-AC1F-F68DAACF1E95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350558-9BCF-4A8E-B319-E9761B4C4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6F2BF1-7512-4276-9DF3-F12FBDFB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649173-CF73-4F17-8CD9-B92BD41AA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① カビの色だけで、強度低下が分かるか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8AB158-7277-4F0B-A28C-5620735FC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② 水がたまる接合部で、改善できることは？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B49660-0800-4CB2-BD05-0C5568ED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③ 生物劣化と、自然界の分解の関係は？</a:t>
            </a:r>
          </a:p>
        </p:txBody>
      </p:sp>
    </p:spTree>
    <p:extLst>
      <p:ext uri="{BB962C8B-B14F-4D97-AF65-F5344CB8AC3E}">
        <p14:creationId xmlns:p14="http://schemas.microsoft.com/office/powerpoint/2010/main" val="35856952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04F9D47-E273-4AF7-8285-169D4F18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15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要点の整理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59B8FF-7246-46F8-8C3F-825EFCC685C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F29967-229A-4FAA-9114-BAD00537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A73544-BE6A-47F9-A331-9E76E0C53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D6C78"/>
                </a:solidFill>
                <a:latin typeface="Yu Gothic"/>
                <a:ea typeface="Yu Gothic"/>
                <a:cs typeface="Yu Gothic"/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E2A31F-4AC8-49CD-A8A2-6EDF5E2B6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生物・環境・時間をそろえて劣化を考える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44A4AB9-A399-4C7E-B561-6BBD35957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水の経路と点検が、利用条件の検討につながる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E6A0F5-07E2-4D0F-ABBC-2C98F12DB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90950"/>
            <a:ext cx="108204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4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次は、木材を組み直す木質材料へ進む</a:t>
            </a:r>
          </a:p>
        </p:txBody>
      </p:sp>
    </p:spTree>
    <p:extLst>
      <p:ext uri="{BB962C8B-B14F-4D97-AF65-F5344CB8AC3E}">
        <p14:creationId xmlns:p14="http://schemas.microsoft.com/office/powerpoint/2010/main" val="1684168252"/>
      </p:ext>
    </p:extLst>
  </p:cSld>
</p:sld>
</file>

<file path=ppt/slides/v5_10_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1556B5-B691-45DB-A852-EAE9B1DB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今回考える三つの関係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04F0B0-5C95-4491-AAA2-7A9522767BF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6B90F-4FC0-47B7-B662-C29C27378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0B9F27-5380-479F-8903-9A32C914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29AA4-EE2F-422D-BABD-07F17873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腐朽菌：細胞壁の成分を分解し、材質や強度を変える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6874DC-5035-4272-A7BA-F1B71AAF0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腐朽菌の活動には、水分・温度・酸素・養分と時間が関わる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B8FAA-27BB-4AFA-B487-D5A5AEE47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水をためない形、地面から離す納まり、排水と通風を考える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D5E2EC-C06A-47DE-AFF4-A6F128FAD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演習では、式・単位・観察の根拠を残して説明する</a:t>
            </a:r>
          </a:p>
        </p:txBody>
      </p:sp>
    </p:spTree>
    <p:extLst>
      <p:ext uri="{BB962C8B-B14F-4D97-AF65-F5344CB8AC3E}">
        <p14:creationId xmlns:p14="http://schemas.microsoft.com/office/powerpoint/2010/main" val="2020573370"/>
      </p:ext>
    </p:extLst>
  </p:cSld>
</p:sld>
</file>

<file path=ppt/slides/v5_10_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4043D0-4CFD-4289-84A6-9EBCBB385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菌類と昆虫による生物劣化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142F5-B38A-4A01-A9E6-8950E85CF83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823CD9-FBAA-4A00-BD27-DCCF5B59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3D8722-D646-4A10-9D5D-1058BF8C1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5CD1E6-0E14-4AF5-890A-264DF84FA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腐朽菌：細胞壁の成分を分解し、材質や強度を変える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635FC6-9010-437D-8220-A94E1E3AE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カビ・変色菌：表面や材色への影響が目立ち、腐朽と区別する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D4380C-834A-45EC-A2FE-53AF4BD88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シロアリ：木材を食害する昆虫。種類で生活様式や必要条件が異なる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C76B8B-E6AF-4384-82DF-0524AC18C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ヒラタキクイムシなど：広葉樹辺材等を加害する例がある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E6E99B-4C42-4A45-AE3A-187F79FAD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色、孔、粉、軟化などの観察を、原因候補と対応させる</a:t>
            </a:r>
          </a:p>
        </p:txBody>
      </p:sp>
    </p:spTree>
    <p:extLst>
      <p:ext uri="{BB962C8B-B14F-4D97-AF65-F5344CB8AC3E}">
        <p14:creationId xmlns:p14="http://schemas.microsoft.com/office/powerpoint/2010/main" val="65807281"/>
      </p:ext>
    </p:extLst>
  </p:cSld>
</p:sld>
</file>

<file path=ppt/slides/v5_10_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C0483A-035D-4415-8DA2-86515B60F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腐朽が進む環境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921305-8CCF-48D7-BA0D-B9B5817A0F1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40B5FA-D1F8-4890-9C6F-72ED414CA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5D343E-3079-4D61-BE11-8EF08A282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0D79FC-2F85-4AC6-A9C0-901E53B50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腐朽菌の活動には、水分・温度・酸素・養分と時間が関わる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29B681D-5D33-47D4-AB8A-643008A38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雨が当たることだけでなく、水が残る長さと乾く経路を見る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85A322-F10D-4D1E-89EB-8FBB702B9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木口、接地部、水平な接合面などは水が入り・残りやすい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45F86D-8A7C-4079-A9E7-638C85D781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乾燥は腐朽の抑制に有効だが、乾材を加害する昆虫もある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B85523-13EB-481F-95A8-4F1D02105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対象生物と使用条件に応じて、予防と点検を組み合わせる</a:t>
            </a:r>
          </a:p>
        </p:txBody>
      </p:sp>
    </p:spTree>
    <p:extLst>
      <p:ext uri="{BB962C8B-B14F-4D97-AF65-F5344CB8AC3E}">
        <p14:creationId xmlns:p14="http://schemas.microsoft.com/office/powerpoint/2010/main" val="483102414"/>
      </p:ext>
    </p:extLst>
  </p:cSld>
</p:sld>
</file>

<file path=ppt/slides/v5_10_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934BF5E-AF1C-4DE2-B2FA-74774C86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褐色腐朽と白色腐朽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0C9C38-34B7-4F04-8AC6-5982101247E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D776C3-1431-4646-B4BF-361CC57F9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A119E3-0B85-49AA-BA56-63EE360A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830A52-E930-40BF-8CEA-CF22DA83B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褐色腐朽では、主にセルロース・ヘミセルロースが分解される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8786F-EE39-4BB2-8A15-CC1DC0ECB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白色腐朽では、リグニンを含む細胞壁成分の分解が進む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EF52BE-3055-4935-9EA7-E6895DC1C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褐色化や白色化は手掛かりだが、色だけで菌種を確定しない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38C16F-0891-4C9C-9B6E-BDA8B6F8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初期の劣化でも強度が変わることがあり、質量減少と単純比例しない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0D38DF0-9773-492E-B922-441A4B7CB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外観、内部の損傷範囲、支持・接合部の状態を併せて調べる</a:t>
            </a:r>
          </a:p>
        </p:txBody>
      </p:sp>
    </p:spTree>
    <p:extLst>
      <p:ext uri="{BB962C8B-B14F-4D97-AF65-F5344CB8AC3E}">
        <p14:creationId xmlns:p14="http://schemas.microsoft.com/office/powerpoint/2010/main" val="908466257"/>
      </p:ext>
    </p:extLst>
  </p:cSld>
</p:sld>
</file>

<file path=ppt/slides/v5_10_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8153DD1-C437-47EA-BA61-6B96705D3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予防と保守と資源循環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AC238D-2C96-4CCB-B2A6-1BEE0FBF7C8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F4ECEC-AEE0-4114-BF89-A965D3272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07599E-2480-4A69-90E1-405241847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4791F4-1090-4AD0-8060-C1646864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水をためない形、地面から離す納まり、排水と通風を考える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ED38AF-19E2-4CBD-894E-F85CD1951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適切な表面保護や保存処理は、製品と使用条件に合わせて選ぶ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58B665-FE97-44CE-8400-B6AA454C9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点検できる接合、交換できる部材は、長く使う工夫になる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42C28-6614-4971-806D-09C8BC84C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自然界での木材の分解は、炭素や養分の循環を支える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4D3A76-1EFA-421F-BE00-BD260B2D0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使用中の劣化を抑えることと、使用後の資源循環を両方考える</a:t>
            </a:r>
          </a:p>
        </p:txBody>
      </p:sp>
    </p:spTree>
    <p:extLst>
      <p:ext uri="{BB962C8B-B14F-4D97-AF65-F5344CB8AC3E}">
        <p14:creationId xmlns:p14="http://schemas.microsoft.com/office/powerpoint/2010/main" val="2032235430"/>
      </p:ext>
    </p:extLst>
  </p:cSld>
</p:sld>
</file>

<file path=ppt/slides/v5_10_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D3D51D-A2B2-4196-A9B6-63DD24B3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屋外教材台の改善案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E16CEF-F553-4E4C-A9CD-3879DE44ECD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A5C4D7-F3DF-4064-ABBD-A3D1E92AA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619C48-3F0B-422F-B1EE-885A4B53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672A1-1E19-4507-8CC0-A09024077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写真で、水の入口・たまり場・乾く経路を示す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5DEA14-AA0A-470F-8E5B-17080398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526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腐朽・カビ・虫害の候補を、観察記録と対応させる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76853A-FC0C-472E-B017-A1B7700D2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337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排水や接合形状の変更、点検・交換の箇所を提案する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D29ECD-682E-4792-89BB-15D3AC03E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1477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発問：同じ木材でも、置き方で劣化の進み方が変わるのはなぜか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D881EA-9424-458B-AFBB-BCFCB81F7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95825"/>
            <a:ext cx="108204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教科書の接点：耐久性・保守・屋外利用／A(1)ア／A(3)ア・イ</a:t>
            </a:r>
          </a:p>
        </p:txBody>
      </p:sp>
    </p:spTree>
    <p:extLst>
      <p:ext uri="{BB962C8B-B14F-4D97-AF65-F5344CB8AC3E}">
        <p14:creationId xmlns:p14="http://schemas.microsoft.com/office/powerpoint/2010/main" val="858862328"/>
      </p:ext>
    </p:extLst>
  </p:cSld>
</p:sld>
</file>

<file path=ppt/slides/v5_10_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21662A-BF91-4CD2-A7D2-8E36C5A9E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課題A3と復習の整理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8AB16-5213-4E34-8D92-AFB55B25CB5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F149F3-E934-4D87-BA66-A6A0D079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68252D-3C27-41F1-85AD-985A7977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7FCC3DA-825A-4BA3-9853-6902EEAE0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716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今回までのまとまりを、課題A3「密度と水と劣化」で整理する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E16AA0-DC56-406C-812E-FDAAD920C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431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講義資料と文献を参照し、回答IDごとに記入する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E74122-1205-4603-ACE6-EE3A3A7D1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基本70点・発展30点。途中式、単位、根拠を残す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E967A8-D764-4D06-B0F7-BA07EB1DD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86275"/>
            <a:ext cx="108204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2175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調べ学習では、出典の該当箇所と自分の判断を分けて記す</a:t>
            </a:r>
          </a:p>
        </p:txBody>
      </p:sp>
    </p:spTree>
    <p:extLst>
      <p:ext uri="{BB962C8B-B14F-4D97-AF65-F5344CB8AC3E}">
        <p14:creationId xmlns:p14="http://schemas.microsoft.com/office/powerpoint/2010/main" val="1095891478"/>
      </p:ext>
    </p:extLst>
  </p:cSld>
</p:sld>
</file>

<file path=ppt/slides/v5_10_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C5EC6C-A58B-443F-ACB9-7BE8EC06F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108204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3000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参考資料と読み進め方</a:t>
            </a:r>
          </a:p>
        </p:txBody>
      </p:sp>
      <p:cxnSp>
        <p:nvCxn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A0097EE-41A9-4B48-BDA0-AA2AD9905FCB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685800" y="1190625"/>
            <a:ext cx="10820400" cy="0"/>
          </a:xfrm>
          <a:prstGeom xmlns:a="http://schemas.openxmlformats.org/drawingml/2006/main" prst="straightConnector1">
            <a:avLst/>
          </a:prstGeom>
          <a:ln xmlns:a="http://schemas.openxmlformats.org/drawingml/2006/main" w="22860">
            <a:solidFill>
              <a:srgbClr val="18364F"/>
            </a:solidFill>
          </a:ln>
        </p:spPr>
      </p:cxn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C14647-AC71-40B2-ABF8-7A25D5E8C7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9067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第14章 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8016A9-ED26-46A0-B42C-A4514308E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https://research.fs.usda.gov/treesearch/62262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A3CA38-F757-4C39-8A00-0A562A2A4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Wood Handbook 2021 第15章 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60106D-D50F-4F1B-96D8-A992391CF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https://research.fs.usda.gov/treesearch/62259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165EB5-688E-45AE-B01D-645DB80B3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90925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学習指導要領解説 A 材料と加工の技術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0F47BA-A7F5-4C97-9749-AB576C803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https://www.mext.go.jp/component/a_menu/education/micro_detail/__icsFiles/afieldfile/2019/03/18/1387018_009.pdf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375DC4-4162-48FF-8BFC-743CC7D49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9105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defRPr>
            </a:pPr>
            <a:r>
              <a:rPr sz="2025" b="1">
                <a:solidFill>
                  <a:srgbClr val="18364F"/>
                </a:solidFill>
                <a:latin typeface="Yu Gothic"/>
                <a:ea typeface="Yu Gothic"/>
                <a:cs typeface="Yu Gothic"/>
              </a:rPr>
              <a:t>開隆堂 R7評価規準例 PDF1頁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AA58D1-A8DD-45AB-B634-33950D5C5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defRPr>
            </a:pPr>
            <a:r>
              <a:rPr sz="1500" b="0">
                <a:solidFill>
                  <a:srgbClr val="253C4D"/>
                </a:solidFill>
                <a:latin typeface="Yu Gothic"/>
                <a:ea typeface="Yu Gothic"/>
                <a:cs typeface="Yu Gothic"/>
              </a:rPr>
              <a:t>https://www.kairyudo.co.jp/contents/04_shiryo/nenkei/chu/data/r7chu-gi_hyokakijun.pdf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DDD2341-542C-4473-B33D-ABA81E108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67400"/>
            <a:ext cx="108204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800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講義で扱った図・式・用語に該当する節を参照し、出典箇所を記録する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C5BCD1-ED4A-4A13-9B87-A524870CF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19850"/>
            <a:ext cx="9048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木材及び木質材料学　第10回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EC14B5-52B8-4FD3-B9D8-1FCFF6E78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0" y="6419850"/>
            <a:ext cx="6477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>
            <a:def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defPPr>
            <a:lvl1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1pPr>
            <a:lvl2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2pPr>
            <a:lvl3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3pPr>
            <a:lvl4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4pPr>
            <a:lvl5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5pPr>
            <a:lvl6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6pPr>
            <a:lvl7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7pPr>
            <a:lvl8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8pPr>
            <a:lvl9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lvl9pPr>
          </a:lstStyle>
          <a:p xmlns:a="http://schemas.openxmlformats.org/drawingml/2006/main">
            <a:pPr algn="r">
              <a:def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defRPr>
            </a:pPr>
            <a:r>
              <a:rPr sz="1425" b="0">
                <a:solidFill>
                  <a:srgbClr val="596875"/>
                </a:solidFill>
                <a:latin typeface="Yu Gothic"/>
                <a:ea typeface="Yu Gothic"/>
                <a:cs typeface="Yu Gothic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68167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2026-10-22T22:29:06.4900000Z</dcterms:created>
  <dcterms:modified xsi:type="dcterms:W3CDTF">2026-10-22T22:29:06.4900000Z</dcterms:modified>
</coreProperties>
</file>
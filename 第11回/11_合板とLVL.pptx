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11_slide1.xml" ContentType="application/vnd.openxmlformats-officedocument.presentationml.slide+xml"/>
  <Override PartName="/ppt/slideLayouts/v5_11_slideLayout6.xml" ContentType="application/vnd.openxmlformats-officedocument.presentationml.slideLayout+xml"/>
  <Override PartName="/ppt/slideMasters/v5_11_slideMaster1.xml" ContentType="application/vnd.openxmlformats-officedocument.presentationml.slideMaster+xml"/>
  <Override PartName="/ppt/slideMasters/theme/v5_11_theme2.xml" ContentType="application/vnd.openxmlformats-officedocument.theme+xml"/>
  <Override PartName="/ppt/slideLayouts/v5_11_slideLayout1.xml" ContentType="application/vnd.openxmlformats-officedocument.presentationml.slideLayout+xml"/>
  <Override PartName="/ppt/slideLayouts/v5_11_slideLayout2.xml" ContentType="application/vnd.openxmlformats-officedocument.presentationml.slideLayout+xml"/>
  <Override PartName="/ppt/slideLayouts/v5_11_slideLayout3.xml" ContentType="application/vnd.openxmlformats-officedocument.presentationml.slideLayout+xml"/>
  <Override PartName="/ppt/slideLayouts/v5_11_slideLayout4.xml" ContentType="application/vnd.openxmlformats-officedocument.presentationml.slideLayout+xml"/>
  <Override PartName="/ppt/slideLayouts/v5_11_slideLayout5.xml" ContentType="application/vnd.openxmlformats-officedocument.presentationml.slideLayout+xml"/>
  <Override PartName="/ppt/notesSlides/v5_11_notesSlide1.xml" ContentType="application/vnd.openxmlformats-officedocument.presentationml.notesSlide+xml"/>
  <Override PartName="/ppt/slides/v5_11_slide2.xml" ContentType="application/vnd.openxmlformats-officedocument.presentationml.slide+xml"/>
  <Override PartName="/ppt/notesSlides/v5_11_notesSlide2.xml" ContentType="application/vnd.openxmlformats-officedocument.presentationml.notesSlide+xml"/>
  <Override PartName="/ppt/slides/v5_11_slide3.xml" ContentType="application/vnd.openxmlformats-officedocument.presentationml.slide+xml"/>
  <Override PartName="/ppt/notesSlides/v5_11_notesSlide3.xml" ContentType="application/vnd.openxmlformats-officedocument.presentationml.notesSlide+xml"/>
  <Override PartName="/ppt/slides/v5_11_slide4.xml" ContentType="application/vnd.openxmlformats-officedocument.presentationml.slide+xml"/>
  <Override PartName="/ppt/notesSlides/v5_11_notesSlide4.xml" ContentType="application/vnd.openxmlformats-officedocument.presentationml.notesSlide+xml"/>
  <Override PartName="/ppt/slides/v5_11_slide5.xml" ContentType="application/vnd.openxmlformats-officedocument.presentationml.slide+xml"/>
  <Override PartName="/ppt/notesSlides/v5_11_notesSlide5.xml" ContentType="application/vnd.openxmlformats-officedocument.presentationml.notesSlide+xml"/>
  <Override PartName="/ppt/slides/v5_11_slide6.xml" ContentType="application/vnd.openxmlformats-officedocument.presentationml.slide+xml"/>
  <Override PartName="/ppt/notesSlides/v5_11_notesSlide6.xml" ContentType="application/vnd.openxmlformats-officedocument.presentationml.notesSlide+xml"/>
  <Override PartName="/ppt/slides/v5_11_slide7.xml" ContentType="application/vnd.openxmlformats-officedocument.presentationml.slide+xml"/>
  <Override PartName="/ppt/notesSlides/v5_11_notesSlide7.xml" ContentType="application/vnd.openxmlformats-officedocument.presentationml.notesSlide+xml"/>
  <Override PartName="/ppt/slides/v5_11_slide8.xml" ContentType="application/vnd.openxmlformats-officedocument.presentationml.slide+xml"/>
  <Override PartName="/ppt/notesSlides/v5_11_notesSlide8.xml" ContentType="application/vnd.openxmlformats-officedocument.presentationml.notesSlide+xml"/>
  <Override PartName="/ppt/slides/v5_11_slide9.xml" ContentType="application/vnd.openxmlformats-officedocument.presentationml.slide+xml"/>
  <Override PartName="/ppt/notesSlides/v5_11_notesSlide9.xml" ContentType="application/vnd.openxmlformats-officedocument.presentationml.notesSlide+xml"/>
  <Override PartName="/ppt/slides/v5_11_slide10.xml" ContentType="application/vnd.openxmlformats-officedocument.presentationml.slide+xml"/>
  <Override PartName="/ppt/notesSlides/v5_11_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429e92603f4a2b" /><Relationship Type="http://schemas.openxmlformats.org/officeDocument/2006/relationships/extended-properties" Target="/docProps/app.xml" Id="R7b3f301bc6944216" /><Relationship Type="http://schemas.openxmlformats.org/officeDocument/2006/relationships/officeDocument" Target="/ppt/presentation.xml" Id="R58a8e79dd9a7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77e8ed912346bc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c3c59a687aa14b40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ba58d1c68ea4ea3"/><Relationship Type="http://schemas.openxmlformats.org/officeDocument/2006/relationships/slideMaster" Target="/ppt/slideMasters/slideMaster1.xml" Id="Rf877e8ed912346bc"/><Relationship Type="http://schemas.openxmlformats.org/officeDocument/2006/relationships/notesMaster" Target="/ppt/notesMasters/notesMaster1.xml" Id="Rc3c59a687aa14b40"/><Relationship Type="http://schemas.openxmlformats.org/officeDocument/2006/relationships/presProps" Target="/ppt/presProps.xml" Id="R58ef4bd6bf46436c"/><Relationship Type="http://schemas.openxmlformats.org/officeDocument/2006/relationships/tableStyles" Target="/ppt/tableStyles.xml" Id="R8d0ec0d48c82476f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1_slide1.xml"/><Relationship Id="rIdV5Slide4" Type="http://schemas.openxmlformats.org/officeDocument/2006/relationships/slide" Target="slides/v5_11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11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v5_11_slide6.xml"/><Relationship Id="rIdV5Slide9" Type="http://schemas.openxmlformats.org/officeDocument/2006/relationships/slide" Target="slides/v5_11_slide4.xml"/><Relationship Id="rIdV5Slide10" Type="http://schemas.openxmlformats.org/officeDocument/2006/relationships/slide" Target="slides/v5_11_slide5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11_slide7.xml"/><Relationship Id="rIdV5Slide13" Type="http://schemas.openxmlformats.org/officeDocument/2006/relationships/slide" Target="slides/slide13.xml"/><Relationship Id="rIdV5Slide14" Type="http://schemas.openxmlformats.org/officeDocument/2006/relationships/slide" Target="slides/slide14.xml"/><Relationship Id="rIdV5Slide15" Type="http://schemas.openxmlformats.org/officeDocument/2006/relationships/slide" Target="slides/v5_11_slide8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slide18.xml"/><Relationship Id="rIdV5Slide19" Type="http://schemas.openxmlformats.org/officeDocument/2006/relationships/slide" Target="slides/v5_11_slide9.xml"/><Relationship Id="rIdV5Slide20" Type="http://schemas.openxmlformats.org/officeDocument/2006/relationships/slide" Target="slides/v5_11_slide10.xml"/><Relationship Id="rIdV5Master0" Type="http://schemas.openxmlformats.org/officeDocument/2006/relationships/slideMaster" Target="slideMasters/v5_11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ab3f2770e0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8af69cba154312" /><Relationship Type="http://schemas.openxmlformats.org/officeDocument/2006/relationships/notesMaster" Target="/ppt/notesMasters/notesMaster1.xml" Id="R80883e3b74ab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03852387a043e8" /><Relationship Type="http://schemas.openxmlformats.org/officeDocument/2006/relationships/notesMaster" Target="/ppt/notesMasters/notesMaster1.xml" Id="R46c7136e787c4f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52906b68114660" /><Relationship Type="http://schemas.openxmlformats.org/officeDocument/2006/relationships/notesMaster" Target="/ppt/notesMasters/notesMaster1.xml" Id="Rddd766df12d9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58c9804dc044f6" /><Relationship Type="http://schemas.openxmlformats.org/officeDocument/2006/relationships/notesMaster" Target="/ppt/notesMasters/notesMaster1.xml" Id="R6e721692b5ad4a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5d416579624706" /><Relationship Type="http://schemas.openxmlformats.org/officeDocument/2006/relationships/notesMaster" Target="/ppt/notesMasters/notesMaster1.xml" Id="Rf9fa2ef78eeb41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2027d3e6e8485b" /><Relationship Type="http://schemas.openxmlformats.org/officeDocument/2006/relationships/notesMaster" Target="/ppt/notesMasters/notesMaster1.xml" Id="Re67f4e138100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3d3921f29242ab" /><Relationship Type="http://schemas.openxmlformats.org/officeDocument/2006/relationships/notesMaster" Target="/ppt/notesMasters/notesMaster1.xml" Id="Reb22b0f2d0bc40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cda52d37d743da" /><Relationship Type="http://schemas.openxmlformats.org/officeDocument/2006/relationships/notesMaster" Target="/ppt/notesMasters/notesMaster1.xml" Id="Rb8f3916dda504f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1aa20ee9e84864" /><Relationship Type="http://schemas.openxmlformats.org/officeDocument/2006/relationships/notesMaster" Target="/ppt/notesMasters/notesMaster1.xml" Id="R150051ef8e4141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2db244881a4d95" /><Relationship Type="http://schemas.openxmlformats.org/officeDocument/2006/relationships/notesMaster" Target="/ppt/notesMasters/notesMaster1.xml" Id="R3bac50b4c0a646f1" /></Relationships>
</file>

<file path=ppt/notesSlides/_rels/v5_11_notesSlide1.xml.rels><?xml version='1.0' encoding='UTF-8' standalone='yes'?>
<Relationships xmlns="http://schemas.openxmlformats.org/package/2006/relationships"><Relationship Type="http://schemas.openxmlformats.org/officeDocument/2006/relationships/slide" Target="../slides/v5_11_slide1.xml" Id="Rb7bd0bf92cf2453d"/><Relationship Type="http://schemas.openxmlformats.org/officeDocument/2006/relationships/notesMaster" Target="../notesMasters/notesMaster1.xml" Id="Rab4f33da886a4aea"/></Relationships>
</file>

<file path=ppt/notesSlides/_rels/v5_11_notesSlide2.xml.rels><?xml version='1.0' encoding='UTF-8' standalone='yes'?>
<Relationships xmlns="http://schemas.openxmlformats.org/package/2006/relationships"><Relationship Type="http://schemas.openxmlformats.org/officeDocument/2006/relationships/slide" Target="../slides/v5_11_slide2.xml" Id="R0208e31e94d740da"/><Relationship Type="http://schemas.openxmlformats.org/officeDocument/2006/relationships/notesMaster" Target="../notesMasters/notesMaster1.xml" Id="R8a3cf999bc9e4455"/></Relationships>
</file>

<file path=ppt/notesSlides/_rels/v5_11_notesSlide3.xml.rels><?xml version='1.0' encoding='UTF-8' standalone='yes'?>
<Relationships xmlns="http://schemas.openxmlformats.org/package/2006/relationships"><Relationship Type="http://schemas.openxmlformats.org/officeDocument/2006/relationships/slide" Target="../slides/v5_11_slide3.xml" Id="R7100912cee8046c4"/><Relationship Type="http://schemas.openxmlformats.org/officeDocument/2006/relationships/notesMaster" Target="../notesMasters/notesMaster1.xml" Id="Recb949e3f65d4a2d"/></Relationships>
</file>

<file path=ppt/notesSlides/_rels/v5_11_notesSlide4.xml.rels><?xml version='1.0' encoding='UTF-8' standalone='yes'?>
<Relationships xmlns="http://schemas.openxmlformats.org/package/2006/relationships"><Relationship Type="http://schemas.openxmlformats.org/officeDocument/2006/relationships/slide" Target="../slides/v5_11_slide4.xml" Id="Rb1990c6b630d4acb"/><Relationship Type="http://schemas.openxmlformats.org/officeDocument/2006/relationships/notesMaster" Target="../notesMasters/notesMaster1.xml" Id="Rbb2e2a9a6892472a"/></Relationships>
</file>

<file path=ppt/notesSlides/_rels/v5_11_notesSlide5.xml.rels><?xml version='1.0' encoding='UTF-8' standalone='yes'?>
<Relationships xmlns="http://schemas.openxmlformats.org/package/2006/relationships"><Relationship Type="http://schemas.openxmlformats.org/officeDocument/2006/relationships/slide" Target="../slides/v5_11_slide5.xml" Id="Rfdb6e0dd6253412d"/><Relationship Type="http://schemas.openxmlformats.org/officeDocument/2006/relationships/notesMaster" Target="../notesMasters/notesMaster1.xml" Id="R2fb85b3617584bc7"/></Relationships>
</file>

<file path=ppt/notesSlides/_rels/v5_11_notesSlide6.xml.rels><?xml version='1.0' encoding='UTF-8' standalone='yes'?>
<Relationships xmlns="http://schemas.openxmlformats.org/package/2006/relationships"><Relationship Type="http://schemas.openxmlformats.org/officeDocument/2006/relationships/slide" Target="../slides/v5_11_slide6.xml" Id="R2c916174e0f941be"/><Relationship Type="http://schemas.openxmlformats.org/officeDocument/2006/relationships/notesMaster" Target="../notesMasters/notesMaster1.xml" Id="R9cbf551949f14087"/></Relationships>
</file>

<file path=ppt/notesSlides/_rels/v5_11_notesSlide7.xml.rels><?xml version='1.0' encoding='UTF-8' standalone='yes'?>
<Relationships xmlns="http://schemas.openxmlformats.org/package/2006/relationships"><Relationship Type="http://schemas.openxmlformats.org/officeDocument/2006/relationships/slide" Target="../slides/v5_11_slide7.xml" Id="Rbc0cbca28c224aa8"/><Relationship Type="http://schemas.openxmlformats.org/officeDocument/2006/relationships/notesMaster" Target="../notesMasters/notesMaster1.xml" Id="Rb7db6d8c700a435b"/></Relationships>
</file>

<file path=ppt/notesSlides/_rels/v5_11_notesSlide8.xml.rels><?xml version='1.0' encoding='UTF-8' standalone='yes'?>
<Relationships xmlns="http://schemas.openxmlformats.org/package/2006/relationships"><Relationship Type="http://schemas.openxmlformats.org/officeDocument/2006/relationships/slide" Target="../slides/v5_11_slide8.xml" Id="Rd8507c8e03084642"/><Relationship Type="http://schemas.openxmlformats.org/officeDocument/2006/relationships/notesMaster" Target="../notesMasters/notesMaster1.xml" Id="Rc7bbe951c7ec400a"/></Relationships>
</file>

<file path=ppt/notesSlides/_rels/v5_11_notesSlide9.xml.rels><?xml version='1.0' encoding='UTF-8' standalone='yes'?>
<Relationships xmlns="http://schemas.openxmlformats.org/package/2006/relationships"><Relationship Type="http://schemas.openxmlformats.org/officeDocument/2006/relationships/slide" Target="../slides/v5_11_slide9.xml" Id="R62ce3a5ab29d40c7"/><Relationship Type="http://schemas.openxmlformats.org/officeDocument/2006/relationships/notesMaster" Target="../notesMasters/notesMaster1.xml" Id="Rc57967ad90034058"/></Relationships>
</file>

<file path=ppt/notesSlides/_rels/v5_11_notesSlide10.xml.rels><?xml version='1.0' encoding='UTF-8' standalone='yes'?>
<Relationships xmlns="http://schemas.openxmlformats.org/package/2006/relationships"><Relationship Type="http://schemas.openxmlformats.org/officeDocument/2006/relationships/slide" Target="../slides/v5_11_slide10.xml" Id="R5a1fc50da80a484e"/><Relationship Type="http://schemas.openxmlformats.org/officeDocument/2006/relationships/notesMaster" Target="../notesMasters/notesMaster1.xml" Id="Rca96b91a0e804aa5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1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195e8e8c349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1450ffd7544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e0d7675df4c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3eac03d344b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8fe4f068241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92eb0de9849bd" /></Relationships>
</file>

<file path=ppt/slideLayouts/_rels/v5_11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1a1492d1b183439d"/></Relationships>
</file>

<file path=ppt/slideLayouts/_rels/v5_11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c58d0e55086a4488"/></Relationships>
</file>

<file path=ppt/slideLayouts/_rels/v5_11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b7af50f8afc644dd"/></Relationships>
</file>

<file path=ppt/slideLayouts/_rels/v5_11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e65062be81de4db7"/></Relationships>
</file>

<file path=ppt/slideLayouts/_rels/v5_11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bf038eed0d2243ec"/></Relationships>
</file>

<file path=ppt/slideLayouts/_rels/v5_11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1_slideMaster1.xml" Id="R710119e1c6ab4acb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1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7FF0C-B922-4168-81A3-182A2E0C0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30B460-C524-41B8-B482-ADA2E31C34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1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68FAA8-0928-43AD-9563-DF729729F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1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A355BB-51D4-4B4F-89FF-E992067DA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251C0E-94DD-46A8-A5EA-C241CED22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1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E9253F-8CCE-44C4-A4C7-F23FE3638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6C1D55-C1AC-4138-9D3B-52AB3F708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C535A4-6BD3-48CD-B4AA-D60E8A5915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1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AB39AA-2786-4512-B830-842A0B988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D702E2-941C-4502-B769-DD3D863BA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1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fb60c2894e4d94" /><Relationship Type="http://schemas.openxmlformats.org/officeDocument/2006/relationships/slideLayout" Target="/ppt/slideLayouts/slideLayout1.xml" Id="Ra1649ea728a24161" /><Relationship Type="http://schemas.openxmlformats.org/officeDocument/2006/relationships/slideLayout" Target="/ppt/slideLayouts/slideLayout2.xml" Id="R8cd34d6bd4a04963" /><Relationship Type="http://schemas.openxmlformats.org/officeDocument/2006/relationships/slideLayout" Target="/ppt/slideLayouts/slideLayout3.xml" Id="R01acc8feb4cc4e11" /><Relationship Type="http://schemas.openxmlformats.org/officeDocument/2006/relationships/slideLayout" Target="/ppt/slideLayouts/slideLayout4.xml" Id="R456bd165e42140ff" /><Relationship Type="http://schemas.openxmlformats.org/officeDocument/2006/relationships/slideLayout" Target="/ppt/slideLayouts/slideLayout5.xml" Id="Rb0a43fa078154375" /><Relationship Type="http://schemas.openxmlformats.org/officeDocument/2006/relationships/slideLayout" Target="/ppt/slideLayouts/slideLayout6.xml" Id="R422b9f51f03a49d7" /></Relationships>
</file>

<file path=ppt/slideMasters/_rels/v5_11_slideMaster1.xml.rels><?xml version='1.0' encoding='UTF-8' standalone='yes'?>
<Relationships xmlns="http://schemas.openxmlformats.org/package/2006/relationships"><Relationship Type="http://schemas.openxmlformats.org/officeDocument/2006/relationships/theme" Target="theme/v5_11_theme2.xml" Id="R55c06fa0f10e47a6"/><Relationship Type="http://schemas.openxmlformats.org/officeDocument/2006/relationships/slideLayout" Target="../slideLayouts/v5_11_slideLayout1.xml" Id="R4425416dd1214b80"/><Relationship Type="http://schemas.openxmlformats.org/officeDocument/2006/relationships/slideLayout" Target="../slideLayouts/v5_11_slideLayout2.xml" Id="R359f5816b8414b67"/><Relationship Type="http://schemas.openxmlformats.org/officeDocument/2006/relationships/slideLayout" Target="../slideLayouts/v5_11_slideLayout3.xml" Id="R29bd95dc88c14591"/><Relationship Type="http://schemas.openxmlformats.org/officeDocument/2006/relationships/slideLayout" Target="../slideLayouts/v5_11_slideLayout4.xml" Id="R641f8130b56e43ce"/><Relationship Type="http://schemas.openxmlformats.org/officeDocument/2006/relationships/slideLayout" Target="../slideLayouts/v5_11_slideLayout5.xml" Id="Rfc755483ed4c4e53"/><Relationship Type="http://schemas.openxmlformats.org/officeDocument/2006/relationships/slideLayout" Target="../slideLayouts/v5_11_slideLayout6.xml" Id="R847e78ba97104b6e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649ea728a24161"/>
    <p:sldLayoutId xmlns:r="http://schemas.openxmlformats.org/officeDocument/2006/relationships" id="2147483650" r:id="R8cd34d6bd4a04963"/>
    <p:sldLayoutId xmlns:r="http://schemas.openxmlformats.org/officeDocument/2006/relationships" id="2147483651" r:id="R01acc8feb4cc4e11"/>
    <p:sldLayoutId xmlns:r="http://schemas.openxmlformats.org/officeDocument/2006/relationships" id="2147483652" r:id="R456bd165e42140ff"/>
    <p:sldLayoutId xmlns:r="http://schemas.openxmlformats.org/officeDocument/2006/relationships" id="2147483653" r:id="Rb0a43fa078154375"/>
    <p:sldLayoutId xmlns:r="http://schemas.openxmlformats.org/officeDocument/2006/relationships" id="2147483654" r:id="R422b9f51f03a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1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1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425416dd1214b80"/>
    <p:sldLayoutId xmlns:r="http://schemas.openxmlformats.org/officeDocument/2006/relationships" id="2147483657" r:id="R359f5816b8414b67"/>
    <p:sldLayoutId xmlns:r="http://schemas.openxmlformats.org/officeDocument/2006/relationships" id="2147483658" r:id="R29bd95dc88c14591"/>
    <p:sldLayoutId xmlns:r="http://schemas.openxmlformats.org/officeDocument/2006/relationships" id="2147483659" r:id="R641f8130b56e43ce"/>
    <p:sldLayoutId xmlns:r="http://schemas.openxmlformats.org/officeDocument/2006/relationships" id="2147483660" r:id="Rfc755483ed4c4e53"/>
    <p:sldLayoutId xmlns:r="http://schemas.openxmlformats.org/officeDocument/2006/relationships" id="2147483661" r:id="R847e78ba9710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344edb1d543e9" /><Relationship Type="http://schemas.openxmlformats.org/officeDocument/2006/relationships/notesSlide" Target="/ppt/notesSlides/notesSlide1.xml" Id="R45ba1e76af2f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69b38fa594115" /><Relationship Type="http://schemas.openxmlformats.org/officeDocument/2006/relationships/notesSlide" Target="/ppt/notesSlides/notesSlide2.xml" Id="Ra125deb556b8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7f060635c43fb" /><Relationship Type="http://schemas.openxmlformats.org/officeDocument/2006/relationships/notesSlide" Target="/ppt/notesSlides/notesSlide5.xml" Id="Rd9de6f9187bc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12a08831b4c3a" /><Relationship Type="http://schemas.openxmlformats.org/officeDocument/2006/relationships/notesSlide" Target="/ppt/notesSlides/notesSlide7.xml" Id="R72815b4ddbb84a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d465885f642e1" /><Relationship Type="http://schemas.openxmlformats.org/officeDocument/2006/relationships/notesSlide" Target="/ppt/notesSlides/notesSlide11.xml" Id="R55e84973144a46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61102e22d44b1" /><Relationship Type="http://schemas.openxmlformats.org/officeDocument/2006/relationships/notesSlide" Target="/ppt/notesSlides/notesSlide13.xml" Id="R8260289761214d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5005763304fc5" /><Relationship Type="http://schemas.openxmlformats.org/officeDocument/2006/relationships/notesSlide" Target="/ppt/notesSlides/notesSlide14.xml" Id="R5d4ef208c24e4a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8e599c7b34335" /><Relationship Type="http://schemas.openxmlformats.org/officeDocument/2006/relationships/notesSlide" Target="/ppt/notesSlides/notesSlide16.xml" Id="R2c19c291f43147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6e59bd0024ffb" /><Relationship Type="http://schemas.openxmlformats.org/officeDocument/2006/relationships/notesSlide" Target="/ppt/notesSlides/notesSlide17.xml" Id="R2291810712034b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6ce3fab614bd8" /><Relationship Type="http://schemas.openxmlformats.org/officeDocument/2006/relationships/notesSlide" Target="/ppt/notesSlides/notesSlide18.xml" Id="R2746585a19a44668" /></Relationships>
</file>

<file path=ppt/slides/_rels/v5_11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519f80da649140aa"/><Relationship Type="http://schemas.openxmlformats.org/officeDocument/2006/relationships/notesSlide" Target="../notesSlides/v5_11_notesSlide1.xml" Id="Rd356f3d294ea4f52"/></Relationships>
</file>

<file path=ppt/slides/_rels/v5_11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6df54889b3ec4522"/><Relationship Type="http://schemas.openxmlformats.org/officeDocument/2006/relationships/notesSlide" Target="../notesSlides/v5_11_notesSlide2.xml" Id="Rcb7bfe7c5e94482f"/></Relationships>
</file>

<file path=ppt/slides/_rels/v5_11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29eeede55af04961"/><Relationship Type="http://schemas.openxmlformats.org/officeDocument/2006/relationships/notesSlide" Target="../notesSlides/v5_11_notesSlide3.xml" Id="R45356320b89b42ec"/></Relationships>
</file>

<file path=ppt/slides/_rels/v5_11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431ed9905b384da7"/><Relationship Type="http://schemas.openxmlformats.org/officeDocument/2006/relationships/notesSlide" Target="../notesSlides/v5_11_notesSlide4.xml" Id="Rc2a7327fe63c4ff1"/></Relationships>
</file>

<file path=ppt/slides/_rels/v5_11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b4f52cad6bc44d84"/><Relationship Type="http://schemas.openxmlformats.org/officeDocument/2006/relationships/notesSlide" Target="../notesSlides/v5_11_notesSlide5.xml" Id="R6b8f8a38ddc349b5"/></Relationships>
</file>

<file path=ppt/slides/_rels/v5_11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5573c56b1003425d"/><Relationship Type="http://schemas.openxmlformats.org/officeDocument/2006/relationships/notesSlide" Target="../notesSlides/v5_11_notesSlide6.xml" Id="Re3d9cf9ff3b1473d"/></Relationships>
</file>

<file path=ppt/slides/_rels/v5_11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205f0d2a1d5d4977"/><Relationship Type="http://schemas.openxmlformats.org/officeDocument/2006/relationships/notesSlide" Target="../notesSlides/v5_11_notesSlide7.xml" Id="R4f14be3fff744cd2"/></Relationships>
</file>

<file path=ppt/slides/_rels/v5_11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c1abdac2f0cd4602"/><Relationship Type="http://schemas.openxmlformats.org/officeDocument/2006/relationships/notesSlide" Target="../notesSlides/v5_11_notesSlide8.xml" Id="R7b0ff1b4e09e4890"/></Relationships>
</file>

<file path=ppt/slides/_rels/v5_11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5e6395f37bbe45a1"/><Relationship Type="http://schemas.openxmlformats.org/officeDocument/2006/relationships/notesSlide" Target="../notesSlides/v5_11_notesSlide9.xml" Id="Rea6cd2a7573a4b67"/></Relationships>
</file>

<file path=ppt/slides/_rels/v5_11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11_slideLayout6.xml" Id="R6cf3887de5dd46b2"/><Relationship Type="http://schemas.openxmlformats.org/officeDocument/2006/relationships/notesSlide" Target="../notesSlides/v5_11_notesSlide10.xml" Id="R50e47b6f8bc74ad6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59A59-B7DF-4F7A-A77F-C7B7A5A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第11回　合板とLVL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2E734-5168-4518-A019-98ECBBB408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F0F41-1823-4C49-A89F-D32D91F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B7775-00DC-4B99-9A63-00DEF1A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F281-A700-41A8-91DC-F32317D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木質材料1：合板・LVLと配向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BB3AA-1370-44F4-BB34-1571123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単板の作り方と積層方向から合板とLVLの特徴を説明し、方向・湿潤条件を指定して選ぶ。</a:t>
            </a:r>
          </a:p>
        </p:txBody>
      </p:sp>
    </p:spTree>
    <p:extLst>
      <p:ext uri="{BB962C8B-B14F-4D97-AF65-F5344CB8AC3E}">
        <p14:creationId xmlns:p14="http://schemas.microsoft.com/office/powerpoint/2010/main" val="185909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D0397-93A6-442F-A548-8F0E92C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7C22-5C26-4E51-9397-9D000E217A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89404-03BA-4F85-BFE0-91D392BF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4D746-DE8D-45EC-A20E-A5E0966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569A5-4062-477D-AF4A-76AC13E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無垢材には、方向差・節・寸法の制約がある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0D668-BA5A-4E7F-B9DC-6985DC1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要素を小さくし、配向や積層を設計できる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FE421-3ABB-4BE6-B9EA-E319614D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同じ「接着した木材」でも構成は違う</a:t>
            </a:r>
          </a:p>
        </p:txBody>
      </p:sp>
    </p:spTree>
    <p:extLst>
      <p:ext uri="{BB962C8B-B14F-4D97-AF65-F5344CB8AC3E}">
        <p14:creationId xmlns:p14="http://schemas.microsoft.com/office/powerpoint/2010/main" val="62344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3F075B-716F-44AA-AF3F-113A4D8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合板の交差積層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B8A8D-707E-40BC-BB23-D410F95632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5F389-B9C3-4482-B90E-B8353B8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3E24C-F475-419A-8DB0-214AAE2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A6369-FE0A-487A-BDEB-8D28F29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5E34-508B-42DF-AFEB-E3106FF9E4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294AA-53E2-4B6E-AE09-6377D00E7F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82D4E-A98F-41F2-BA7E-7DC17D46B9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1FEBC-6BBA-4CF9-A9D0-00F602E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4955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CDE20-986A-4692-9F1F-9BA5ACF607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1E988-2C2A-425E-B3E2-8B1D08E5A5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6E75C-0A1F-4E59-B994-A2D70A017C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D15B1-EC85-4E4B-A683-EC3EFB86BC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52070-E7F4-46DA-B3BD-C907D6C1BD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389A5-0FD1-4F7F-BC19-C652168DFF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1C942-F8F9-4183-9845-05775AA542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B6B6B-7456-4150-AD1A-3A947EB478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4569C-3FB5-4684-B6E5-77FF0E0C9C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41AD-F8BD-4180-8202-0DA532A6CD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5F03C-06F6-4871-8FA4-5E42A04B5A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53876-1EB7-468A-A723-99E8C8B45A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BC646-A37F-4987-95EC-BA85736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8956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8708E-6A34-4EE6-A356-A00A6E7933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971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78202-2018-406B-A60F-FB1059E3DA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057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C321D-79FD-4EC2-B81F-16991BC022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43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82701-6A30-4112-831C-CC55EAC6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2956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E7C90-6EBC-4518-AFCE-8A1D5F07FF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DAC2C-3135-42E4-A955-2315BF83DD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59D10-1FA6-4AB7-9979-441015E29C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4B144-C7D0-4F2A-B898-67730AA213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9645A-3AE3-464F-BA07-0AF8668D47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F533A-71BA-463B-A7CA-800206C763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684E73-30A7-4293-8BC3-142C30C362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8CDA11-3074-4DEE-B447-EA27349B44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C3D79-4540-4A1E-A9B9-AEC4C7AA2D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0C360-45C7-4BC6-BD52-D002707B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9539B-6A6E-4AEB-94F2-433A04DF4F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3E26A2-67D6-4044-B097-BA1A53B7F1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5B203-8FCD-456A-9D31-199ADD4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957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1F3A62-A144-440E-84BC-5E2468F9C1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0EFE8E-5824-4258-B850-03A16836AD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E582F8-3E7C-4FA3-B4BE-8934DE0558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943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429E6F-2BFE-4A0D-B7A7-3D052FBC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合板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4AE832-690A-4DE2-AF7C-F32D11B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要素：単板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B2592C-252A-4890-AD1F-E508B05D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2F5319-8DE7-4836-816E-B3069F7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層の厚さ・位置も重要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7FE813-8E37-451D-BDF5-1788758F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接着と用途の条件も確認</a:t>
            </a:r>
          </a:p>
        </p:txBody>
      </p:sp>
    </p:spTree>
    <p:extLst>
      <p:ext uri="{BB962C8B-B14F-4D97-AF65-F5344CB8AC3E}">
        <p14:creationId xmlns:p14="http://schemas.microsoft.com/office/powerpoint/2010/main" val="235431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18EBF-F4AF-4BF2-A802-8773B07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C10A8-2A6E-4B7E-A441-49676E4BD1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A79A5-80E2-47AD-8DB4-16BEF13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B2723-1D65-4E4C-8440-A368C1BD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652E0-7EBA-46F4-B6EC-AB8C028BD4F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LVL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構成要素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主な配向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交差させて積層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ほぼ平行に積層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確かめる性能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表板方向・層構成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主な繊維方向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共通の確認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接着・含水状態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用途・製品情報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166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529B7F-5442-4891-B4B8-882531F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LVLの平行積層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3FE2-AC2D-4E91-B297-405B60E19B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8835E-CAF2-4306-827E-CC271F8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DFB1C-D0CC-47A0-BCC2-120AF56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C130C-9F98-4767-94B5-FD39CA4B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4F9CB-9C36-4B72-9FE2-E60F0A8CEB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43956-877E-4171-A7BD-9D82A6FE61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842A0-31B1-4931-88B4-4E99C1FB29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58EF9-827C-4C7E-A0AE-032AE1B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4955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F82F1-E950-42ED-B591-F7E5CBCE7F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5717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7484E-9447-46C7-8E2E-4102EFBC83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6574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DDE1C-AEC8-4882-82CC-317327A81A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7432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1E17-ABBC-4805-925A-E6D5A62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8956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B9B4B-623B-41E7-A45B-FB031678C9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971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4AFFA-450D-4B39-A184-B7E426A6BE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057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6DB50-A616-40D9-95CB-D37D4A0C24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43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C0298-B142-4453-AA4E-CD479FCA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2956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D1F80-D608-453A-A909-6EB08FF48E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718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1BA7A-A218-4558-BC47-B692F10CA5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4575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FB5EE-292C-4EF3-9F3F-5FCEBA1D8E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5433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25F1C-559A-445F-B409-397DFD3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957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D831F-C29A-4CC2-B8C1-112065C1D0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FAD72-8060-4853-AFD3-83C41A8B24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B8BD6-1855-4211-A4E6-12E335D2A6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943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7E49A-21DD-4DD4-A740-4027FF8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45AA1-6239-4452-8F69-F1752C5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要素：単板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C8182-CDF8-456E-8C1E-289AAEE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3D3FE-8289-4828-B820-DC9651B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層の厚さ・位置も重要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6C4A5-7E4C-4140-9428-C78FD0C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接着と用途の条件も確認</a:t>
            </a:r>
          </a:p>
        </p:txBody>
      </p:sp>
    </p:spTree>
    <p:extLst>
      <p:ext uri="{BB962C8B-B14F-4D97-AF65-F5344CB8AC3E}">
        <p14:creationId xmlns:p14="http://schemas.microsoft.com/office/powerpoint/2010/main" val="691821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74F27-E3EB-4DC2-8433-35B8580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棚板の方向と製品条件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BD0A3-76A2-4FA1-B9BA-D08B85059F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CAC9B-9241-4A77-BC3A-716DE510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EC7B-A4D9-4ABA-9CB3-D674A65D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F691F-22EE-4B6E-AB8A-A028944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断面と表面の情報を、比較表に整理する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0EF8A-CC25-4732-B9A5-BF099E5D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棚板の長手方向と、表板の繊維方向を示す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74F63-9EE5-4E30-9570-D87FF6C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接着性能と使用環境に不足する情報を探す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B29C8-FC99-4A96-880D-20449DBD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同じ厚さでも、同じ性能と断定できるか？</a:t>
            </a:r>
          </a:p>
        </p:txBody>
      </p:sp>
    </p:spTree>
    <p:extLst>
      <p:ext uri="{BB962C8B-B14F-4D97-AF65-F5344CB8AC3E}">
        <p14:creationId xmlns:p14="http://schemas.microsoft.com/office/powerpoint/2010/main" val="17050452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68FC9-F09C-465F-8FAF-0EC4A5BB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棚板の方向と製品条件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C1F7C-B1BA-48F6-8337-8EBEECE31F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A8FF4-5872-4FE8-9AD7-1D322562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C5404-6EAB-472C-A0CB-F52CA38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F163C-DBCD-4D50-A755-E2AD7622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積層方向だけでなく、層の位置や品質も重要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68FCE-A03E-4743-A124-BE5F54BF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曲げでは表層の向きも効くため、単純平均しない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11028-26F4-489A-BF10-07FCBD3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物性表の方向と、実際の取り付け方向を合わせる</a:t>
            </a:r>
          </a:p>
        </p:txBody>
      </p:sp>
    </p:spTree>
    <p:extLst>
      <p:ext uri="{BB962C8B-B14F-4D97-AF65-F5344CB8AC3E}">
        <p14:creationId xmlns:p14="http://schemas.microsoft.com/office/powerpoint/2010/main" val="3615686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EE076-9A37-4416-8092-E01735F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E1259-4BDE-4C64-8B61-53CAF5BAFF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A164A-36EB-4D1C-9939-D8FEB7E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1CED9-AC8D-49CE-82EC-363A82D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7950-A6D6-4820-87B3-5179F1E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合板とLVLの要素は何か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55D31-9290-4061-A19F-1F8C5329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合板は完全な等方性材料か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DAE2B-D1D6-4141-B8DA-D462C58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屋外用の判断には何を確認するか</a:t>
            </a:r>
          </a:p>
        </p:txBody>
      </p:sp>
    </p:spTree>
    <p:extLst>
      <p:ext uri="{BB962C8B-B14F-4D97-AF65-F5344CB8AC3E}">
        <p14:creationId xmlns:p14="http://schemas.microsoft.com/office/powerpoint/2010/main" val="10714042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1B922-E23F-4F31-9962-E187ADA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788A5-3233-4A2A-A2CD-1171E6104D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6323-B916-49E9-8357-A83E93A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F0ADF-C82B-48F2-9680-F4475F98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695CA-0ECC-4FB6-A467-761581B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構成要素と積層方向で、木質材料を分類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6C1C9-6883-4E58-89DC-42B533EE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製品の方向と、試験値の方向を対応させる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120A0-7F46-4910-A3D4-EA00899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次は、小片・繊維を使うボード類へ</a:t>
            </a:r>
          </a:p>
        </p:txBody>
      </p:sp>
    </p:spTree>
    <p:extLst>
      <p:ext uri="{BB962C8B-B14F-4D97-AF65-F5344CB8AC3E}">
        <p14:creationId xmlns:p14="http://schemas.microsoft.com/office/powerpoint/2010/main" val="1141671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40018-E1B3-42A7-87A0-FB31443D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5AF2F-CF55-4261-9BF6-E59E428345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F57A3-400A-4C3A-AC83-6784C9A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667A0-572E-431A-B6C4-E4A5F1B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B72B8-B829-4799-82F3-C208DCB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合板とLVLの、要素・配向・用途を図で比較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0BFAA-808C-40F0-89AC-E53F31A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棚板に使う場合の追加確認事項を三つ挙げる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F6009-37B2-4DB6-BE48-7AFC36A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発展：同じ層数でも層厚が違う場合を考える</a:t>
            </a:r>
          </a:p>
        </p:txBody>
      </p:sp>
    </p:spTree>
    <p:extLst>
      <p:ext uri="{BB962C8B-B14F-4D97-AF65-F5344CB8AC3E}">
        <p14:creationId xmlns:p14="http://schemas.microsoft.com/office/powerpoint/2010/main" val="403260359"/>
      </p:ext>
    </p:extLst>
  </p:cSld>
</p:sld>
</file>

<file path=ppt/slides/v5_11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70057-7D58-417C-97B3-124265A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98149-0AF8-41D8-8143-FBE21EB753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515BD-8770-4041-8F8C-8C77016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7CFFD-9D3A-4B04-A32E-8DB58EC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A83C-8224-410D-8E36-E9944B2D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単板、ひき板、小片、繊維など、原料の形を変えて再構成する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3AF0C-F768-47D4-BA39-4E276AB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ロータリー切削は丸太を回して連続的な単板を得る方法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618ED-9D2A-4202-AFF3-6D51B50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接着は、木材の含水率・表面状態・塗布・圧締・硬化に左右される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2C20A-AB28-45A8-8D4D-9EA5F0D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697632588"/>
      </p:ext>
    </p:extLst>
  </p:cSld>
</p:sld>
</file>

<file path=ppt/slides/v5_11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97E86-A714-440C-A94D-32985918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木質材料の構成と製法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EF13C-F024-476F-8D80-82EF277B9B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AAE66-8C09-40E6-A660-A4400F0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C17C6-F455-46CC-BD4F-05D350F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B5177-1565-485C-9D01-360504A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単板、ひき板、小片、繊維など、原料の形を変えて再構成する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EDFDA-F820-42C1-A24A-12FE459C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節や寸法の制約を調整し、大きさ・形・方向別性能を設計する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2D855-2144-4E14-97C1-80509BE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製造は原料調整、乾燥、配向・積層、接着、圧締・硬化などを含む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7E117-59DF-4936-8FE4-124DA6EF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接着品質と水分状態も、完成した材料の性能に関わる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FE36F-A386-42FE-B74D-5F89F15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無垢材との比較では、同じ用途と使用期間にそろえる</a:t>
            </a:r>
          </a:p>
        </p:txBody>
      </p:sp>
    </p:spTree>
    <p:extLst>
      <p:ext uri="{BB962C8B-B14F-4D97-AF65-F5344CB8AC3E}">
        <p14:creationId xmlns:p14="http://schemas.microsoft.com/office/powerpoint/2010/main" val="167735260"/>
      </p:ext>
    </p:extLst>
  </p:cSld>
</p:sld>
</file>

<file path=ppt/slides/v5_11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CD1F-59D7-45B4-9A00-4FB4886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単板の製造と合板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DCA87-5757-4B8B-8057-A71E0862F6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1695E-519C-4CAF-A4F9-9E66302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E234F-1F1D-415C-BE7B-28C9356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BBA60-0512-4F9A-9A9D-DBADC8F9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ロータリー切削は丸太を回して連続的な単板を得る方法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11022-BAB4-4B54-A1FC-37370B6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スライスは刃で薄く切り出し、化粧用途などにも用いる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C29F5-92A0-46BA-B0F2-4D1CF2C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合板は、隣接単板の繊維方向を通常ほぼ直交させて積層する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4DFE-5DD9-4B78-9152-951C412B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対称な層構成は、反りなどの寸法安定性を考えるうえで重要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876C5-6906-4D98-B305-AA84574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表板の方向、単板の厚さ、層数で面内・面外の性能が変わる</a:t>
            </a:r>
          </a:p>
        </p:txBody>
      </p:sp>
    </p:spTree>
    <p:extLst>
      <p:ext uri="{BB962C8B-B14F-4D97-AF65-F5344CB8AC3E}">
        <p14:creationId xmlns:p14="http://schemas.microsoft.com/office/powerpoint/2010/main" val="1985748020"/>
      </p:ext>
    </p:extLst>
  </p:cSld>
</p:sld>
</file>

<file path=ppt/slides/v5_11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80644-1910-4FB6-8F2F-511811A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単板の積層方向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2EECA-4EDE-4A45-8683-9F646C84C4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827EA-0061-4A83-BAB3-4A0DFCA0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727E7-116B-4C68-A69B-611621B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7917E-A311-49AE-964E-1CC5EF0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厚さ2 mmの同じ単板5枚を積層する。0°は全体の長手に沿う繊維方向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C94DE-0323-45C5-B595-B9FE939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A：0°／90°／0°／90°／0°、B：0°／0°／0°／0°／0°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44A35-730E-4634-A3FA-A628B71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全厚を求め、合板・LVLのモデルをA・Bに対応させる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4DA15-CD11-430A-B29A-1BFABD1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Aの0°層・90°層の合計厚さは、それぞれ何mmか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90B7-0692-47B1-B4DB-52CBFB6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Aの面内二方向の曲げ性能を、全く同じと扱えるか。層の位置も考える</a:t>
            </a:r>
          </a:p>
        </p:txBody>
      </p:sp>
    </p:spTree>
    <p:extLst>
      <p:ext uri="{BB962C8B-B14F-4D97-AF65-F5344CB8AC3E}">
        <p14:creationId xmlns:p14="http://schemas.microsoft.com/office/powerpoint/2010/main" val="658399920"/>
      </p:ext>
    </p:extLst>
  </p:cSld>
</p:sld>
</file>

<file path=ppt/slides/v5_11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E58F0-8F67-4A19-8CF3-42D849F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単板と積層方向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7C9E-2BAC-4FD1-A14E-8FA2F52F7D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C43B8-6805-4FB0-8DB1-28BC591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96932-428C-45FF-AB2A-63FB0CA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ACFB2-0ABD-4D60-AFC5-53EE68F3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全厚2×5＝10 mm。Aは合板、BはLVLの単純化モデル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BEC90-693A-4B8E-AD09-3CCAF23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Aの0°層は6 mm、90°層は4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021C5-A8AC-4D93-91A8-45D21E1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Aの二方向は、対応する層の厚さ・位置が同じではない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6D831-BB59-4455-B83A-029A785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曲げでは外側の層の影響も大きい。積層しただけで完全な等方性にはならない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66D05-1B8E-4982-A937-39C778F1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強度やEの数値を比較するには、単板と製品の条件に対応するデータが必要</a:t>
            </a:r>
          </a:p>
        </p:txBody>
      </p:sp>
    </p:spTree>
    <p:extLst>
      <p:ext uri="{BB962C8B-B14F-4D97-AF65-F5344CB8AC3E}">
        <p14:creationId xmlns:p14="http://schemas.microsoft.com/office/powerpoint/2010/main" val="1371565824"/>
      </p:ext>
    </p:extLst>
  </p:cSld>
</p:sld>
</file>

<file path=ppt/slides/v5_11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4822A-284E-4C01-9899-6C8EDC29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LVLと方向別性能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174B8-FABF-49FE-A81F-B7663926DB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0D5AD-42E4-4BD7-9039-843B2D2C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86FBF-BA47-4E4C-872E-553D8BE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88B02-50A2-4574-9DF9-2BBC026C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LVLは単板の主な繊維方向をほぼ平行にして積層する材料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4D284-95A5-4FFD-A8EF-9EFCC79A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単板を接合・積層し、長い部材や大きな断面を構成できる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0E2CD-259A-4DAA-B742-D0CF8EC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長手方向の剛性・強度を生かすが、横方向は同じ性能とは限らない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DB0A0-BC40-4637-BE21-542AFF3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製品によって一部の直交単板を含む構成もある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CF83-4B70-421C-BA21-8B745B13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合板との違いは、単板という要素の共通性と配向の違いから説明する</a:t>
            </a:r>
          </a:p>
        </p:txBody>
      </p:sp>
    </p:spTree>
    <p:extLst>
      <p:ext uri="{BB962C8B-B14F-4D97-AF65-F5344CB8AC3E}">
        <p14:creationId xmlns:p14="http://schemas.microsoft.com/office/powerpoint/2010/main" val="1561975383"/>
      </p:ext>
    </p:extLst>
  </p:cSld>
</p:sld>
</file>

<file path=ppt/slides/v5_11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4E992-D9D1-4707-970C-E002DCE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接着品質と使用環境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9014C-8F2D-44CF-88CA-BC261E2A33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DA9EF-44A1-4A2C-914E-BFD80C3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C80BB-06E2-4694-BAAA-C2C3305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1E20B-1EAF-4915-8681-164E1DDE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接着は、木材の含水率・表面状態・塗布・圧締・硬化に左右される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EEA3-8C2B-4E1D-9727-4B66247B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乾燥した室内用と、湿潤条件を想定した製品は区別する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06B2B-831C-463C-8826-56D92C1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接着の耐水性と、木材そのものの吸水・腐朽は別に考える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3626F-15C4-46D6-8D70-F87142D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構造用途では、方向別の製品性能と使用条件を確認する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D389A-455E-4789-A523-4C4384D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製品表示は規格・仕様書の最新版により、用途と評価条件を読む</a:t>
            </a:r>
          </a:p>
        </p:txBody>
      </p:sp>
    </p:spTree>
    <p:extLst>
      <p:ext uri="{BB962C8B-B14F-4D97-AF65-F5344CB8AC3E}">
        <p14:creationId xmlns:p14="http://schemas.microsoft.com/office/powerpoint/2010/main" val="1158321811"/>
      </p:ext>
    </p:extLst>
  </p:cSld>
</p:sld>
</file>

<file path=ppt/slides/v5_11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C249D-DDF8-46D1-8259-F0F8F07E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合板の端面を読む学習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FA64D-751D-4505-ABAB-EFD28F22F7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F729F-74D0-4B70-A929-57799CF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331CD-C17F-48ED-BEB0-8AB24599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A0676-E732-4AE5-9EB0-5A8C001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表面の木目と端面の層を併せて観察する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75848-938A-4DE3-9A17-FD434B4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各単板の主な繊維方向を色分けし、合板とLVLを比べる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90175-2785-406D-8EC3-F51A67B0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発問：同じ単板から作る二材料で、曲げや寸法変化が違う理由は何か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3B9C1-8E34-4F8F-9A72-3E5C32E8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期待する説明：配向と層構成が違い、用途に応じて性能を調整している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7BF0C-930A-4967-A799-C78C0FD1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教科書の接点：木質材料の構成と利用／A(1)ア・イ</a:t>
            </a:r>
          </a:p>
        </p:txBody>
      </p:sp>
    </p:spTree>
    <p:extLst>
      <p:ext uri="{BB962C8B-B14F-4D97-AF65-F5344CB8AC3E}">
        <p14:creationId xmlns:p14="http://schemas.microsoft.com/office/powerpoint/2010/main" val="389278750"/>
      </p:ext>
    </p:extLst>
  </p:cSld>
</p:sld>
</file>

<file path=ppt/slides/v5_11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FD10D-8E59-4781-8707-D5990FD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67B3F-CCC3-4FFC-B335-501B78A8C9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C4053-1606-47EC-B6B5-DBE4545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第10章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99607-6B46-42AC-9C56-CDC712D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B65E9-9609-4B43-9C76-8B9F0CD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9FE8-5C02-4FAB-A902-CDB7126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B2B4E-0FCB-46B4-ABF1-075049C3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第12章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92B0A-2879-40E1-B418-6D3833F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0B75C-97F8-4696-BB64-CA718DD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72F07-4AD9-49EE-A692-33EA127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450AE-A0FF-4703-A88A-2B2E9D55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8D720-2F1E-4FB2-9CAA-E6856BFB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F3486-18BA-4FA5-BE71-B16104A1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1439690"/>
      </p:ext>
    </p:extLst>
  </p:cSld>
</p:sld>
</file>

<file path=ppt/slides/v5_11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61CFC-9C3E-48FB-9DAC-DB12E1A3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E825D-A4D1-41C6-BC29-F8F2AA4966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47E47-8D71-4B33-AAD7-9F70018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E83D4-5DD0-48F3-9199-4608ADC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108A-B0A2-42BA-B326-0B2C1D6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9B8B6-2AE3-4464-8D21-B9116D1D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第11回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443F1-2559-40D2-9658-31F8D60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18631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2026-10-22T22:29:09.7400000Z</dcterms:created>
  <dcterms:modified xsi:type="dcterms:W3CDTF">2026-10-22T22:29:09.7400000Z</dcterms:modified>
</coreProperties>
</file>
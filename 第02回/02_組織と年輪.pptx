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v5_02_slide1.xml" ContentType="application/vnd.openxmlformats-officedocument.presentationml.slide+xml"/>
  <Override PartName="/ppt/slideLayouts/v5_02_slideLayout6.xml" ContentType="application/vnd.openxmlformats-officedocument.presentationml.slideLayout+xml"/>
  <Override PartName="/ppt/slideMasters/v5_02_slideMaster1.xml" ContentType="application/vnd.openxmlformats-officedocument.presentationml.slideMaster+xml"/>
  <Override PartName="/ppt/slideMasters/theme/v5_02_theme2.xml" ContentType="application/vnd.openxmlformats-officedocument.theme+xml"/>
  <Override PartName="/ppt/slideLayouts/v5_02_slideLayout1.xml" ContentType="application/vnd.openxmlformats-officedocument.presentationml.slideLayout+xml"/>
  <Override PartName="/ppt/slideLayouts/v5_02_slideLayout2.xml" ContentType="application/vnd.openxmlformats-officedocument.presentationml.slideLayout+xml"/>
  <Override PartName="/ppt/slideLayouts/v5_02_slideLayout3.xml" ContentType="application/vnd.openxmlformats-officedocument.presentationml.slideLayout+xml"/>
  <Override PartName="/ppt/slideLayouts/v5_02_slideLayout4.xml" ContentType="application/vnd.openxmlformats-officedocument.presentationml.slideLayout+xml"/>
  <Override PartName="/ppt/slideLayouts/v5_02_slideLayout5.xml" ContentType="application/vnd.openxmlformats-officedocument.presentationml.slideLayout+xml"/>
  <Override PartName="/ppt/notesSlides/v5_02_notesSlide1.xml" ContentType="application/vnd.openxmlformats-officedocument.presentationml.notesSlide+xml"/>
  <Override PartName="/ppt/slides/v5_02_slide2.xml" ContentType="application/vnd.openxmlformats-officedocument.presentationml.slide+xml"/>
  <Override PartName="/ppt/notesSlides/v5_02_notesSlide2.xml" ContentType="application/vnd.openxmlformats-officedocument.presentationml.notesSlide+xml"/>
  <Override PartName="/ppt/slides/v5_02_slide14.xml" ContentType="application/vnd.openxmlformats-officedocument.presentationml.slide+xml"/>
  <Override PartName="/ppt/notesSlides/v5_02_notesSlide14.xml" ContentType="application/vnd.openxmlformats-officedocument.presentationml.notesSlide+xml"/>
  <Override PartName="/ppt/slides/v5_02_slide15.xml" ContentType="application/vnd.openxmlformats-officedocument.presentationml.slide+xml"/>
  <Override PartName="/ppt/notesSlides/v5_02_notesSlide15.xml" ContentType="application/vnd.openxmlformats-officedocument.presentationml.notesSlide+xml"/>
  <Override PartName="/ppt/slides/v5_02_slide16.xml" ContentType="application/vnd.openxmlformats-officedocument.presentationml.slide+xml"/>
  <Override PartName="/ppt/notesSlides/v5_02_notesSlide16.xml" ContentType="application/vnd.openxmlformats-officedocument.presentationml.notesSlide+xml"/>
  <Override PartName="/ppt/slides/v5_02_slide17.xml" ContentType="application/vnd.openxmlformats-officedocument.presentationml.slide+xml"/>
  <Override PartName="/ppt/notesSlides/v5_02_notesSlide17.xml" ContentType="application/vnd.openxmlformats-officedocument.presentationml.notesSlide+xml"/>
  <Override PartName="/ppt/slides/v5_02_slide3.xml" ContentType="application/vnd.openxmlformats-officedocument.presentationml.slide+xml"/>
  <Override PartName="/ppt/notesSlides/v5_02_notesSlide3.xml" ContentType="application/vnd.openxmlformats-officedocument.presentationml.notesSlide+xml"/>
  <Override PartName="/ppt/slides/v5_02_slide4.xml" ContentType="application/vnd.openxmlformats-officedocument.presentationml.slide+xml"/>
  <Override PartName="/ppt/notesSlides/v5_02_notesSlide4.xml" ContentType="application/vnd.openxmlformats-officedocument.presentationml.notesSlide+xml"/>
  <Override PartName="/ppt/slides/v5_02_slide5.xml" ContentType="application/vnd.openxmlformats-officedocument.presentationml.slide+xml"/>
  <Override PartName="/ppt/notesSlides/v5_02_notesSlide5.xml" ContentType="application/vnd.openxmlformats-officedocument.presentationml.notesSlide+xml"/>
  <Override PartName="/ppt/slides/v5_02_slide6.xml" ContentType="application/vnd.openxmlformats-officedocument.presentationml.slide+xml"/>
  <Override PartName="/ppt/notesSlides/v5_02_notesSlide6.xml" ContentType="application/vnd.openxmlformats-officedocument.presentationml.notesSlide+xml"/>
  <Override PartName="/ppt/slides/v5_02_slide7.xml" ContentType="application/vnd.openxmlformats-officedocument.presentationml.slide+xml"/>
  <Override PartName="/ppt/notesSlides/v5_02_notesSlide7.xml" ContentType="application/vnd.openxmlformats-officedocument.presentationml.notesSlide+xml"/>
  <Override PartName="/ppt/slides/v5_02_slide8.xml" ContentType="application/vnd.openxmlformats-officedocument.presentationml.slide+xml"/>
  <Override PartName="/ppt/notesSlides/v5_02_notesSlide8.xml" ContentType="application/vnd.openxmlformats-officedocument.presentationml.notesSlide+xml"/>
  <Override PartName="/ppt/slides/v5_02_slide9.xml" ContentType="application/vnd.openxmlformats-officedocument.presentationml.slide+xml"/>
  <Override PartName="/ppt/notesSlides/v5_02_notesSlide9.xml" ContentType="application/vnd.openxmlformats-officedocument.presentationml.notesSlide+xml"/>
  <Override PartName="/ppt/slides/v5_02_slide10.xml" ContentType="application/vnd.openxmlformats-officedocument.presentationml.slide+xml"/>
  <Override PartName="/ppt/notesSlides/v5_02_notesSlide10.xml" ContentType="application/vnd.openxmlformats-officedocument.presentationml.notesSlide+xml"/>
  <Override PartName="/ppt/slides/v5_02_slide19.xml" ContentType="application/vnd.openxmlformats-officedocument.presentationml.slide+xml"/>
  <Override PartName="/ppt/notesSlides/v5_02_notesSlide19.xml" ContentType="application/vnd.openxmlformats-officedocument.presentationml.notesSlide+xml"/>
  <Override PartName="/ppt/slides/v5_02_slide11.xml" ContentType="application/vnd.openxmlformats-officedocument.presentationml.slide+xml"/>
  <Override PartName="/ppt/notesSlides/v5_02_notesSlide11.xml" ContentType="application/vnd.openxmlformats-officedocument.presentationml.notesSlide+xml"/>
  <Override PartName="/ppt/slides/v5_02_slide12.xml" ContentType="application/vnd.openxmlformats-officedocument.presentationml.slide+xml"/>
  <Override PartName="/ppt/notesSlides/v5_02_notesSlide12.xml" ContentType="application/vnd.openxmlformats-officedocument.presentationml.notesSlide+xml"/>
  <Override PartName="/ppt/slides/v5_02_slide13.xml" ContentType="application/vnd.openxmlformats-officedocument.presentationml.slide+xml"/>
  <Override PartName="/ppt/notesSlides/v5_02_notesSlide13.xml" ContentType="application/vnd.openxmlformats-officedocument.presentationml.notesSlide+xml"/>
  <Override PartName="/ppt/slides/v5_02_slide20.xml" ContentType="application/vnd.openxmlformats-officedocument.presentationml.slide+xml"/>
  <Override PartName="/ppt/notesSlides/v5_02_notesSlide20.xml" ContentType="application/vnd.openxmlformats-officedocument.presentationml.notesSlide+xml"/>
  <Override PartName="/ppt/slides/v5_02_slide21.xml" ContentType="application/vnd.openxmlformats-officedocument.presentationml.slide+xml"/>
  <Override PartName="/ppt/notesSlides/v5_02_notesSlide21.xml" ContentType="application/vnd.openxmlformats-officedocument.presentationml.notesSlide+xml"/>
  <Override PartName="/ppt/slides/v5_02_slide22.xml" ContentType="application/vnd.openxmlformats-officedocument.presentationml.slide+xml"/>
  <Override PartName="/ppt/notesSlides/v5_02_notesSlide22.xml" ContentType="application/vnd.openxmlformats-officedocument.presentationml.notesSlide+xml"/>
  <Override PartName="/ppt/slides/v6_slide6.xml" ContentType="application/vnd.openxmlformats-officedocument.presentationml.slide+xml"/>
  <Override PartName="/ppt/slideLayouts/v6_slideLayout6.xml" ContentType="application/vnd.openxmlformats-officedocument.presentationml.slideLayout+xml"/>
  <Override PartName="/ppt/slideMasters/v6_slideMaster1.xml" ContentType="application/vnd.openxmlformats-officedocument.presentationml.slideMaster+xml"/>
  <Override PartName="/ppt/slideMasters/theme/v6_theme2.xml" ContentType="application/vnd.openxmlformats-officedocument.theme+xml"/>
  <Override PartName="/ppt/slideLayouts/v6_slideLayout1.xml" ContentType="application/vnd.openxmlformats-officedocument.presentationml.slideLayout+xml"/>
  <Override PartName="/ppt/slideLayouts/v6_slideLayout2.xml" ContentType="application/vnd.openxmlformats-officedocument.presentationml.slideLayout+xml"/>
  <Override PartName="/ppt/slideLayouts/v6_slideLayout3.xml" ContentType="application/vnd.openxmlformats-officedocument.presentationml.slideLayout+xml"/>
  <Override PartName="/ppt/slideLayouts/v6_slideLayout4.xml" ContentType="application/vnd.openxmlformats-officedocument.presentationml.slideLayout+xml"/>
  <Override PartName="/ppt/slideLayouts/v6_slideLayout5.xml" ContentType="application/vnd.openxmlformats-officedocument.presentationml.slideLayout+xml"/>
  <Override PartName="/ppt/slides/charts/v6_chart6.xml" ContentType="application/vnd.openxmlformats-officedocument.drawingml.chart+xml"/>
  <Override PartName="/ppt/notesSlides/v6_notesSlide6.xml" ContentType="application/vnd.openxmlformats-officedocument.presentationml.notesSlide+xml"/>
  <Override PartName="/ppt/embeddings/v6_chart6.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c107b971834978" /><Relationship Type="http://schemas.openxmlformats.org/officeDocument/2006/relationships/extended-properties" Target="/docProps/app.xml" Id="R3672148316ec423e" /><Relationship Type="http://schemas.openxmlformats.org/officeDocument/2006/relationships/officeDocument" Target="/ppt/presentation.xml" Id="R76f06e49cb724f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c9cd9b30ac4ef6"/>
    <p:sldMasterId xmlns:r="http://schemas.openxmlformats.org/officeDocument/2006/relationships" id="2147483655" r:id="rIdV5Master0"/>
    <p:sldMasterId xmlns:r="http://schemas.openxmlformats.org/officeDocument/2006/relationships" id="2147483662" r:id="rIdV6Master0"/>
  </p:sldMasterIdLst>
  <p:notesMasterIdLst>
    <p:notesMasterId xmlns:r="http://schemas.openxmlformats.org/officeDocument/2006/relationships" r:id="Re9b902843d03423e"/>
  </p:notesMasterIdLst>
  <p:sldIdLst>
    <p:sldId xmlns:r="http://schemas.openxmlformats.org/officeDocument/2006/relationships" id="701" r:id="rIdV6Slide1"/>
    <p:sldId xmlns:r="http://schemas.openxmlformats.org/officeDocument/2006/relationships" id="702" r:id="rIdV6Slide2"/>
    <p:sldId xmlns:r="http://schemas.openxmlformats.org/officeDocument/2006/relationships" id="703" r:id="rIdV6Slide3"/>
    <p:sldId xmlns:r="http://schemas.openxmlformats.org/officeDocument/2006/relationships" id="704" r:id="rIdV6Slide4"/>
    <p:sldId xmlns:r="http://schemas.openxmlformats.org/officeDocument/2006/relationships" id="705" r:id="rIdV6Slide5"/>
    <p:sldId xmlns:r="http://schemas.openxmlformats.org/officeDocument/2006/relationships" id="706" r:id="rIdV6Slide6"/>
    <p:sldId xmlns:r="http://schemas.openxmlformats.org/officeDocument/2006/relationships" id="707" r:id="rIdV6Slide7"/>
    <p:sldId xmlns:r="http://schemas.openxmlformats.org/officeDocument/2006/relationships" id="708" r:id="rIdV6Slide8"/>
    <p:sldId xmlns:r="http://schemas.openxmlformats.org/officeDocument/2006/relationships" id="709" r:id="rIdV6Slide9"/>
    <p:sldId xmlns:r="http://schemas.openxmlformats.org/officeDocument/2006/relationships" id="710" r:id="rIdV6Slide10"/>
    <p:sldId xmlns:r="http://schemas.openxmlformats.org/officeDocument/2006/relationships" id="711" r:id="rIdV6Slide11"/>
    <p:sldId xmlns:r="http://schemas.openxmlformats.org/officeDocument/2006/relationships" id="712" r:id="rIdV6Slide12"/>
    <p:sldId xmlns:r="http://schemas.openxmlformats.org/officeDocument/2006/relationships" id="713" r:id="rIdV6Slide13"/>
    <p:sldId xmlns:r="http://schemas.openxmlformats.org/officeDocument/2006/relationships" id="714" r:id="rIdV6Slide14"/>
    <p:sldId xmlns:r="http://schemas.openxmlformats.org/officeDocument/2006/relationships" id="715" r:id="rIdV6Slide15"/>
    <p:sldId xmlns:r="http://schemas.openxmlformats.org/officeDocument/2006/relationships" id="716" r:id="rIdV6Slide16"/>
    <p:sldId xmlns:r="http://schemas.openxmlformats.org/officeDocument/2006/relationships" id="717" r:id="rIdV6Slide17"/>
    <p:sldId xmlns:r="http://schemas.openxmlformats.org/officeDocument/2006/relationships" id="718" r:id="rIdV6Slide18"/>
    <p:sldId xmlns:r="http://schemas.openxmlformats.org/officeDocument/2006/relationships" id="719" r:id="rIdV6Slide19"/>
    <p:sldId xmlns:r="http://schemas.openxmlformats.org/officeDocument/2006/relationships" id="720" r:id="rIdV6Slide20"/>
    <p:sldId xmlns:r="http://schemas.openxmlformats.org/officeDocument/2006/relationships" id="721" r:id="rIdV6Slide21"/>
    <p:sldId xmlns:r="http://schemas.openxmlformats.org/officeDocument/2006/relationships" id="722" r:id="rIdV6Slide22"/>
    <p:sldId xmlns:r="http://schemas.openxmlformats.org/officeDocument/2006/relationships" id="723" r:id="rIdV6Slide23"/>
    <p:sldId xmlns:r="http://schemas.openxmlformats.org/officeDocument/2006/relationships" id="724" r:id="rIdV6Slide24"/>
    <p:sldId xmlns:r="http://schemas.openxmlformats.org/officeDocument/2006/relationships" id="725" r:id="rIdV6Slide25"/>
    <p:sldId xmlns:r="http://schemas.openxmlformats.org/officeDocument/2006/relationships" id="726" r:id="rIdV6Slide26"/>
    <p:sldId xmlns:r="http://schemas.openxmlformats.org/officeDocument/2006/relationships" id="727" r:id="rIdV6Slide27"/>
    <p:sldId xmlns:r="http://schemas.openxmlformats.org/officeDocument/2006/relationships" id="728" r:id="rIdV6Slide28"/>
    <p:sldId xmlns:r="http://schemas.openxmlformats.org/officeDocument/2006/relationships" id="729" r:id="rIdV6Slide29"/>
    <p:sldId xmlns:r="http://schemas.openxmlformats.org/officeDocument/2006/relationships" id="730" r:id="rIdV6Slide30"/>
    <p:sldId xmlns:r="http://schemas.openxmlformats.org/officeDocument/2006/relationships" id="731" r:id="rIdV6Slide31"/>
    <p:sldId xmlns:r="http://schemas.openxmlformats.org/officeDocument/2006/relationships" id="732" r:id="rIdV6Slide32"/>
    <p:sldId xmlns:r="http://schemas.openxmlformats.org/officeDocument/2006/relationships" id="733" r:id="rIdV6Slide33"/>
    <p:sldId xmlns:r="http://schemas.openxmlformats.org/officeDocument/2006/relationships" id="734" r:id="rIdV6Slide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f4f73c23009f4ecc"/><Relationship Type="http://schemas.openxmlformats.org/officeDocument/2006/relationships/slideMaster" Target="/ppt/slideMasters/slideMaster1.xml" Id="R5fc9cd9b30ac4ef6"/><Relationship Type="http://schemas.openxmlformats.org/officeDocument/2006/relationships/notesMaster" Target="/ppt/notesMasters/notesMaster1.xml" Id="Re9b902843d03423e"/><Relationship Type="http://schemas.openxmlformats.org/officeDocument/2006/relationships/presProps" Target="/ppt/presProps.xml" Id="R100a2dd09e9c4639"/><Relationship Type="http://schemas.openxmlformats.org/officeDocument/2006/relationships/tableStyles" Target="/ppt/tableStyles.xml" Id="Ra62d087efeab4c5e"/><Relationship Id="rIdV5Master0" Type="http://schemas.openxmlformats.org/officeDocument/2006/relationships/slideMaster" Target="slideMasters/v5_02_slideMaster1.xml"/><Relationship Id="rIdV6Slide1" Type="http://schemas.openxmlformats.org/officeDocument/2006/relationships/slide" Target="slides/slide1.xml"/><Relationship Id="rIdV6Slide2" Type="http://schemas.openxmlformats.org/officeDocument/2006/relationships/slide" Target="slides/slide2.xml"/><Relationship Id="rIdV6Slide3" Type="http://schemas.openxmlformats.org/officeDocument/2006/relationships/slide" Target="slides/v5_02_slide1.xml"/><Relationship Id="rIdV6Slide4" Type="http://schemas.openxmlformats.org/officeDocument/2006/relationships/slide" Target="slides/slide4.xml"/><Relationship Id="rIdV6Slide5" Type="http://schemas.openxmlformats.org/officeDocument/2006/relationships/slide" Target="slides/slide5.xml"/><Relationship Id="rIdV6Slide6" Type="http://schemas.openxmlformats.org/officeDocument/2006/relationships/slide" Target="slides/v5_02_slide2.xml"/><Relationship Id="rIdV6Slide7" Type="http://schemas.openxmlformats.org/officeDocument/2006/relationships/slide" Target="slides/v5_02_slide14.xml"/><Relationship Id="rIdV6Slide8" Type="http://schemas.openxmlformats.org/officeDocument/2006/relationships/slide" Target="slides/slide7.xml"/><Relationship Id="rIdV6Slide9" Type="http://schemas.openxmlformats.org/officeDocument/2006/relationships/slide" Target="slides/v5_02_slide15.xml"/><Relationship Id="rIdV6Slide10" Type="http://schemas.openxmlformats.org/officeDocument/2006/relationships/slide" Target="slides/v5_02_slide16.xml"/><Relationship Id="rIdV6Slide11" Type="http://schemas.openxmlformats.org/officeDocument/2006/relationships/slide" Target="slides/v5_02_slide17.xml"/><Relationship Id="rIdV6Slide12" Type="http://schemas.openxmlformats.org/officeDocument/2006/relationships/slide" Target="slides/v5_02_slide3.xml"/><Relationship Id="rIdV6Slide13" Type="http://schemas.openxmlformats.org/officeDocument/2006/relationships/slide" Target="slides/slide9.xml"/><Relationship Id="rIdV6Slide14" Type="http://schemas.openxmlformats.org/officeDocument/2006/relationships/slide" Target="slides/slide10.xml"/><Relationship Id="rIdV6Slide15" Type="http://schemas.openxmlformats.org/officeDocument/2006/relationships/slide" Target="slides/slide11.xml"/><Relationship Id="rIdV6Slide16" Type="http://schemas.openxmlformats.org/officeDocument/2006/relationships/slide" Target="slides/slide12.xml"/><Relationship Id="rIdV6Slide17" Type="http://schemas.openxmlformats.org/officeDocument/2006/relationships/slide" Target="slides/v5_02_slide4.xml"/><Relationship Id="rIdV6Slide18" Type="http://schemas.openxmlformats.org/officeDocument/2006/relationships/slide" Target="slides/v6_slide6.xml"/><Relationship Id="rIdV6Slide19" Type="http://schemas.openxmlformats.org/officeDocument/2006/relationships/slide" Target="slides/v5_02_slide5.xml"/><Relationship Id="rIdV6Slide20" Type="http://schemas.openxmlformats.org/officeDocument/2006/relationships/slide" Target="slides/v5_02_slide6.xml"/><Relationship Id="rIdV6Slide21" Type="http://schemas.openxmlformats.org/officeDocument/2006/relationships/slide" Target="slides/v5_02_slide7.xml"/><Relationship Id="rIdV6Slide22" Type="http://schemas.openxmlformats.org/officeDocument/2006/relationships/slide" Target="slides/v5_02_slide8.xml"/><Relationship Id="rIdV6Slide23" Type="http://schemas.openxmlformats.org/officeDocument/2006/relationships/slide" Target="slides/v5_02_slide9.xml"/><Relationship Id="rIdV6Slide24" Type="http://schemas.openxmlformats.org/officeDocument/2006/relationships/slide" Target="slides/v5_02_slide10.xml"/><Relationship Id="rIdV6Slide25" Type="http://schemas.openxmlformats.org/officeDocument/2006/relationships/slide" Target="slides/v5_02_slide19.xml"/><Relationship Id="rIdV6Slide26" Type="http://schemas.openxmlformats.org/officeDocument/2006/relationships/slide" Target="slides/slide20.xml"/><Relationship Id="rIdV6Slide27" Type="http://schemas.openxmlformats.org/officeDocument/2006/relationships/slide" Target="slides/v5_02_slide11.xml"/><Relationship Id="rIdV6Slide28" Type="http://schemas.openxmlformats.org/officeDocument/2006/relationships/slide" Target="slides/v5_02_slide12.xml"/><Relationship Id="rIdV6Slide29" Type="http://schemas.openxmlformats.org/officeDocument/2006/relationships/slide" Target="slides/v5_02_slide13.xml"/><Relationship Id="rIdV6Slide30" Type="http://schemas.openxmlformats.org/officeDocument/2006/relationships/slide" Target="slides/slide24.xml"/><Relationship Id="rIdV6Slide31" Type="http://schemas.openxmlformats.org/officeDocument/2006/relationships/slide" Target="slides/slide25.xml"/><Relationship Id="rIdV6Slide32" Type="http://schemas.openxmlformats.org/officeDocument/2006/relationships/slide" Target="slides/v5_02_slide20.xml"/><Relationship Id="rIdV6Slide33" Type="http://schemas.openxmlformats.org/officeDocument/2006/relationships/slide" Target="slides/v5_02_slide21.xml"/><Relationship Id="rIdV6Slide34" Type="http://schemas.openxmlformats.org/officeDocument/2006/relationships/slide" Target="slides/v5_02_slide22.xml"/><Relationship Id="rIdV6Master0" Type="http://schemas.openxmlformats.org/officeDocument/2006/relationships/slideMaster" Target="slideMasters/v6_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9e051e22564f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5ece4aa5e64c7d" /><Relationship Type="http://schemas.openxmlformats.org/officeDocument/2006/relationships/notesMaster" Target="/ppt/notesMasters/notesMaster1.xml" Id="R78d5d42dc58b4b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943450d83042d0" /><Relationship Type="http://schemas.openxmlformats.org/officeDocument/2006/relationships/notesMaster" Target="/ppt/notesMasters/notesMaster1.xml" Id="R7c943d2cca434b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94b67417e14438" /><Relationship Type="http://schemas.openxmlformats.org/officeDocument/2006/relationships/notesMaster" Target="/ppt/notesMasters/notesMaster1.xml" Id="R0f1f32b048b446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8133af2ca740aa" /><Relationship Type="http://schemas.openxmlformats.org/officeDocument/2006/relationships/notesMaster" Target="/ppt/notesMasters/notesMaster1.xml" Id="R9a904af5e8134c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b057ca22dc4e48" /><Relationship Type="http://schemas.openxmlformats.org/officeDocument/2006/relationships/notesMaster" Target="/ppt/notesMasters/notesMaster1.xml" Id="R67103b4f1c004f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b54d7932824610" /><Relationship Type="http://schemas.openxmlformats.org/officeDocument/2006/relationships/notesMaster" Target="/ppt/notesMasters/notesMaster1.xml" Id="R91cfb0e63af547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e2a1a21a974ca0" /><Relationship Type="http://schemas.openxmlformats.org/officeDocument/2006/relationships/notesMaster" Target="/ppt/notesMasters/notesMaster1.xml" Id="R6ad44dd71f7c41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8577ac5f9144be" /><Relationship Type="http://schemas.openxmlformats.org/officeDocument/2006/relationships/notesMaster" Target="/ppt/notesMasters/notesMaster1.xml" Id="R14d79da3275946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2c7544e3694cd4" /><Relationship Type="http://schemas.openxmlformats.org/officeDocument/2006/relationships/notesMaster" Target="/ppt/notesMasters/notesMaster1.xml" Id="Rc79a94e5b9e3410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bbc9393f92049c9" /><Relationship Type="http://schemas.openxmlformats.org/officeDocument/2006/relationships/notesMaster" Target="/ppt/notesMasters/notesMaster1.xml" Id="Re2a8d68127d94e1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1c77ac75cf74b0c" /><Relationship Type="http://schemas.openxmlformats.org/officeDocument/2006/relationships/notesMaster" Target="/ppt/notesMasters/notesMaster1.xml" Id="Rda94448e96cc4e8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3291c3d2c2b4a2e" /><Relationship Type="http://schemas.openxmlformats.org/officeDocument/2006/relationships/notesMaster" Target="/ppt/notesMasters/notesMaster1.xml" Id="Rfd839aaf136b46e2" /></Relationships>
</file>

<file path=ppt/notesSlides/_rels/v5_02_notesSlide1.xml.rels><?xml version='1.0' encoding='UTF-8' standalone='yes'?>
<Relationships xmlns="http://schemas.openxmlformats.org/package/2006/relationships"><Relationship Type="http://schemas.openxmlformats.org/officeDocument/2006/relationships/slide" Target="../slides/v5_02_slide1.xml" Id="R3da054431feb4fb6"/><Relationship Type="http://schemas.openxmlformats.org/officeDocument/2006/relationships/notesMaster" Target="../notesMasters/notesMaster1.xml" Id="R1d41af8c1f544a7c"/></Relationships>
</file>

<file path=ppt/notesSlides/_rels/v5_02_notesSlide2.xml.rels><?xml version='1.0' encoding='UTF-8' standalone='yes'?>
<Relationships xmlns="http://schemas.openxmlformats.org/package/2006/relationships"><Relationship Type="http://schemas.openxmlformats.org/officeDocument/2006/relationships/slide" Target="../slides/v5_02_slide2.xml" Id="Rc89cc6e8b9fd497e"/><Relationship Type="http://schemas.openxmlformats.org/officeDocument/2006/relationships/notesMaster" Target="../notesMasters/notesMaster1.xml" Id="Rdef6aca97f564302"/></Relationships>
</file>

<file path=ppt/notesSlides/_rels/v5_02_notesSlide3.xml.rels><?xml version='1.0' encoding='UTF-8' standalone='yes'?>
<Relationships xmlns="http://schemas.openxmlformats.org/package/2006/relationships"><Relationship Type="http://schemas.openxmlformats.org/officeDocument/2006/relationships/slide" Target="../slides/v5_02_slide3.xml" Id="Rcbcdb9fb7a89427d"/><Relationship Type="http://schemas.openxmlformats.org/officeDocument/2006/relationships/notesMaster" Target="../notesMasters/notesMaster1.xml" Id="R4f2ca7b567d947b1"/></Relationships>
</file>

<file path=ppt/notesSlides/_rels/v5_02_notesSlide4.xml.rels><?xml version='1.0' encoding='UTF-8' standalone='yes'?>
<Relationships xmlns="http://schemas.openxmlformats.org/package/2006/relationships"><Relationship Type="http://schemas.openxmlformats.org/officeDocument/2006/relationships/slide" Target="../slides/v5_02_slide4.xml" Id="R223f127f22424213"/><Relationship Type="http://schemas.openxmlformats.org/officeDocument/2006/relationships/notesMaster" Target="../notesMasters/notesMaster1.xml" Id="R4a9d0846f7a641f3"/></Relationships>
</file>

<file path=ppt/notesSlides/_rels/v5_02_notesSlide5.xml.rels><?xml version='1.0' encoding='UTF-8' standalone='yes'?>
<Relationships xmlns="http://schemas.openxmlformats.org/package/2006/relationships"><Relationship Type="http://schemas.openxmlformats.org/officeDocument/2006/relationships/slide" Target="../slides/v5_02_slide5.xml" Id="R5a5c320a399d496e"/><Relationship Type="http://schemas.openxmlformats.org/officeDocument/2006/relationships/notesMaster" Target="../notesMasters/notesMaster1.xml" Id="R225f8084c70e4c8b"/></Relationships>
</file>

<file path=ppt/notesSlides/_rels/v5_02_notesSlide6.xml.rels><?xml version='1.0' encoding='UTF-8' standalone='yes'?>
<Relationships xmlns="http://schemas.openxmlformats.org/package/2006/relationships"><Relationship Type="http://schemas.openxmlformats.org/officeDocument/2006/relationships/slide" Target="../slides/v5_02_slide6.xml" Id="Rda4acf4c69ef44c0"/><Relationship Type="http://schemas.openxmlformats.org/officeDocument/2006/relationships/notesMaster" Target="../notesMasters/notesMaster1.xml" Id="R586f178e2151424f"/></Relationships>
</file>

<file path=ppt/notesSlides/_rels/v5_02_notesSlide7.xml.rels><?xml version='1.0' encoding='UTF-8' standalone='yes'?>
<Relationships xmlns="http://schemas.openxmlformats.org/package/2006/relationships"><Relationship Type="http://schemas.openxmlformats.org/officeDocument/2006/relationships/slide" Target="../slides/v5_02_slide7.xml" Id="R2a48776f57404a78"/><Relationship Type="http://schemas.openxmlformats.org/officeDocument/2006/relationships/notesMaster" Target="../notesMasters/notesMaster1.xml" Id="R99e493052bbd4ebe"/></Relationships>
</file>

<file path=ppt/notesSlides/_rels/v5_02_notesSlide8.xml.rels><?xml version='1.0' encoding='UTF-8' standalone='yes'?>
<Relationships xmlns="http://schemas.openxmlformats.org/package/2006/relationships"><Relationship Type="http://schemas.openxmlformats.org/officeDocument/2006/relationships/slide" Target="../slides/v5_02_slide8.xml" Id="R578081d826af4820"/><Relationship Type="http://schemas.openxmlformats.org/officeDocument/2006/relationships/notesMaster" Target="../notesMasters/notesMaster1.xml" Id="Rb74423651b694369"/></Relationships>
</file>

<file path=ppt/notesSlides/_rels/v5_02_notesSlide9.xml.rels><?xml version='1.0' encoding='UTF-8' standalone='yes'?>
<Relationships xmlns="http://schemas.openxmlformats.org/package/2006/relationships"><Relationship Type="http://schemas.openxmlformats.org/officeDocument/2006/relationships/slide" Target="../slides/v5_02_slide9.xml" Id="Rd7cc4997f84742d9"/><Relationship Type="http://schemas.openxmlformats.org/officeDocument/2006/relationships/notesMaster" Target="../notesMasters/notesMaster1.xml" Id="R1cdc3f96f9af4e4e"/></Relationships>
</file>

<file path=ppt/notesSlides/_rels/v5_02_notesSlide10.xml.rels><?xml version='1.0' encoding='UTF-8' standalone='yes'?>
<Relationships xmlns="http://schemas.openxmlformats.org/package/2006/relationships"><Relationship Type="http://schemas.openxmlformats.org/officeDocument/2006/relationships/slide" Target="../slides/v5_02_slide10.xml" Id="Rb8090ea9978248a3"/><Relationship Type="http://schemas.openxmlformats.org/officeDocument/2006/relationships/notesMaster" Target="../notesMasters/notesMaster1.xml" Id="Rf2983b8963c64072"/></Relationships>
</file>

<file path=ppt/notesSlides/_rels/v5_02_notesSlide11.xml.rels><?xml version='1.0' encoding='UTF-8' standalone='yes'?>
<Relationships xmlns="http://schemas.openxmlformats.org/package/2006/relationships"><Relationship Type="http://schemas.openxmlformats.org/officeDocument/2006/relationships/slide" Target="../slides/v5_02_slide11.xml" Id="R6cbb9817be3c4311"/><Relationship Type="http://schemas.openxmlformats.org/officeDocument/2006/relationships/notesMaster" Target="../notesMasters/notesMaster1.xml" Id="R799b7020e182404d"/></Relationships>
</file>

<file path=ppt/notesSlides/_rels/v5_02_notesSlide12.xml.rels><?xml version='1.0' encoding='UTF-8' standalone='yes'?>
<Relationships xmlns="http://schemas.openxmlformats.org/package/2006/relationships"><Relationship Type="http://schemas.openxmlformats.org/officeDocument/2006/relationships/slide" Target="../slides/v5_02_slide12.xml" Id="Rfa20bf19849145bb"/><Relationship Type="http://schemas.openxmlformats.org/officeDocument/2006/relationships/notesMaster" Target="../notesMasters/notesMaster1.xml" Id="Rf92f14e5589042d3"/></Relationships>
</file>

<file path=ppt/notesSlides/_rels/v5_02_notesSlide13.xml.rels><?xml version='1.0' encoding='UTF-8' standalone='yes'?>
<Relationships xmlns="http://schemas.openxmlformats.org/package/2006/relationships"><Relationship Type="http://schemas.openxmlformats.org/officeDocument/2006/relationships/slide" Target="../slides/v5_02_slide13.xml" Id="R49c5345ff46c45ff"/><Relationship Type="http://schemas.openxmlformats.org/officeDocument/2006/relationships/notesMaster" Target="../notesMasters/notesMaster1.xml" Id="R0633367354914a24"/></Relationships>
</file>

<file path=ppt/notesSlides/_rels/v5_02_notesSlide14.xml.rels><?xml version='1.0' encoding='UTF-8' standalone='yes'?>
<Relationships xmlns="http://schemas.openxmlformats.org/package/2006/relationships"><Relationship Type="http://schemas.openxmlformats.org/officeDocument/2006/relationships/slide" Target="../slides/v5_02_slide14.xml" Id="R1cfd48c096c54367"/><Relationship Type="http://schemas.openxmlformats.org/officeDocument/2006/relationships/notesMaster" Target="../notesMasters/notesMaster1.xml" Id="R29382331f31f493c"/></Relationships>
</file>

<file path=ppt/notesSlides/_rels/v5_02_notesSlide15.xml.rels><?xml version='1.0' encoding='UTF-8' standalone='yes'?>
<Relationships xmlns="http://schemas.openxmlformats.org/package/2006/relationships"><Relationship Type="http://schemas.openxmlformats.org/officeDocument/2006/relationships/slide" Target="../slides/v5_02_slide15.xml" Id="Rbac41717d1ef49fe"/><Relationship Type="http://schemas.openxmlformats.org/officeDocument/2006/relationships/notesMaster" Target="../notesMasters/notesMaster1.xml" Id="Rd6bd7ae7d17941a2"/></Relationships>
</file>

<file path=ppt/notesSlides/_rels/v5_02_notesSlide16.xml.rels><?xml version='1.0' encoding='UTF-8' standalone='yes'?>
<Relationships xmlns="http://schemas.openxmlformats.org/package/2006/relationships"><Relationship Type="http://schemas.openxmlformats.org/officeDocument/2006/relationships/slide" Target="../slides/v5_02_slide16.xml" Id="R6fe4e2d883de4b94"/><Relationship Type="http://schemas.openxmlformats.org/officeDocument/2006/relationships/notesMaster" Target="../notesMasters/notesMaster1.xml" Id="R4be25ca2d502469b"/></Relationships>
</file>

<file path=ppt/notesSlides/_rels/v5_02_notesSlide17.xml.rels><?xml version='1.0' encoding='UTF-8' standalone='yes'?>
<Relationships xmlns="http://schemas.openxmlformats.org/package/2006/relationships"><Relationship Type="http://schemas.openxmlformats.org/officeDocument/2006/relationships/slide" Target="../slides/v5_02_slide17.xml" Id="R0325aaca1b42469b"/><Relationship Type="http://schemas.openxmlformats.org/officeDocument/2006/relationships/notesMaster" Target="../notesMasters/notesMaster1.xml" Id="R8d4b0fc7d747485a"/></Relationships>
</file>

<file path=ppt/notesSlides/_rels/v5_02_notesSlide19.xml.rels><?xml version='1.0' encoding='UTF-8' standalone='yes'?>
<Relationships xmlns="http://schemas.openxmlformats.org/package/2006/relationships"><Relationship Type="http://schemas.openxmlformats.org/officeDocument/2006/relationships/slide" Target="../slides/v5_02_slide19.xml" Id="Ra22ac5b8d4d04a0e"/><Relationship Type="http://schemas.openxmlformats.org/officeDocument/2006/relationships/notesMaster" Target="../notesMasters/notesMaster1.xml" Id="R733a68bc156f40a7"/></Relationships>
</file>

<file path=ppt/notesSlides/_rels/v5_02_notesSlide20.xml.rels><?xml version='1.0' encoding='UTF-8' standalone='yes'?>
<Relationships xmlns="http://schemas.openxmlformats.org/package/2006/relationships"><Relationship Type="http://schemas.openxmlformats.org/officeDocument/2006/relationships/slide" Target="../slides/v5_02_slide20.xml" Id="R68a1f58fc8b7401e"/><Relationship Type="http://schemas.openxmlformats.org/officeDocument/2006/relationships/notesMaster" Target="../notesMasters/notesMaster1.xml" Id="Rcd5be8ef7ba24a56"/></Relationships>
</file>

<file path=ppt/notesSlides/_rels/v5_02_notesSlide21.xml.rels><?xml version='1.0' encoding='UTF-8' standalone='yes'?>
<Relationships xmlns="http://schemas.openxmlformats.org/package/2006/relationships"><Relationship Type="http://schemas.openxmlformats.org/officeDocument/2006/relationships/slide" Target="../slides/v5_02_slide21.xml" Id="R7841d6bcf2d64cb1"/><Relationship Type="http://schemas.openxmlformats.org/officeDocument/2006/relationships/notesMaster" Target="../notesMasters/notesMaster1.xml" Id="Rb89d23050ffa4aa1"/></Relationships>
</file>

<file path=ppt/notesSlides/_rels/v5_02_notesSlide22.xml.rels><?xml version='1.0' encoding='UTF-8' standalone='yes'?>
<Relationships xmlns="http://schemas.openxmlformats.org/package/2006/relationships"><Relationship Type="http://schemas.openxmlformats.org/officeDocument/2006/relationships/slide" Target="../slides/v5_02_slide22.xml" Id="R94b5ca6541f54706"/><Relationship Type="http://schemas.openxmlformats.org/officeDocument/2006/relationships/notesMaster" Target="../notesMasters/notesMaster1.xml" Id="R35c708fa216f4c08"/></Relationships>
</file>

<file path=ppt/notesSlides/_rels/v6_notesSlide6.xml.rels><?xml version='1.0' encoding='UTF-8' standalone='yes'?>
<Relationships xmlns="http://schemas.openxmlformats.org/package/2006/relationships"><Relationship Type="http://schemas.openxmlformats.org/officeDocument/2006/relationships/slide" Target="../slides/v6_slide6.xml" Id="R61f1575187db4a80"/><Relationship Type="http://schemas.openxmlformats.org/officeDocument/2006/relationships/notesMaster" Target="../notesMasters/notesMaster1.xml" Id="Reffce619c52c4747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城南SSH講義資料 2022年 13～24枚目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城南SSH講義資料 2022年 13～24枚目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城南SSH講義資料 2022年 13～24枚目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カラマツ Larix kaempferi。画像：森林総合研究所 日本産木材データベース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スギ Cryptomeria japonica。画像：森林総合研究所 日本産木材データベース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ブナ Fagus crenata。画像：森林総合研究所 日本産木材データベース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画像：森林総合研究所 日本産木材データベース。寸法の比較にはスケールを使う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城南SSH講義資料 2022年 13～24枚目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城南SSH講義資料 2022年 13～24枚目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城南SSH講義資料 2022年 13～24枚目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城南SSH講義資料 2022年 13～24枚目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城南SSH講義資料 2022年 13～24枚目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https://www.ffpri.go.jp/pubs/bulletin/151/documents/194-7.pdf</a:t>
            </a:r>
          </a:p>
          <a:p xmlns:a="http://schemas.openxmlformats.org/drawingml/2006/main">
            <a:r>
              <a:t>https://www.jstage.jst.go.jp/article/jjfe/51/2/51_KJ00005982751/_pdf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https://db.ffpri.go.jp/WoodDB/</a:t>
            </a:r>
          </a:p>
          <a:p xmlns:a="http://schemas.openxmlformats.org/drawingml/2006/main">
            <a:r>
              <a:t>https://www.jstage.jst.go.jp/article/jsms/70/3/70_245/_pdf/-char/ja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6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第9章 式(9–1)・(9–2)、表9–1、図9–3 https://research.fs.usda.gov/treesearch/62251</a:t>
            </a:r>
          </a:p>
          <a:p xmlns:a="http://schemas.openxmlformats.org/drawingml/2006/main">
            <a:r>
              <a:t>森林総合研究所 日本産木材データベース https://db.ffpri.go.jp/WoodDB/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0f427dee0e45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65c27b29641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b4e51327240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14cd2136544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7128ac65643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fb3948b024fed" /></Relationships>
</file>

<file path=ppt/slideLayouts/_rels/v5_02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5_02_slideMaster1.xml" Id="R42fd06606f8f4a52"/></Relationships>
</file>

<file path=ppt/slideLayouts/_rels/v5_02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5_02_slideMaster1.xml" Id="R6823e53067774af7"/></Relationships>
</file>

<file path=ppt/slideLayouts/_rels/v5_02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5_02_slideMaster1.xml" Id="R0a427f5fe4f54a36"/></Relationships>
</file>

<file path=ppt/slideLayouts/_rels/v5_02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5_02_slideMaster1.xml" Id="Ref6051210f944395"/></Relationships>
</file>

<file path=ppt/slideLayouts/_rels/v5_02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5_02_slideMaster1.xml" Id="R02511e6a799540c6"/></Relationships>
</file>

<file path=ppt/slideLayouts/_rels/v5_02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5_02_slideMaster1.xml" Id="Rc5d632ea048d447c"/></Relationships>
</file>

<file path=ppt/slideLayouts/_rels/v6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bdd40e98fd704454"/></Relationships>
</file>

<file path=ppt/slideLayouts/_rels/v6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d7376b1ebaa84a0a"/></Relationships>
</file>

<file path=ppt/slideLayouts/_rels/v6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7872838b53dc453c"/></Relationships>
</file>

<file path=ppt/slideLayouts/_rels/v6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1c2c6c72487d4da5"/></Relationships>
</file>

<file path=ppt/slideLayouts/_rels/v6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64001dac24b24c82"/></Relationships>
</file>

<file path=ppt/slideLayouts/_rels/v6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72c7e21bf37f4442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v5_02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BCF670-1BF3-4563-AF78-952B375CAC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D0311D-4874-4391-BF26-50F597896C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2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425824-C611-4A3E-A70C-A830B0AD36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2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91ECAA-54D3-4F2A-AF95-0A0EFFA2AC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F28295-BEFE-4464-B0FD-8406FB6265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2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45EBFA-AF54-43AF-860C-6884FB3EDC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1BF586-288B-43A4-BEBC-3948AA4A4C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CC4959-29B1-46CB-93F8-828EF3F53C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2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0981F1-24A8-445E-8B77-AC9D4313A9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615B48-E991-426A-8E0B-F664A997B1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2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v6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2ECAF6-AFB3-44BA-A6E2-FFDF1F7E8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E04143-5FE6-4C02-94D3-C4D4715CAF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EAE70-3078-4577-9941-D8132BBF36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BE8F06-1DB2-4DD1-ABA5-FE5919FC0E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750050-B434-4AA4-9228-718FAC83A1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71DE0E-6C52-4E48-92E0-1B05894D7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82E626-1AEC-42F9-BDC7-A6BD823443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50E72C-19F3-40E3-932A-604FCCF85E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2A710F-F1F5-4B49-8146-218F557547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5D7369-AC6D-49C7-92A8-B076ACD9C0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35af21312743e5" /><Relationship Type="http://schemas.openxmlformats.org/officeDocument/2006/relationships/slideLayout" Target="/ppt/slideLayouts/slideLayout1.xml" Id="Re532ba1cc62b44fb" /><Relationship Type="http://schemas.openxmlformats.org/officeDocument/2006/relationships/slideLayout" Target="/ppt/slideLayouts/slideLayout2.xml" Id="R5e1b6628d5f040e7" /><Relationship Type="http://schemas.openxmlformats.org/officeDocument/2006/relationships/slideLayout" Target="/ppt/slideLayouts/slideLayout3.xml" Id="Rc01685aaa9914f99" /><Relationship Type="http://schemas.openxmlformats.org/officeDocument/2006/relationships/slideLayout" Target="/ppt/slideLayouts/slideLayout4.xml" Id="Rc7922321a0614ab4" /><Relationship Type="http://schemas.openxmlformats.org/officeDocument/2006/relationships/slideLayout" Target="/ppt/slideLayouts/slideLayout5.xml" Id="R16a4a9daee654531" /><Relationship Type="http://schemas.openxmlformats.org/officeDocument/2006/relationships/slideLayout" Target="/ppt/slideLayouts/slideLayout6.xml" Id="Rf18f42de05e04a25" /></Relationships>
</file>

<file path=ppt/slideMasters/_rels/v5_02_slideMaster1.xml.rels><?xml version='1.0' encoding='UTF-8' standalone='yes'?>
<Relationships xmlns="http://schemas.openxmlformats.org/package/2006/relationships"><Relationship Type="http://schemas.openxmlformats.org/officeDocument/2006/relationships/theme" Target="theme/v5_02_theme2.xml" Id="Rf95a9c8c54ff451c"/><Relationship Type="http://schemas.openxmlformats.org/officeDocument/2006/relationships/slideLayout" Target="../slideLayouts/v5_02_slideLayout1.xml" Id="R42928ebe7ab648be"/><Relationship Type="http://schemas.openxmlformats.org/officeDocument/2006/relationships/slideLayout" Target="../slideLayouts/v5_02_slideLayout2.xml" Id="Ra202f3f6a91f46e9"/><Relationship Type="http://schemas.openxmlformats.org/officeDocument/2006/relationships/slideLayout" Target="../slideLayouts/v5_02_slideLayout3.xml" Id="R62d3d84c5ac84b38"/><Relationship Type="http://schemas.openxmlformats.org/officeDocument/2006/relationships/slideLayout" Target="../slideLayouts/v5_02_slideLayout4.xml" Id="R73a5da9a13034536"/><Relationship Type="http://schemas.openxmlformats.org/officeDocument/2006/relationships/slideLayout" Target="../slideLayouts/v5_02_slideLayout5.xml" Id="R4c191f5d1a4a40fe"/><Relationship Type="http://schemas.openxmlformats.org/officeDocument/2006/relationships/slideLayout" Target="../slideLayouts/v5_02_slideLayout6.xml" Id="R1ad1d21c868b4d32"/></Relationships>
</file>

<file path=ppt/slideMasters/_rels/v6_slideMaster1.xml.rels><?xml version='1.0' encoding='UTF-8' standalone='yes'?>
<Relationships xmlns="http://schemas.openxmlformats.org/package/2006/relationships"><Relationship Type="http://schemas.openxmlformats.org/officeDocument/2006/relationships/theme" Target="theme/v6_theme2.xml" Id="Rc9a3af294cd04053"/><Relationship Type="http://schemas.openxmlformats.org/officeDocument/2006/relationships/slideLayout" Target="../slideLayouts/v6_slideLayout1.xml" Id="Rf3757162ca264c0b"/><Relationship Type="http://schemas.openxmlformats.org/officeDocument/2006/relationships/slideLayout" Target="../slideLayouts/v6_slideLayout2.xml" Id="R80c0da7a5cef4cda"/><Relationship Type="http://schemas.openxmlformats.org/officeDocument/2006/relationships/slideLayout" Target="../slideLayouts/v6_slideLayout3.xml" Id="Red55a1a1d61945c4"/><Relationship Type="http://schemas.openxmlformats.org/officeDocument/2006/relationships/slideLayout" Target="../slideLayouts/v6_slideLayout4.xml" Id="R09755fc431844084"/><Relationship Type="http://schemas.openxmlformats.org/officeDocument/2006/relationships/slideLayout" Target="../slideLayouts/v6_slideLayout5.xml" Id="R1c87df2135994226"/><Relationship Type="http://schemas.openxmlformats.org/officeDocument/2006/relationships/slideLayout" Target="../slideLayouts/v6_slideLayout6.xml" Id="Rca7c19652fc548a2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32ba1cc62b44fb"/>
    <p:sldLayoutId xmlns:r="http://schemas.openxmlformats.org/officeDocument/2006/relationships" id="2147483650" r:id="R5e1b6628d5f040e7"/>
    <p:sldLayoutId xmlns:r="http://schemas.openxmlformats.org/officeDocument/2006/relationships" id="2147483651" r:id="Rc01685aaa9914f99"/>
    <p:sldLayoutId xmlns:r="http://schemas.openxmlformats.org/officeDocument/2006/relationships" id="2147483652" r:id="Rc7922321a0614ab4"/>
    <p:sldLayoutId xmlns:r="http://schemas.openxmlformats.org/officeDocument/2006/relationships" id="2147483653" r:id="R16a4a9daee654531"/>
    <p:sldLayoutId xmlns:r="http://schemas.openxmlformats.org/officeDocument/2006/relationships" id="2147483654" r:id="Rf18f42de05e04a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5_02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6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v5_02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42928ebe7ab648be"/>
    <p:sldLayoutId xmlns:r="http://schemas.openxmlformats.org/officeDocument/2006/relationships" id="2147483657" r:id="Ra202f3f6a91f46e9"/>
    <p:sldLayoutId xmlns:r="http://schemas.openxmlformats.org/officeDocument/2006/relationships" id="2147483658" r:id="R62d3d84c5ac84b38"/>
    <p:sldLayoutId xmlns:r="http://schemas.openxmlformats.org/officeDocument/2006/relationships" id="2147483659" r:id="R73a5da9a13034536"/>
    <p:sldLayoutId xmlns:r="http://schemas.openxmlformats.org/officeDocument/2006/relationships" id="2147483660" r:id="R4c191f5d1a4a40fe"/>
    <p:sldLayoutId xmlns:r="http://schemas.openxmlformats.org/officeDocument/2006/relationships" id="2147483661" r:id="R1ad1d21c868b4d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v6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f3757162ca264c0b"/>
    <p:sldLayoutId xmlns:r="http://schemas.openxmlformats.org/officeDocument/2006/relationships" id="2147483664" r:id="R80c0da7a5cef4cda"/>
    <p:sldLayoutId xmlns:r="http://schemas.openxmlformats.org/officeDocument/2006/relationships" id="2147483665" r:id="Red55a1a1d61945c4"/>
    <p:sldLayoutId xmlns:r="http://schemas.openxmlformats.org/officeDocument/2006/relationships" id="2147483666" r:id="R09755fc431844084"/>
    <p:sldLayoutId xmlns:r="http://schemas.openxmlformats.org/officeDocument/2006/relationships" id="2147483667" r:id="R1c87df2135994226"/>
    <p:sldLayoutId xmlns:r="http://schemas.openxmlformats.org/officeDocument/2006/relationships" id="2147483668" r:id="Rca7c19652fc548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9fb416d8054f29" /><Relationship Type="http://schemas.openxmlformats.org/officeDocument/2006/relationships/notesSlide" Target="/ppt/notesSlides/notesSlide1.xml" Id="Ra8c8a4c1c70548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920e0bc8284833" /><Relationship Type="http://schemas.openxmlformats.org/officeDocument/2006/relationships/notesSlide" Target="/ppt/notesSlides/notesSlide2.xml" Id="R7057fa5d1b464c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272b160344551" /><Relationship Type="http://schemas.openxmlformats.org/officeDocument/2006/relationships/notesSlide" Target="/ppt/notesSlides/notesSlide4.xml" Id="R39a6de46795a4e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7ccf9e244f42a5" /><Relationship Type="http://schemas.openxmlformats.org/officeDocument/2006/relationships/image" Target="/ppt/media/image.jpeg" Id="R2fb9dadbc9274052" /><Relationship Type="http://schemas.openxmlformats.org/officeDocument/2006/relationships/notesSlide" Target="/ppt/notesSlides/notesSlide5.xml" Id="R2234a9bbc5444e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047aff79a8420f" /><Relationship Type="http://schemas.openxmlformats.org/officeDocument/2006/relationships/image" Target="/ppt/media/image2.jpeg" Id="R865b3ba9269c48c0" /><Relationship Type="http://schemas.openxmlformats.org/officeDocument/2006/relationships/notesSlide" Target="/ppt/notesSlides/notesSlide7.xml" Id="R83c94ba251d547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70de4a784b452e" /><Relationship Type="http://schemas.openxmlformats.org/officeDocument/2006/relationships/image" Target="/ppt/media/image3.jpeg" Id="R1dd99e441a164f79" /><Relationship Type="http://schemas.openxmlformats.org/officeDocument/2006/relationships/notesSlide" Target="/ppt/notesSlides/notesSlide9.xml" Id="Rdad3bba5de5d4c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e3d2e41e6b408b" /><Relationship Type="http://schemas.openxmlformats.org/officeDocument/2006/relationships/image" Target="/ppt/media/image4.jpeg" Id="Rda2190ba04734985" /><Relationship Type="http://schemas.openxmlformats.org/officeDocument/2006/relationships/image" Target="/ppt/media/image5.jpeg" Id="R540f362deaca4dba" /><Relationship Type="http://schemas.openxmlformats.org/officeDocument/2006/relationships/image" Target="/ppt/media/image6.jpeg" Id="R51152045ee594a84" /><Relationship Type="http://schemas.openxmlformats.org/officeDocument/2006/relationships/notesSlide" Target="/ppt/notesSlides/notesSlide10.xml" Id="R4615fd13111d45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c9fbaae7164480" /><Relationship Type="http://schemas.openxmlformats.org/officeDocument/2006/relationships/notesSlide" Target="/ppt/notesSlides/notesSlide11.xml" Id="Rdb00e1b75c8541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b14d0cdf794fb4" /><Relationship Type="http://schemas.openxmlformats.org/officeDocument/2006/relationships/image" Target="/ppt/media/image7.jpeg" Id="Rc63b89dcb58e4b4e" /><Relationship Type="http://schemas.openxmlformats.org/officeDocument/2006/relationships/image" Target="/ppt/media/image8.jpeg" Id="R01c9da313081498a" /><Relationship Type="http://schemas.openxmlformats.org/officeDocument/2006/relationships/image" Target="/ppt/media/image9.jpeg" Id="Rb3ec423b2e614f04" /><Relationship Type="http://schemas.openxmlformats.org/officeDocument/2006/relationships/notesSlide" Target="/ppt/notesSlides/notesSlide12.xml" Id="R5368744e8fe84c7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e69400d94b49b0" /><Relationship Type="http://schemas.openxmlformats.org/officeDocument/2006/relationships/notesSlide" Target="/ppt/notesSlides/notesSlide20.xml" Id="R3902a7de981b439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4ef53be6cc4df4" /><Relationship Type="http://schemas.openxmlformats.org/officeDocument/2006/relationships/notesSlide" Target="/ppt/notesSlides/notesSlide24.xml" Id="R4f9c723ef0e8496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de16c340f4ffb" /><Relationship Type="http://schemas.openxmlformats.org/officeDocument/2006/relationships/notesSlide" Target="/ppt/notesSlides/notesSlide25.xml" Id="R4a3c17fab15f4b02" /></Relationships>
</file>

<file path=ppt/slides/_rels/v5_02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53cce4459714422e"/><Relationship Type="http://schemas.openxmlformats.org/officeDocument/2006/relationships/notesSlide" Target="../notesSlides/v5_02_notesSlide1.xml" Id="R879200524de044ec"/></Relationships>
</file>

<file path=ppt/slides/_rels/v5_02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28a34c8fa33b4ba5"/><Relationship Type="http://schemas.openxmlformats.org/officeDocument/2006/relationships/notesSlide" Target="../notesSlides/v5_02_notesSlide2.xml" Id="R3d0304a76a8a4e6b"/></Relationships>
</file>

<file path=ppt/slides/_rels/v5_02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395a418f8cf745ea"/><Relationship Type="http://schemas.openxmlformats.org/officeDocument/2006/relationships/notesSlide" Target="../notesSlides/v5_02_notesSlide3.xml" Id="Rb7eb53efa5604a92"/></Relationships>
</file>

<file path=ppt/slides/_rels/v5_02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f2db330b53674677"/><Relationship Type="http://schemas.openxmlformats.org/officeDocument/2006/relationships/image" Target="../media/v5_02_image.jpeg" Id="R09b679dc6b494664"/><Relationship Type="http://schemas.openxmlformats.org/officeDocument/2006/relationships/notesSlide" Target="../notesSlides/v5_02_notesSlide4.xml" Id="R2a199481d4084094"/></Relationships>
</file>

<file path=ppt/slides/_rels/v5_02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2a7e38aee0994300"/><Relationship Type="http://schemas.openxmlformats.org/officeDocument/2006/relationships/image" Target="../media/v5_02_image2.jpeg" Id="Rfaaf2a9b4be84337"/><Relationship Type="http://schemas.openxmlformats.org/officeDocument/2006/relationships/image" Target="../media/v5_02_image3.jpeg" Id="Rb3602bbce13646cd"/><Relationship Type="http://schemas.openxmlformats.org/officeDocument/2006/relationships/notesSlide" Target="../notesSlides/v5_02_notesSlide5.xml" Id="Rff825b4e57744454"/></Relationships>
</file>

<file path=ppt/slides/_rels/v5_02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877d76f127454abf"/><Relationship Type="http://schemas.openxmlformats.org/officeDocument/2006/relationships/notesSlide" Target="../notesSlides/v5_02_notesSlide6.xml" Id="Rc638219098b34029"/></Relationships>
</file>

<file path=ppt/slides/_rels/v5_02_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37e93c07a7b8428d"/><Relationship Type="http://schemas.openxmlformats.org/officeDocument/2006/relationships/notesSlide" Target="../notesSlides/v5_02_notesSlide7.xml" Id="R9b951c84ef534909"/></Relationships>
</file>

<file path=ppt/slides/_rels/v5_02_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5e0bc37c0f0d4913"/><Relationship Type="http://schemas.openxmlformats.org/officeDocument/2006/relationships/notesSlide" Target="../notesSlides/v5_02_notesSlide8.xml" Id="R5d63c5459d944672"/></Relationships>
</file>

<file path=ppt/slides/_rels/v5_02_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30a0204000a64343"/><Relationship Type="http://schemas.openxmlformats.org/officeDocument/2006/relationships/notesSlide" Target="../notesSlides/v5_02_notesSlide9.xml" Id="R773a3bfc389147cf"/></Relationships>
</file>

<file path=ppt/slides/_rels/v5_02_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4408ce600afa4387"/><Relationship Type="http://schemas.openxmlformats.org/officeDocument/2006/relationships/notesSlide" Target="../notesSlides/v5_02_notesSlide10.xml" Id="R684cea0c5a514487"/></Relationships>
</file>

<file path=ppt/slides/_rels/v5_02_slide11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f9a712cd1f2442e0"/><Relationship Type="http://schemas.openxmlformats.org/officeDocument/2006/relationships/notesSlide" Target="../notesSlides/v5_02_notesSlide11.xml" Id="R350fe1f2e1a44f4e"/></Relationships>
</file>

<file path=ppt/slides/_rels/v5_02_slide12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df8749722d5342ce"/><Relationship Type="http://schemas.openxmlformats.org/officeDocument/2006/relationships/notesSlide" Target="../notesSlides/v5_02_notesSlide12.xml" Id="Rd99c955eb063465d"/></Relationships>
</file>

<file path=ppt/slides/_rels/v5_02_slide13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68d967f6de354655"/><Relationship Type="http://schemas.openxmlformats.org/officeDocument/2006/relationships/notesSlide" Target="../notesSlides/v5_02_notesSlide13.xml" Id="Rdd4639e2470b4fc9"/></Relationships>
</file>

<file path=ppt/slides/_rels/v5_02_slide14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45a3eb00e94f4e96"/><Relationship Type="http://schemas.openxmlformats.org/officeDocument/2006/relationships/notesSlide" Target="../notesSlides/v5_02_notesSlide14.xml" Id="Rb59957d675b346cb"/></Relationships>
</file>

<file path=ppt/slides/_rels/v5_02_slide15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1ace71fd72894662"/><Relationship Type="http://schemas.openxmlformats.org/officeDocument/2006/relationships/notesSlide" Target="../notesSlides/v5_02_notesSlide15.xml" Id="Rb0e8beee3d014bb0"/></Relationships>
</file>

<file path=ppt/slides/_rels/v5_02_slide16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b1030ad3ee324246"/><Relationship Type="http://schemas.openxmlformats.org/officeDocument/2006/relationships/notesSlide" Target="../notesSlides/v5_02_notesSlide16.xml" Id="R2af8f8355a0a4c9e"/></Relationships>
</file>

<file path=ppt/slides/_rels/v5_02_slide17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ae67ba2faecc42da"/><Relationship Type="http://schemas.openxmlformats.org/officeDocument/2006/relationships/notesSlide" Target="../notesSlides/v5_02_notesSlide17.xml" Id="Rac23f4e8b6a94c37"/></Relationships>
</file>

<file path=ppt/slides/_rels/v5_02_slide19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bd9375853c9847d4"/><Relationship Type="http://schemas.openxmlformats.org/officeDocument/2006/relationships/notesSlide" Target="../notesSlides/v5_02_notesSlide19.xml" Id="Ra0b35408eadb4945"/></Relationships>
</file>

<file path=ppt/slides/_rels/v5_02_slide20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1a7d27283105495e"/><Relationship Type="http://schemas.openxmlformats.org/officeDocument/2006/relationships/notesSlide" Target="../notesSlides/v5_02_notesSlide20.xml" Id="Rbe6f36e411cc4618"/></Relationships>
</file>

<file path=ppt/slides/_rels/v5_02_slide21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b3dd5c8510204f2d"/><Relationship Type="http://schemas.openxmlformats.org/officeDocument/2006/relationships/notesSlide" Target="../notesSlides/v5_02_notesSlide21.xml" Id="Rc3d8f87ce91541da"/></Relationships>
</file>

<file path=ppt/slides/_rels/v5_02_slide22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ee58ba62a0f94b9d"/><Relationship Type="http://schemas.openxmlformats.org/officeDocument/2006/relationships/notesSlide" Target="../notesSlides/v5_02_notesSlide22.xml" Id="R0576e5750ed34c6b"/></Relationships>
</file>

<file path=ppt/slides/_rels/v6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v6_slideLayout6.xml" Id="Rbc73a98726f04e30"/><Relationship Type="http://schemas.openxmlformats.org/officeDocument/2006/relationships/image" Target="../media/v6_image.jpeg" Id="R29d2c45c77564471"/><Relationship Type="http://schemas.openxmlformats.org/officeDocument/2006/relationships/chart" Target="charts/v6_chart6.xml" Id="R47094db71ff44c40"/><Relationship Type="http://schemas.openxmlformats.org/officeDocument/2006/relationships/notesSlide" Target="../notesSlides/v6_notesSlide6.xml" Id="R33c0c932660c4eb1"/></Relationships>
</file>

<file path=ppt/slides/charts/_rels/v6_chart6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6.xlsx"/></ns0:Relationships>
</file>

<file path=ppt/slides/charts/v6_chart6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壁割合から計算した密度モデル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Model!$A$2:$A$18</c:f>
              <c:numCache>
                <c:formatCode>General</c:formatCode>
                <c:ptCount val="17"/>
                <c:pt idx="0">
                  <c:v>0</c:v>
                </c:pt>
                <c:pt idx="1">
                  <c:v>0.1</c:v>
                </c:pt>
                <c:pt idx="2">
                  <c:v>0.18</c:v>
                </c:pt>
                <c:pt idx="3">
                  <c:v>0.24</c:v>
                </c:pt>
                <c:pt idx="4">
                  <c:v>0.3</c:v>
                </c:pt>
                <c:pt idx="5">
                  <c:v>0.36</c:v>
                </c:pt>
                <c:pt idx="6">
                  <c:v>0.4</c:v>
                </c:pt>
                <c:pt idx="7">
                  <c:v>0.405</c:v>
                </c:pt>
                <c:pt idx="8">
                  <c:v>0.5</c:v>
                </c:pt>
                <c:pt idx="9">
                  <c:v>0.6</c:v>
                </c:pt>
                <c:pt idx="10">
                  <c:v>0.7</c:v>
                </c:pt>
                <c:pt idx="11">
                  <c:v>0.76</c:v>
                </c:pt>
                <c:pt idx="12">
                  <c:v>0.82</c:v>
                </c:pt>
                <c:pt idx="13">
                  <c:v>0.88</c:v>
                </c:pt>
                <c:pt idx="14">
                  <c:v>0.92</c:v>
                </c:pt>
                <c:pt idx="15">
                  <c:v>0.925</c:v>
                </c:pt>
                <c:pt idx="16">
                  <c:v>1</c:v>
                </c:pt>
              </c:numCache>
            </c:numRef>
          </c:xVal>
          <c:yVal>
            <c:numRef>
              <c:f>Model!$B$2:$B$18</c:f>
              <c:numCache>
                <c:formatCode>0.###</c:formatCode>
                <c:ptCount val="17"/>
                <c:pt idx="0">
                  <c:v>0.285</c:v>
                </c:pt>
                <c:pt idx="1">
                  <c:v>0.3</c:v>
                </c:pt>
                <c:pt idx="2">
                  <c:v>0.36</c:v>
                </c:pt>
                <c:pt idx="3">
                  <c:v>0.45</c:v>
                </c:pt>
                <c:pt idx="4">
                  <c:v>0.6</c:v>
                </c:pt>
                <c:pt idx="5">
                  <c:v>0.72</c:v>
                </c:pt>
                <c:pt idx="6">
                  <c:v>0.765</c:v>
                </c:pt>
                <c:pt idx="7">
                  <c:v>0.285</c:v>
                </c:pt>
                <c:pt idx="8">
                  <c:v>0.3</c:v>
                </c:pt>
                <c:pt idx="9">
                  <c:v>0.34</c:v>
                </c:pt>
                <c:pt idx="10">
                  <c:v>0.4</c:v>
                </c:pt>
                <c:pt idx="11">
                  <c:v>0.5</c:v>
                </c:pt>
                <c:pt idx="12">
                  <c:v>0.63</c:v>
                </c:pt>
                <c:pt idx="13">
                  <c:v>0.72</c:v>
                </c:pt>
                <c:pt idx="14">
                  <c:v>0.765</c:v>
                </c:pt>
                <c:pt idx="15">
                  <c:v>0.285</c:v>
                </c:pt>
                <c:pt idx="16">
                  <c:v>0.3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全乾密度 / (g/cm³)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髄側から樹皮側への相対位置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0.2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xmlns:r="http://schemas.openxmlformats.org/officeDocument/2006/relationships" r:id="rIdWorkbook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CE625-157B-48E5-BE1A-37C4A5D1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第2回　組織と年輪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42334-35BF-42A4-9152-E0B794F86EC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B3A63-A366-4B11-AF24-6206495B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88CF1-496A-4923-B420-009A3837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489DE-22C5-41FB-AF71-2D59ED40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細胞の形と並びから</a:t>
            </a:r>
          </a:p>
          <a:p xmlns:a="http://schemas.openxmlformats.org/drawingml/2006/main">
            <a: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材質を考える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C9FD7-51FA-429D-A680-927B20F5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壁と内腔、軸方向と放射方向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123CF-6320-474D-9CA0-F94EDC3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針葉樹材・広葉樹材、早材と晩材</a:t>
            </a:r>
          </a:p>
        </p:txBody>
      </p:sp>
    </p:spTree>
    <p:extLst>
      <p:ext uri="{BB962C8B-B14F-4D97-AF65-F5344CB8AC3E}">
        <p14:creationId xmlns:p14="http://schemas.microsoft.com/office/powerpoint/2010/main" val="1233209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E2EBE-F606-43FF-9537-3ABDDF72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前回の確認　方向と面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7657B-4099-4B9A-BC20-A95F9A99CA3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B7FC3-3687-4234-8B52-A3118506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55755-2A34-479B-AA7C-6B32B175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E8360-6BDF-4269-86B4-F5C9338AA499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143250"/>
                <a:gridCol w="6153150"/>
              </a:tblGrid>
              <a:tr h="8572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意味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その方向を含む主な面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572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繊維方向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柾目 LR・板目 LT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572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放射方向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木口 RT・柾目 LR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接線方向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木口 RT・板目 LT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29660-A60C-4588-BF9A-C1574B82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方向の名称と、面の名称を混ぜない</a:t>
            </a:r>
          </a:p>
        </p:txBody>
      </p:sp>
    </p:spTree>
    <p:extLst>
      <p:ext uri="{BB962C8B-B14F-4D97-AF65-F5344CB8AC3E}">
        <p14:creationId xmlns:p14="http://schemas.microsoft.com/office/powerpoint/2010/main" val="533599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4156E-9D16-495C-8320-7DCE3C42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形成層と、新しい木部の位置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D7F48-265D-4265-ABD9-0291483ECE5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B9127-C26B-4AAD-85F2-F3434D0B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E8FEB-A147-481F-96BC-53685F5D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D059F-6024-45C6-B37D-B6E6AEA1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C8D3D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0D656-9E3E-43B5-A9B7-A1EF9558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905125"/>
            <a:ext cx="2990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古い木部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C20C1-93AB-4B28-B4A7-7C2707ED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91A3-8683-4315-AD93-85685D84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905125"/>
            <a:ext cx="2990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新しい木部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84C2D-06CE-4D75-9F05-5375E0BD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86000"/>
            <a:ext cx="9048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E6"/>
          </a:solidFill>
          <a:ln xmlns:a="http://schemas.openxmlformats.org/drawingml/2006/main" w="14288">
            <a:solidFill>
              <a:srgbClr val="C8D3D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3A911-4829-4358-B68F-CC956F2F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905125"/>
            <a:ext cx="752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形成層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02064-4388-459A-AF37-F09BFBA4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14288">
            <a:solidFill>
              <a:srgbClr val="C8D3D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044B7-086A-44F2-ACB5-A323488D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05125"/>
            <a:ext cx="2990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師部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6D093-4FD1-4067-B57B-9B055A78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4782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髄側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A2ABB-E881-4604-9E71-0BADFB15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647825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樹皮側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6D442-05EB-40A8-8821-FEE923C32E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5375" y="4810125"/>
            <a:ext cx="9953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45C98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B1F3C-468C-4799-8948-2D4A802B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57775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R方向：髄から外側へ</a:t>
            </a:r>
          </a:p>
        </p:txBody>
      </p:sp>
    </p:spTree>
    <p:extLst>
      <p:ext uri="{BB962C8B-B14F-4D97-AF65-F5344CB8AC3E}">
        <p14:creationId xmlns:p14="http://schemas.microsoft.com/office/powerpoint/2010/main" val="1617609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76FDF-7D8F-4BDF-9246-B93B4532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木口を拡大すると、壁と内腔が見える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F71D9-09B3-483B-8743-F18664122DF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EAFA2-18A6-4F2A-89D1-E58B1D3E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B81FD-1EEB-4683-AB52-BFD6F703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DE38D-5CDA-40AF-9E97-6816B6E839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9dadbc9274052"/>
          <a:stretch xmlns:a="http://schemas.openxmlformats.org/drawingml/2006/main"/>
        </p:blipFill>
        <p:spPr>
          <a:xfrm xmlns:a="http://schemas.openxmlformats.org/drawingml/2006/main">
            <a:off x="1343025" y="1504950"/>
            <a:ext cx="3352800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E8402-5CBD-460C-A7E6-E1556B1B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04787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75EB4-C067-4A95-AAE2-C7DBD725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1476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55D09"/>
            </a:solidFill>
          </a:ln>
        </p:spPr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69B49-3C65-415F-8F6E-4F815747141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48650" y="21907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EFCC1-6D78-472E-93EA-411E357E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43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rPr>
              <a:t>細胞壁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F2168-BEE7-4695-B36A-532652E4BE3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34250" y="304800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83F17-98DF-43FE-8321-3315C66D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03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内腔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B52EA-2325-4B7C-988F-940C5A43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33387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横断面の模式図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72382-0AA7-42E5-9750-028FBE00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カラマツ Larix kaempferi。画像：森林総合研究所 日本産木材データベース</a:t>
            </a:r>
          </a:p>
        </p:txBody>
      </p:sp>
    </p:spTree>
    <p:extLst>
      <p:ext uri="{BB962C8B-B14F-4D97-AF65-F5344CB8AC3E}">
        <p14:creationId xmlns:p14="http://schemas.microsoft.com/office/powerpoint/2010/main" val="16374557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9DF8E-D632-4188-AD63-1E1BC771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軸方向の細胞と、放射組織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B4E5F-4D83-42D2-B00F-79F6D3BEC1F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58F6D-2548-4A14-831B-637B8643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9D2F5-1265-4A42-8A0D-FDD3DB0A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B94E5-BA44-4E44-8D5A-646DEB1653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b3ba9269c48c0"/>
          <a:stretch xmlns:a="http://schemas.openxmlformats.org/drawingml/2006/main"/>
        </p:blipFill>
        <p:spPr>
          <a:xfrm xmlns:a="http://schemas.openxmlformats.org/drawingml/2006/main">
            <a:off x="1200849" y="1524000"/>
            <a:ext cx="3446653" cy="4191000"/>
          </a:xfrm>
          <a:prstGeom xmlns:a="http://schemas.openxmlformats.org/drawingml/2006/main" prst="rect">
            <a:avLst/>
          </a:prstGeom>
        </p:spPr>
      </p:pic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C2D2F-F41C-401D-B660-DA0A44F9E47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857375" y="4267200"/>
            <a:ext cx="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55D09"/>
            </a:solidFill>
            <a:tail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B8D60-7039-43DB-82C3-B49CB72B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814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rPr>
              <a:t>L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6FCC7-C02E-42B9-90DA-FC2962138B5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857375" y="2200275"/>
            <a:ext cx="80010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AB157-CCF4-4139-8E25-9C3C0E2A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8383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8E506-7CCD-4F23-8020-321718C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81175"/>
            <a:ext cx="57435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軸方向の系：主にLに沿う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297EF-1092-47C6-BF2A-383AA08F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86075"/>
            <a:ext cx="57435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放射方向の系：Rに沿う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65702-091A-4AC9-9AB3-96C51BE8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990975"/>
            <a:ext cx="57435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通導・支持・貯蔵の配置を見る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62EE5-26B1-4B24-A4E0-D45657E2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スギ Cryptomeria japonica。画像：森林総合研究所 日本産木材データベース</a:t>
            </a:r>
          </a:p>
        </p:txBody>
      </p:sp>
    </p:spTree>
    <p:extLst>
      <p:ext uri="{BB962C8B-B14F-4D97-AF65-F5344CB8AC3E}">
        <p14:creationId xmlns:p14="http://schemas.microsoft.com/office/powerpoint/2010/main" val="19105593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78455-AD68-4C71-ACFA-572D2EB1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広葉樹材では、道管と周囲の組織を見る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5FD65-D1FD-4921-BB3C-8DE6EDCD67E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FD366-E7C1-4E27-977A-0849A887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51140-3158-4E3E-9624-3BB04BF0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6315E-FFFC-485F-8D22-D385EE0FE5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99e441a164f79"/>
          <a:stretch xmlns:a="http://schemas.openxmlformats.org/drawingml/2006/main"/>
        </p:blipFill>
        <p:spPr>
          <a:xfrm xmlns:a="http://schemas.openxmlformats.org/drawingml/2006/main">
            <a:off x="1602804" y="1504950"/>
            <a:ext cx="2785618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9EFCF-A4D4-453A-ABD7-D31C110C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857375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5C98"/>
            </a:solidFill>
          </a:ln>
        </p:spPr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3F8B4-DAAC-4FD5-8438-107A74479C6D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2752725" y="1952625"/>
            <a:ext cx="2943225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  <a:tail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F2A5C-92B7-4E0B-9FAF-9843336A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238500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E8B"/>
            </a:solidFill>
          </a:ln>
        </p:spPr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0B43B-C1B7-4FA2-AD97-CBDA27B6AE4A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2238375" y="3333750"/>
            <a:ext cx="3457575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C8AFC-FF7A-4DBA-BC8C-AF5E323B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19275"/>
            <a:ext cx="5695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大きな内腔をもつ道管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7C162-620D-451F-9912-B32EA81E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24175"/>
            <a:ext cx="5695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放射方向へ伸びる放射組織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14E32-F7D6-44CB-A50E-00F4095E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29075"/>
            <a:ext cx="5695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周囲に木繊維や柔細胞など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A9F9E-508D-4B0A-B3DA-CF20C463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ブナ Fagus crenata。画像：森林総合研究所 日本産木材データベース</a:t>
            </a:r>
          </a:p>
        </p:txBody>
      </p:sp>
    </p:spTree>
    <p:extLst>
      <p:ext uri="{BB962C8B-B14F-4D97-AF65-F5344CB8AC3E}">
        <p14:creationId xmlns:p14="http://schemas.microsoft.com/office/powerpoint/2010/main" val="12245198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6D315-0C97-47E1-80E1-E7E45A8B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三つの木口像を、同じ観点で比較する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996F3-EDF8-4711-A8AC-96159686408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20160-6B24-489C-BF47-50ABF0AF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10C69-539E-4C0A-AF0E-A82053A1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25898-2379-4729-87AE-27C8A475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カラマツ：針葉樹材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A62ED-F817-4676-A87B-8597E2A268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190ba04734985"/>
          <a:stretch xmlns:a="http://schemas.openxmlformats.org/drawingml/2006/main"/>
        </p:blipFill>
        <p:spPr>
          <a:xfrm xmlns:a="http://schemas.openxmlformats.org/drawingml/2006/main">
            <a:off x="849630" y="2000250"/>
            <a:ext cx="2910840" cy="3638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6059D-EA1E-4BDF-9F82-FCE0F7E3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573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ブナ：散孔材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823E2-30A9-48B4-95DD-4F8CA7133A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f362deaca4dba"/>
          <a:stretch xmlns:a="http://schemas.openxmlformats.org/drawingml/2006/main"/>
        </p:blipFill>
        <p:spPr>
          <a:xfrm xmlns:a="http://schemas.openxmlformats.org/drawingml/2006/main">
            <a:off x="4581989" y="2000250"/>
            <a:ext cx="2418423" cy="3638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9D040-E13C-4270-9B4F-78F30E75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573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ケヤキ：環孔材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94382-2A4A-40CF-9731-192D281575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52045ee594a84"/>
          <a:stretch xmlns:a="http://schemas.openxmlformats.org/drawingml/2006/main"/>
        </p:blipFill>
        <p:spPr>
          <a:xfrm xmlns:a="http://schemas.openxmlformats.org/drawingml/2006/main">
            <a:off x="7821930" y="2000250"/>
            <a:ext cx="2910840" cy="3638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F538A-AEE2-43C5-89BD-71117EEF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画像：森林総合研究所 日本産木材データベース。寸法の比較にはスケールを使う</a:t>
            </a:r>
          </a:p>
        </p:txBody>
      </p:sp>
    </p:spTree>
    <p:extLst>
      <p:ext uri="{BB962C8B-B14F-4D97-AF65-F5344CB8AC3E}">
        <p14:creationId xmlns:p14="http://schemas.microsoft.com/office/powerpoint/2010/main" val="8399198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0D2EC-ACB8-47BB-AE35-C2538FEA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観察した事実と、材質の予想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9C52C-5A51-4DAC-9061-B41E9A29D76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47AD7-810A-48C7-AB05-8CFD573B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6367D-6F09-4A36-A7B6-F7CD0B9A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F3FFE-CA04-44F9-A7E3-D31FC7B75EE0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867650"/>
              </a:tblGrid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記録すること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見えた事実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例：大きな内腔が、帯状に並ぶ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位置・形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その場所を図に丸で示す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材質の予想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例：空隙の割合と密度に関係がありそう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追加で必要な情報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例：同じ含水状態の密度測定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C9E20-79A8-4725-8568-7EAF892B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見えた構造と、測定していない物性値を区別する</a:t>
            </a:r>
          </a:p>
        </p:txBody>
      </p:sp>
    </p:spTree>
    <p:extLst>
      <p:ext uri="{BB962C8B-B14F-4D97-AF65-F5344CB8AC3E}">
        <p14:creationId xmlns:p14="http://schemas.microsoft.com/office/powerpoint/2010/main" val="9637052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1BFB0-9867-4DF3-85E3-3AC000D8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構造を示して説明する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6F448-B618-463C-8AB1-9B7B8C8020E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13953-14DF-42D4-BFDC-55BE98CA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58B7C-1049-40FD-B2AF-81CBB7FF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115F8-D1F0-4F1E-ABD3-A9448CEF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カラマツ：針葉樹材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D4519-7B58-4820-A124-0FBDF97CA0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b89dcb58e4b4e"/>
          <a:stretch xmlns:a="http://schemas.openxmlformats.org/drawingml/2006/main"/>
        </p:blipFill>
        <p:spPr>
          <a:xfrm xmlns:a="http://schemas.openxmlformats.org/drawingml/2006/main">
            <a:off x="849630" y="2000250"/>
            <a:ext cx="2910840" cy="3638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1E69B-91C1-48CA-BE99-993BA0BD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573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ブナ：散孔材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07D9C-B078-43DB-AFD0-1ACC526D64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9da313081498a"/>
          <a:stretch xmlns:a="http://schemas.openxmlformats.org/drawingml/2006/main"/>
        </p:blipFill>
        <p:spPr>
          <a:xfrm xmlns:a="http://schemas.openxmlformats.org/drawingml/2006/main">
            <a:off x="4581989" y="2000250"/>
            <a:ext cx="2418423" cy="3638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5B896-B7C9-4390-BF09-ABFB5A7B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573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ケヤキ：環孔材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7E77C-1562-43B0-9615-1692CE449C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c423b2e614f04"/>
          <a:stretch xmlns:a="http://schemas.openxmlformats.org/drawingml/2006/main"/>
        </p:blipFill>
        <p:spPr>
          <a:xfrm xmlns:a="http://schemas.openxmlformats.org/drawingml/2006/main">
            <a:off x="7821930" y="2000250"/>
            <a:ext cx="2910840" cy="3638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160EA-A35D-4D73-96D5-E84923FA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同じ3画像を、分類の根拠と年輪構造を読み取るために再掲</a:t>
            </a:r>
          </a:p>
        </p:txBody>
      </p:sp>
    </p:spTree>
    <p:extLst>
      <p:ext uri="{BB962C8B-B14F-4D97-AF65-F5344CB8AC3E}">
        <p14:creationId xmlns:p14="http://schemas.microsoft.com/office/powerpoint/2010/main" val="2270988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3B02A-2FC9-47B1-8FD8-340F64EE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配列の方向と、材料の方向差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8D6AA-449A-4C76-8AC5-092297596D2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D17DF-0690-4272-AD7C-98BCFBD5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81F95-F68E-495F-A106-BAC862BC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F501E-20E3-489B-8554-D82F0DB546F6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952750"/>
                <a:gridCol w="4438650"/>
              </a:tblGrid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見る構造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方向・断面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後で確かめる性質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軸方向の細胞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長軸は主にL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縦・横のEと強度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放射組織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主にRへ伸びる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RとTの違い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壁と空隙・配向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三断面で確認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収縮・水分・加工性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1E92B-D2EC-467F-9D15-AE00E918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構造から仮説を立て、方向・水分・欠点をそろえた測定で確かめる</a:t>
            </a:r>
          </a:p>
        </p:txBody>
      </p:sp>
    </p:spTree>
    <p:extLst>
      <p:ext uri="{BB962C8B-B14F-4D97-AF65-F5344CB8AC3E}">
        <p14:creationId xmlns:p14="http://schemas.microsoft.com/office/powerpoint/2010/main" val="3143035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7CED0-2B72-4ADB-9687-4C535EBD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確認問題　構造から理由を述べる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9E734-65B0-4212-8D9C-C58A93EEA12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41555-9FC1-4CDB-9CF7-21AB77FB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1E89A-B4A4-4B21-93E3-92318F6F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28917-8658-4CC7-A9B0-EB1B95EC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仮道管・道管・木繊維・柔細胞を、働きと対応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68810-7462-4967-BFE3-498465DA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年輪界を描き、早材と晩材を含む一年分を示す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B5190-17FC-418B-9562-31DDB1D2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壁体積率40％、ρ壁1.50 g/cm³のモデルの密度は？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D86AB-2C17-4A5D-A7DD-149533BF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　　③から、その材の強度まで決められるか</a:t>
            </a:r>
          </a:p>
        </p:txBody>
      </p:sp>
    </p:spTree>
    <p:extLst>
      <p:ext uri="{BB962C8B-B14F-4D97-AF65-F5344CB8AC3E}">
        <p14:creationId xmlns:p14="http://schemas.microsoft.com/office/powerpoint/2010/main" val="2738682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23F06-01AD-4382-A7BC-24BC5535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要点と宿題　細胞壁の内部へ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FA8E8-6CDE-4D69-8809-94807CD9B01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7B8D6-2576-4A06-ACC3-D9D6F372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C5092-0BFE-4658-91D6-BCA3E62B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E14F9-8AF3-48B1-AC23-E545439A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壁と内腔、細胞の種類と配列を、図で説明する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75E10-26D2-452E-A276-2CAC831A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宿題1：三断面に、軸方向の細胞と放射組織を記入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FB046-2E15-4397-A40A-806E22D5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宿題2：「年輪幅だけでは強さが決まらない」を150字で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100C0-F585-46B0-A845-EA17919E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発展：ρ = φρ壁 を導き、実材とモデルの違いを述べる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58867-BC9F-419F-BB54-32B45C12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次回：細胞壁の層構造とミクロフィブリル。名前と物性の関係を考える</a:t>
            </a:r>
          </a:p>
        </p:txBody>
      </p:sp>
    </p:spTree>
    <p:extLst>
      <p:ext uri="{BB962C8B-B14F-4D97-AF65-F5344CB8AC3E}">
        <p14:creationId xmlns:p14="http://schemas.microsoft.com/office/powerpoint/2010/main" val="159179649"/>
      </p:ext>
    </p:extLst>
  </p:cSld>
</p:sld>
</file>

<file path=ppt/slides/v5_02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19FFB-CBAE-4CC7-9DD1-C4B9923B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組織を読む四つの視点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8E793-AA18-4EDC-B425-AFF416F7CB2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D4CDC-8184-49A1-845C-0F8584C3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23EBE-D40C-4C09-8267-D20203EE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CC42F-39F9-4CAD-AE6E-08EF9DED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細胞の種類：仮道管・道管要素・木繊維・柔細胞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4571C-451E-4D20-83BC-DF09C6F8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細胞の形：長さ・直径・壁厚・内腔の大きさ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6942B-6CB4-4E52-89A6-47D0F46F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細胞の配列：軸方向の系と放射組織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FE18D-A7FC-450E-85A5-80356F5D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形成時期の違い：早材・晩材・成長輪と、密度や加工性</a:t>
            </a:r>
          </a:p>
        </p:txBody>
      </p:sp>
    </p:spTree>
    <p:extLst>
      <p:ext uri="{BB962C8B-B14F-4D97-AF65-F5344CB8AC3E}">
        <p14:creationId xmlns:p14="http://schemas.microsoft.com/office/powerpoint/2010/main" val="44260347"/>
      </p:ext>
    </p:extLst>
  </p:cSld>
</p:sld>
</file>

<file path=ppt/slides/v5_02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D640C-5149-4E19-9E48-DCDFFC1A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針葉樹材と広葉樹材の組織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226FD-786F-442E-9426-9F26CF308A9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D67F8-D66B-476E-97AE-448F51B4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B898C-7781-4174-A0FC-4CBF7906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3514D-0469-4C11-ADB5-78C6B72D258C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905250"/>
                <a:gridCol w="4391025"/>
              </a:tblGrid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比較点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針葉樹材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広葉樹材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通導と支持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仮道管が両方を担う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道管が主に通導、木繊維が主に支持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軸方向の主な細胞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仮道管、軸方向柔細胞など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道管要素、木繊維、柔細胞、仮道管など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放射方向の系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放射組織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放射組織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生きた柔細胞の役割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辺材で貯蔵などを担う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辺材で貯蔵・物質移動などを担う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956274"/>
      </p:ext>
    </p:extLst>
  </p:cSld>
</p:sld>
</file>

<file path=ppt/slides/v5_02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03E88-239B-4E84-A58B-8C7276DD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軸方向と放射方向の連絡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2A5C6-6B13-466A-95E8-FC6425A92E0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5B6D4-5E5D-40A3-8610-1B8042DF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771D5-B0A4-40C7-9587-1E0BB5A6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3D1E6-0411-4755-85CD-42C42622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仮道管同士：有縁壁孔を介する通水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9A6FB-2993-4A57-A28F-CED451E0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道管要素同士：上下はせん孔、側面の道管相互壁孔でも連絡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A63CC-F3DA-40F0-A66C-5053A52F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軸方向の通導要素と放射組織：分野壁孔・道管放射組織間壁孔など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BAB15-5689-4AEC-9ED2-B501F958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生きた柔細胞同士：細胞壁の原形質連絡を介した物質移動もある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DBF72-244A-4BAD-8006-94FD2E19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L方向の輸送系とR方向の系がつながり、通導と貯蔵を支える</a:t>
            </a:r>
          </a:p>
        </p:txBody>
      </p:sp>
    </p:spTree>
    <p:extLst>
      <p:ext uri="{BB962C8B-B14F-4D97-AF65-F5344CB8AC3E}">
        <p14:creationId xmlns:p14="http://schemas.microsoft.com/office/powerpoint/2010/main" val="884489345"/>
      </p:ext>
    </p:extLst>
  </p:cSld>
</p:sld>
</file>

<file path=ppt/slides/v5_02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1C993-4571-49E1-BFDD-44ADC596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成長輪と年輪と早晩材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A2EF7-5060-4778-9E0A-9E417416B1E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0D443-2699-4CA7-AAEA-025384A4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8CDC8-C209-4A0D-B1FB-E3CFC580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3C0EE-2A2F-4178-94C4-5A152DE300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679dc6b494664"/>
          <a:stretch xmlns:a="http://schemas.openxmlformats.org/drawingml/2006/main"/>
        </p:blipFill>
        <p:spPr>
          <a:xfrm xmlns:a="http://schemas.openxmlformats.org/drawingml/2006/main">
            <a:off x="685800" y="1793081"/>
            <a:ext cx="5048250" cy="378618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B1663-8704-4246-A0E9-FA2166F3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成長輪は、形成された木部に現れる周期的な構造の帯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0405E-8C77-4030-BA81-76DF524C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622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成長輪が1年に一つできる場合に年輪という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1248B-1000-4511-AB95-48041897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909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針葉樹材では、早材は内腔が大きく壁が薄く、晩材は壁の割合が高い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2A1B6-B6E3-4107-9A40-DD8AC9F6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96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年輪界は、晩材から次の早材へ切り替わる境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D1760-7095-4ECC-879C-C2FCB1AD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早材の大きな内腔と、晩材の厚い壁</a:t>
            </a:r>
          </a:p>
        </p:txBody>
      </p:sp>
    </p:spTree>
    <p:extLst>
      <p:ext uri="{BB962C8B-B14F-4D97-AF65-F5344CB8AC3E}">
        <p14:creationId xmlns:p14="http://schemas.microsoft.com/office/powerpoint/2010/main" val="593129153"/>
      </p:ext>
    </p:extLst>
  </p:cSld>
</p:sld>
</file>

<file path=ppt/slides/v5_02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7CD27-4B43-45D9-8DAA-4A695A22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散孔材と環孔材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3A0C6-C30E-4165-9D2D-0941CA53FE4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37D00-2D97-432C-A05B-7C4BD0AA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973F0-8E60-4D4B-ACCB-A2DC27E4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651C9-3B0C-46B1-8D54-8B426249DB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f2a9b4be84337"/>
          <a:stretch xmlns:a="http://schemas.openxmlformats.org/drawingml/2006/main"/>
        </p:blipFill>
        <p:spPr>
          <a:xfrm xmlns:a="http://schemas.openxmlformats.org/drawingml/2006/main">
            <a:off x="1949494" y="1571625"/>
            <a:ext cx="2139861" cy="32194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212D8-A595-4EAB-8D54-5D21A06A0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02bbce13646cd"/>
          <a:stretch xmlns:a="http://schemas.openxmlformats.org/drawingml/2006/main"/>
        </p:blipFill>
        <p:spPr>
          <a:xfrm xmlns:a="http://schemas.openxmlformats.org/drawingml/2006/main">
            <a:off x="7237095" y="1571625"/>
            <a:ext cx="2575560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E053B-2428-496F-ABE9-CB4982D7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散孔材　ブナ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A3F29-00FD-4986-A11A-2C6A41F6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rPr>
              <a:t>環孔材　ケヤキ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D10A3-5327-41FA-A90D-C9F4581E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ブナは散孔材。道管が成長輪の中に広く分布する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C4DA9-000C-4C31-920C-F8D87C33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ケヤキは環孔材。早材の大きな道管が帯状に目立つ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4C6A6-F138-4E52-BF8E-B67E74FF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道管の分布と、周囲の木繊維・柔組織を併せて読む</a:t>
            </a:r>
          </a:p>
        </p:txBody>
      </p:sp>
    </p:spTree>
    <p:extLst>
      <p:ext uri="{BB962C8B-B14F-4D97-AF65-F5344CB8AC3E}">
        <p14:creationId xmlns:p14="http://schemas.microsoft.com/office/powerpoint/2010/main" val="1975178435"/>
      </p:ext>
    </p:extLst>
  </p:cSld>
</p:sld>
</file>

<file path=ppt/slides/v5_02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9A2E3-8422-44EB-B3FF-722FF863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年輪幅と材質を結ぶ条件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29256-A1A5-49CA-A81F-903D6BBEFE8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12445-6F17-4A55-A0ED-4232D86A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F4A74-E7D1-4C46-9CDB-FF96878F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AFBE1-D8D2-4E97-93A4-5471FFC2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針葉樹では、晩材幅の変化が小さい範囲なら、狭い年輪で晩材率が高くなる傾向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783D4-F83C-4E1A-A3E5-1C0EF53A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その範囲では密度や硬さが高くなる場合があるが、極端に狭い年輪まで一律には扱えない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D93A8-3588-4675-82F9-A7BE8B1C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環孔材では、年輪が広がると木繊維の多い晩材が増え、密度が上がる例が多い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160F9-7389-4912-85C6-D6EE828B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年輪幅や晩材率が安定すると、材内の密度変動が小さくなりやすい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68AB9-AAB1-4EE2-8E83-DC25F1AD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気温・降水・土壌水分・競争・施業が、成長量と形成される組織を変える</a:t>
            </a:r>
          </a:p>
        </p:txBody>
      </p:sp>
    </p:spTree>
    <p:extLst>
      <p:ext uri="{BB962C8B-B14F-4D97-AF65-F5344CB8AC3E}">
        <p14:creationId xmlns:p14="http://schemas.microsoft.com/office/powerpoint/2010/main" val="713110264"/>
      </p:ext>
    </p:extLst>
  </p:cSld>
</p:sld>
</file>

<file path=ppt/slides/v5_02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3548B-01A3-499C-A108-B33C1560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早材型と晩材型の仮道管モデル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16E7E-25A8-42CE-AACA-94B214A813D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B2FA0-356D-402F-8D87-A3578B59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FD53E-A1F4-45E3-B338-268DFFE3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E0EF5-7C79-4BCC-818E-938278A2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47875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A202C-98D4-445B-8FCC-A9830125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181225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33720-E55C-4DFF-B653-E10A47DD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早材型　壁厚2 µm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63F8C-A8B7-4E48-A953-5E517A5D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465C0-1F0F-46F6-8B7F-6D8CCD94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47925"/>
            <a:ext cx="18669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AF888-539F-486D-8DFD-A68C9F89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339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晩材型　壁厚6 µm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C32A4-8775-4D37-A536-3C63DC26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85925"/>
            <a:ext cx="3981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外形は一辺40 µmの正方形。細胞軸に沿って同じ長さに続くと考える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170FF-086F-49A7-BBCC-6A604F15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3981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早材型：壁厚2 µm、内腔は一辺36 µm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8BDE5-3638-4E7F-886C-10D848DC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62375"/>
            <a:ext cx="3981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晩材型：壁厚6 µm、内腔は一辺28 µm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BC2BE-9236-4FC2-8CC5-57B90721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00600"/>
            <a:ext cx="3981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壁物質の密度は1.50 g/cm³とし、全乾状態で比べる</a:t>
            </a:r>
          </a:p>
        </p:txBody>
      </p:sp>
    </p:spTree>
    <p:extLst>
      <p:ext uri="{BB962C8B-B14F-4D97-AF65-F5344CB8AC3E}">
        <p14:creationId xmlns:p14="http://schemas.microsoft.com/office/powerpoint/2010/main" val="889736147"/>
      </p:ext>
    </p:extLst>
  </p:cSld>
</p:sld>
</file>

<file path=ppt/slides/v5_02_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CDBBA-9564-4224-91EB-9D40F5B6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　仮道管の壁厚から密度を求める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C3DAC-F1BD-4670-AECB-97E75562152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D6EB1-6ED1-4094-B5CE-ABC8DA26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74C21-A197-441B-A16B-E25D7795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76671-0987-46EB-A940-53A402EF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外形面積40²から内腔面積36²／28²を引き、壁の面積を求める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3867C-9BFB-4700-8349-C8912524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壁の面積を外形面積で割り、壁体積率φを求める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38C0A-4056-4246-9524-30971CDA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ρ＝φ×1.50として、早材型・晩材型の密度を求める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FFDBA-A0E2-4792-85B0-45D92CA5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④ 同じ体積の早材型と晩材型は、どちらが何倍重いか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09C2C-0F0B-4515-9412-EA1E4907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⑤ 壁厚だけでは、実材の強度や加工性について何がまだ分からないか</a:t>
            </a:r>
          </a:p>
        </p:txBody>
      </p:sp>
    </p:spTree>
    <p:extLst>
      <p:ext uri="{BB962C8B-B14F-4D97-AF65-F5344CB8AC3E}">
        <p14:creationId xmlns:p14="http://schemas.microsoft.com/office/powerpoint/2010/main" val="231589668"/>
      </p:ext>
    </p:extLst>
  </p:cSld>
</p:sld>
</file>

<file path=ppt/slides/v5_02_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47D07-B229-4A87-A9EE-976E9A6F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演習2の解説　壁の割合と密度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8BBDF-7DF4-49AE-95AA-546A45F8B4F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CA16B-E3D0-486C-91A0-3DAF670C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236CC-23E1-4070-8C89-2246F1FD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746BF-D013-4F1D-B429-A57B99BA2B3D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905250"/>
                <a:gridCol w="4391025"/>
              </a:tblGrid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計算する量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早材型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晩材型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壁面積 µm²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1,600−1,296＝304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1,600−784＝816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壁体積率 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304/1,600＝0.19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816/1,600＝0.51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全乾密度 g/cm³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0.19×1.50＝0.285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0.51×1.50＝0.765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同じ体積の質量比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0.765/0.285 ≒ 2.68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710292"/>
      </p:ext>
    </p:extLst>
  </p:cSld>
</p:sld>
</file>

<file path=ppt/slides/v5_02_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134723-513C-4622-B767-E14E7C94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晩材率が違う年輪の比較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EB6A0-817D-4A7E-BF09-DAC53FF4952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3554F-A83D-459E-BF40-A481B46D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50B70-1E1B-44AE-AC9A-940B918A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D990A-313D-409A-81FB-821E459C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4DB7F-D436-4DE1-A3E6-51FFE81F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2A073-9BBC-47A0-BBDE-D20A8B8E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1190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050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AA319-8F3B-465E-A471-58320A5F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09750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早材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C51CA-7D01-47D6-B03E-18C1968F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1152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晩材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6A79B-5B22-493B-B4F3-BB11130A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EAC18-B541-4EC6-BFEE-2C36729F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1190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1D2D3-E4DC-4038-B05E-DF7CCA06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05125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050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26FB6-4C43-4B05-A869-C78D110F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05125"/>
            <a:ext cx="1152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早材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5027E-9B60-48C2-9C90-2265B5F0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05125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晩材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E72A2-2C21-44A1-932B-F39E3903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71252-1700-42F0-B752-6A1D616A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23456-E5DA-43B8-9B4E-68B1520C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190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050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CB5EF-C8D1-4B50-8AD2-84C9E915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早材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8D6E8-FD65-46B0-AE89-FC038CB8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1152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晩材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343FEA-6BF7-4350-BB95-758FE7DB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A：早材幅2 mm＋晩材幅1 mm、晩材率1/3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8C9AB5-1291-4F06-8512-8888C4EA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47925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B：早材幅1 mm＋晩材幅2 mm、晩材率2/3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1984D-7677-4839-9A96-07A20347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24225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C：早材幅4 mm＋晩材幅1 mm、晩材率1/5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2CF62A-337A-4921-8B2B-0DB909C0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同じ早晩材密度なら、平均密度はB＞A＞C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8A9181-4B4A-4D01-B50B-A9A78338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ρ平均＝(1−f)ρ早材＋fρ晩材。fは晩材の体積割合</a:t>
            </a:r>
          </a:p>
        </p:txBody>
      </p:sp>
    </p:spTree>
    <p:extLst>
      <p:ext uri="{BB962C8B-B14F-4D97-AF65-F5344CB8AC3E}">
        <p14:creationId xmlns:p14="http://schemas.microsoft.com/office/powerpoint/2010/main" val="480829618"/>
      </p:ext>
    </p:extLst>
  </p:cSld>
</p:sld>
</file>

<file path=ppt/slides/v5_02_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63FB4-E8F4-4746-8B71-73B4DD64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のこぎり挽きと繊維方向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5BD6E-A42D-4B21-8E23-A35A5DAFB3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0BB55-68F9-43B1-9789-79287DBC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521F6-7380-44A0-88F4-EE7EFC39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C53A3-6ABF-4067-8853-25CF0FD0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457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9050">
            <a:solidFill>
              <a:srgbClr val="B55D09"/>
            </a:solidFill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FD6C3-A880-43BE-A42D-ED7D78AF43C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2190750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268F5-98CD-4E2F-9D6C-BC429857B39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2362200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BDD02-3BA9-479D-A158-443A22F7CF2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2533650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5FCAE-3BC5-41A4-AC34-7F054147F6E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2705100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903F6-550F-4568-B399-5B8A2922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430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縦挽き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C4265-4D01-45B7-9990-6420A3FE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457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9050">
            <a:solidFill>
              <a:srgbClr val="B55D09"/>
            </a:solidFill>
          </a:ln>
        </p:spPr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CB0A6-7544-47E5-9EB0-2BA4775C88E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4143375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879C9-3F3A-46BD-B0E8-D7E293225FC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4314825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0042D-9983-43AF-A30B-DBA5186C780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4486275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6DC7B-020C-4597-8C12-A849CEA63C2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4657725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3A52B-C69B-4E5D-9CF9-E64F8DC3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9567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横挽き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1853F-1B90-440F-A252-1A599B45C9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33500" y="2333625"/>
            <a:ext cx="3905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45C98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6965B-7983-44FE-B791-C4C6DAD5C2F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33750" y="381000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53D3D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8F67C-208D-4D44-8332-92718EA3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52197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縦挽き：主な繊維方向に沿って切り進む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5604E-DB89-4492-B681-CDAEA6B9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2197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横挽き：繊維を横切って切り進む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FC7276-4039-47B3-B5F8-C6867E5A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197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刃の形・切削方向・繊維の傾きで、切りくずや仕上げ面が変わる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83544F-16CB-41CF-9070-AAA22A29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91075"/>
            <a:ext cx="52197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節や目切れの近くでは、局所的な繊維方向も確認する</a:t>
            </a:r>
          </a:p>
        </p:txBody>
      </p:sp>
    </p:spTree>
    <p:extLst>
      <p:ext uri="{BB962C8B-B14F-4D97-AF65-F5344CB8AC3E}">
        <p14:creationId xmlns:p14="http://schemas.microsoft.com/office/powerpoint/2010/main" val="378792846"/>
      </p:ext>
    </p:extLst>
  </p:cSld>
</p:sld>
</file>

<file path=ppt/slides/v5_02_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78ECE-B89D-48AC-9598-F2B77926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写真と測定で分かる材質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2793C-9961-4E53-B4A2-57902E5347C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F2F76-FF48-447D-8FA3-BA92DBAD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62C75-EC1F-47FD-B4A2-E840D22E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15375-5461-429A-9ACC-6DABF3F0E853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905250"/>
                <a:gridCol w="4391025"/>
              </a:tblGrid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資料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読み取る内容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材質へ結び付ける情報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木口像・縦断面像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壁厚、内腔、細胞の配列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観察方向、倍率、早晩材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質量と体積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一定の含水状態の密度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全乾・気乾・飽水の状態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荷重と変形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弾性率と変形の関係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荷重方向、断面、支え方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切削面・切りくず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加工方向による違い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刃、繊維方向、水分状態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203378"/>
      </p:ext>
    </p:extLst>
  </p:cSld>
</p:sld>
</file>

<file path=ppt/slides/v5_02_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52C00-D685-4206-A49A-75BC5E3E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木目と組織を結ぶ説明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0F51F-3578-4921-9AE3-261DF193BD1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DCAB2-7C59-4FB4-913D-D2F43B86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4759D-D671-40BE-B42C-850E79F0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F58A9-B634-4D3B-A618-BD91204F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木口と縦断面を、同じ組織の異なる見え方として結ぶ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44DF5-7EB4-47DB-94B2-C85D7866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内腔と細胞壁、軸方向と放射方向の系を、模型に対応させる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2494B-688A-4A20-8617-F528A6CF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中学校では、木目・年輪・繊維方向を観察し、加工や使用方向を考える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2B95B-932C-44AE-A56A-11253152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本講義では、細胞の種類と配列を根拠に、性質が違う理由を説明する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B7128-961C-49EC-B3F1-D5C171B2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接点：材料の性質と種類・木材の加工／指導要領A(1)ア</a:t>
            </a:r>
          </a:p>
        </p:txBody>
      </p:sp>
    </p:spTree>
    <p:extLst>
      <p:ext uri="{BB962C8B-B14F-4D97-AF65-F5344CB8AC3E}">
        <p14:creationId xmlns:p14="http://schemas.microsoft.com/office/powerpoint/2010/main" val="1687636545"/>
      </p:ext>
    </p:extLst>
  </p:cSld>
</p:sld>
</file>

<file path=ppt/slides/v5_02_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86AB3-9095-446C-9415-4A0B37FF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組織の複雑さと機能分化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78D04-A355-4375-9C09-EDC98735BAF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FEBD9-0BDA-43A4-BEE0-30173D61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BB2CD-C406-4AC1-A90D-0C6923AB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BFD7A-F0BE-4B6B-8ECF-267DD2AE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針葉樹の仮道管は、通導と支持を兼ねる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D0C69-0B2E-44D5-9062-CBD8CA37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多くの広葉樹では、道管・木繊維・柔細胞が異なる役割を分担する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70F41-3BBA-4968-9842-3B7D9D55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被子植物の多様化に伴い、細胞の種類と配列にも多様性が生じた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7295E-1547-408C-AF28-D84EE76E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分業の程度や配列の違いが、通水・支持・貯蔵と材料の性質に関係する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4B106-C948-4DDD-B6E9-129D23E2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問い：針葉樹材と広葉樹材の組織構造上の違いを、役割と対応させて説明する</a:t>
            </a:r>
          </a:p>
        </p:txBody>
      </p:sp>
    </p:spTree>
    <p:extLst>
      <p:ext uri="{BB962C8B-B14F-4D97-AF65-F5344CB8AC3E}">
        <p14:creationId xmlns:p14="http://schemas.microsoft.com/office/powerpoint/2010/main" val="1014232086"/>
      </p:ext>
    </p:extLst>
  </p:cSld>
</p:sld>
</file>

<file path=ppt/slides/v5_02_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0A20B-D448-4E18-AB14-F5862E69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針葉樹材の仮道管の大きさ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B7691-68BF-40B7-A710-0A51B27C956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37645-C6DE-4050-BE58-635450F0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51689-B4D0-4E7D-B6DA-D9A0E662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11BBB-F31E-498E-880A-89D7C552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軸方向仮道管は、典型的な針葉樹材の体積の90％超を占める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0FAEF-75CB-41C5-946B-826C5337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長さはおよそ1,000～10,000 µm。幅に比べ非常に長い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65C34-F66B-4960-9CBB-382B3DCA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スギ・ヒノキの放射方向径の例は約30～50 µm。早晩材や部位で変わる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B9464-E21C-4BBE-ACF7-3D78AB65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残りは放射組織、軸方向柔組織、樹種によって樹脂道など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441A7-F69B-4DC1-B2F5-42132DA0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1本の長さと径、壁厚の変化を分けると、通水と密度の違いを説明しやすい</a:t>
            </a:r>
          </a:p>
        </p:txBody>
      </p:sp>
    </p:spTree>
    <p:extLst>
      <p:ext uri="{BB962C8B-B14F-4D97-AF65-F5344CB8AC3E}">
        <p14:creationId xmlns:p14="http://schemas.microsoft.com/office/powerpoint/2010/main" val="1419747352"/>
      </p:ext>
    </p:extLst>
  </p:cSld>
</p:sld>
</file>

<file path=ppt/slides/v5_02_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384A2-27D4-4452-B07B-CE0EB045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広葉樹材の細胞構成と寸法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C378E-2E38-4F94-AC67-C2F5DE8C599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D29CC-7332-4F8D-8864-4BCFDC7F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9D96F-7AD8-4545-AFFE-2FF51455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9EBFF-533D-48B3-96EE-F6C1C742ACC2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905250"/>
                <a:gridCol w="4391025"/>
              </a:tblGrid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パフタン材の供試例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構成割合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寸法の例 µm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道管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4.6％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要素長270～450、接線径130～300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真正木繊維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76.7％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長さ580～1,250、径15～30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軸方向柔組織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4.9％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細胞長80～190、径15～30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放射組織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13.8％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細胞の集まりとしてR方向に伸びる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9312095"/>
      </p:ext>
    </p:extLst>
  </p:cSld>
</p:sld>
</file>

<file path=ppt/slides/v5_02_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8419CB-9265-40FF-A42C-0211036D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仮道管と道管要素の連なり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9C924-0FC4-425C-B0CD-BADBA8CDEAA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5BCCE-2214-48C2-8B88-6AE1F00E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16491-869A-45EA-B82A-21D98F2D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B73F4-1360-4EF0-BBA8-5A4C9539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仮道管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C40F9-A8D6-4BD7-8512-34843CDE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811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道管要素の連なり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99FB1-877E-4B05-87AB-E5B380BC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8375"/>
            <a:ext cx="7143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71753-3837-4B7D-9BD5-3189CB4D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28875"/>
            <a:ext cx="4857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802DA-AE91-4713-81DA-03809108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38375"/>
            <a:ext cx="7143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6D5DC-4F97-418A-9004-C8BBC39D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28875"/>
            <a:ext cx="4857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5D09"/>
            </a:solidFill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1029E-321B-4470-82A8-9B7E8BF802F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52625" y="3143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245C98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C5041-38DC-4A07-AA97-200EF488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壁孔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C7B7F-188F-48FD-90C1-2CA309D5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1571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A8C5C-7D17-4730-A9E9-FBDE5E10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95500"/>
            <a:ext cx="12477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365A3-EC58-413E-AF4A-64F7271C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1571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59274-D244-4365-9DA5-53B1F83A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48000"/>
            <a:ext cx="12477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8BF2F-28B5-471F-BE94-3B77D3A3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571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373B2-AD71-45A0-A860-ACE743BD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00500"/>
            <a:ext cx="12477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</a:ln>
        </p:spPr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FF6E2-0F33-4C54-8D96-9582D8D862B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981825" y="2333625"/>
            <a:ext cx="0" cy="21431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45C98"/>
            </a:solidFill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8B3F0-FF84-4169-883E-F02C4D4B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せん孔で上下に連絡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C3E2E5-72B3-4DD8-AD25-9C1AC1FA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仮道管：両端が閉じた細胞。隣接細胞へ壁孔を介して水が移る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8A42F-85E7-4117-8E9E-BFDE0528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道管：道管要素が縦に連なり、要素間のせん孔で内腔がつながる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04DDD-E50C-425D-8C99-BCEB3C1C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道管要素1個の長さと、連なった道管の長さを区別する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E4FCA-D973-48FC-A221-F6BF0486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広葉樹にも、道管の周りなどに周囲仮道管・道管状仮道管がある</a:t>
            </a:r>
          </a:p>
        </p:txBody>
      </p:sp>
    </p:spTree>
    <p:extLst>
      <p:ext uri="{BB962C8B-B14F-4D97-AF65-F5344CB8AC3E}">
        <p14:creationId xmlns:p14="http://schemas.microsoft.com/office/powerpoint/2010/main" val="1556072353"/>
      </p:ext>
    </p:extLst>
  </p:cSld>
</p:sld>
</file>

<file path=ppt/slides/v5_02_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83929-42D7-4B0F-B81F-31AD2D27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フックの法則とヤング率の復習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6F5B6-7C5F-4ADF-A989-163985CA45B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6CDAF-E25A-465F-BB96-4B600D54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70DFA-DDC6-495C-990F-01E9A134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6E024-D213-47F1-96D1-28DC5D10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棒を引張ると、力Fに応じて長さがΔlだけ増える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4FB45-0D71-4CF7-B20F-1594EA64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応力σ＝F/A、ひずみε＝Δl/l。弾性範囲ではσ＝Eε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A6616-C215-4B0A-BB78-F5B1BEA0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Eは応力とひずみの比で、単位はPaまたはMPa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87C30-6572-4566-A6B8-908F74DF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同じ応力ならEが大きい材料ほど変形が小さい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8D5EC-0B20-41C6-AD91-127E55D1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この後のEの方向差は、L・R・Tにより変形しやすさが異なることを表す</a:t>
            </a:r>
          </a:p>
        </p:txBody>
      </p:sp>
    </p:spTree>
    <p:extLst>
      <p:ext uri="{BB962C8B-B14F-4D97-AF65-F5344CB8AC3E}">
        <p14:creationId xmlns:p14="http://schemas.microsoft.com/office/powerpoint/2010/main" val="1019092943"/>
      </p:ext>
    </p:extLst>
  </p:cSld>
</p:sld>
</file>

<file path=ppt/slides/v5_02_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7999F-9081-41A4-ABB1-E9C05FD4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A9B39-CC10-4EF4-8B72-630F7CFD54B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2FBBB-6543-4212-94CD-A6726019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第3章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FB3E2-E13C-489D-BB57-097B9D48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166BA-2318-4DF8-A3DE-B48988AD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第4章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42A0C-9EB0-472A-9C2F-82A4FEBB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445A6-90C9-4DCC-9F32-CC40CECC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林試研究報告194 パフタン材の構成・細胞寸法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010EA-671D-4151-B2CF-13AFB4C5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https://www.ffpri.go.jp/pubs/bulletin/151/documents/194-7.pdf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F0500-3B43-4F38-9511-A0579793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丹下（2009）スギの年輪幅と容積密度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39B83-9731-4155-A9E6-4BE0795C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https://www.jstage.jst.go.jp/article/jjfe/51/2/51_KJ00005982751/_pdf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BE3A1-F131-46D7-931C-C7BE2057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ECD6E-9BBE-4ECC-A084-C1FAA342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92420-3030-4CA5-9E0A-51EA3251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993189786"/>
      </p:ext>
    </p:extLst>
  </p:cSld>
</p:sld>
</file>

<file path=ppt/slides/v5_02_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42ED5-9114-4C6A-811B-1EF108D4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参考資料と調べ学習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FC797-E459-4FD8-B22D-C29E18E402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8C534-F0F3-43A6-BD5B-30DE0F10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森林総合研究所 日本産木材データベース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FD6C4-FB90-4A57-B2B5-081A5BBF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https://db.ffpri.go.jp/WoodDB/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3F7B0-4E60-46AE-9402-D4719015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笠原ほか（2021）針葉樹の細胞寸法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476C0-6682-49C3-BE06-B05AA00A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https://www.jstage.jst.go.jp/article/jsms/70/3/70_245/_pdf/-char/ja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E0605-8C35-4C90-9007-0F298BD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城南SSH講義資料 2022年 13～24枚目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C058E-A52C-4E3F-B864-64BBE4DB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23010-70A9-4E0C-9D8F-7E73760D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32A88-A5BB-4F2C-A420-CEABD062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6D2D1-2AB3-4E01-9E1E-01F58762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A5FC2-77B9-460F-B67C-F0DB2350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44471376"/>
      </p:ext>
    </p:extLst>
  </p:cSld>
</p:sld>
</file>

<file path=ppt/slides/v5_02_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943C6-AC22-4958-8CF1-F262AD79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参考資料と調べ学習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D9EA8-57B3-48A2-B23A-228BA2633D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3581B-8D70-459A-8A99-1EAF4831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開隆堂 R7評価規準例 PDF1頁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18E99-45CF-4286-987F-65CA0583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https://www.kairyudo.co.jp/contents/04_shiryo/nenkei/chu/data/r7chu-gi_hyokakijun.pdf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008CE-456F-4318-8727-0F252693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E39B0-D0ED-425B-9CAC-A4747B57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F7BA3-2CCF-4B1D-ADE7-89F232D7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446479644"/>
      </p:ext>
    </p:extLst>
  </p:cSld>
</p:sld>
</file>

<file path=ppt/slides/v6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A835F-B15C-4358-8431-4D803DA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年輪内の組織と密度の変化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9D4B6-871C-48D2-9B77-122F02C9DDF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29573-2ADE-4C09-AEB4-BBE313FD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E0BD4-50CF-470D-A8A6-C9995EBD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8047E-AB4E-4546-8E0D-760AED9384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2c45c77564471">
            <a:alphaModFix amt="45000"/>
          </a:blip>
          <a:srcRect xmlns:a="http://schemas.openxmlformats.org/drawingml/2006/main" l="24256" t="0" r="24256" b="0"/>
          <a:stretch xmlns:a="http://schemas.openxmlformats.org/drawingml/2006/main"/>
        </p:blipFill>
        <p:spPr>
          <a:xfrm xmlns:a="http://schemas.openxmlformats.org/drawingml/2006/main" rot="5400000">
            <a:off x="3492374" y="-14033"/>
            <a:ext cx="2610865" cy="6338569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F642353-5D72-44C7-9D23-853166CC6C9A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094db71ff44c4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D76F5-23BA-4D92-9189-FDD62B79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476375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早材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98CC3-7CB1-4756-BD48-92FBA8AA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476375"/>
            <a:ext cx="123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晩材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B0936-B16F-4FDD-B65B-7972F1BD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476375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次の早材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9DD08-E5F4-4AAF-9C2F-CFA76393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476375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晩材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0CFF6-E1AA-4091-A28B-E720ADD0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724025"/>
            <a:ext cx="30575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早材：内腔が大きく、</a:t>
            </a:r>
          </a:p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壁の割合が小さい</a:t>
            </a:r>
          </a:p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密度は低い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379B0-B4B8-434A-9B98-8E8157C5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028950"/>
            <a:ext cx="30575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晩材：壁の割合が増す</a:t>
            </a:r>
          </a:p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密度は高い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97785-42DB-4762-B8B9-F3B53A1C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191000"/>
            <a:ext cx="30575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年輪界：次の早材へ</a:t>
            </a:r>
          </a:p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密度が急に下がる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C2FB2-7F04-446B-A4C1-28A51E54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写真：針葉樹材の木口 ©FFPRI　曲線：早晩材の壁割合から計算したモデル</a:t>
            </a:r>
          </a:p>
        </p:txBody>
      </p:sp>
    </p:spTree>
    <p:extLst>
      <p:ext uri="{BB962C8B-B14F-4D97-AF65-F5344CB8AC3E}">
        <p14:creationId xmlns:p14="http://schemas.microsoft.com/office/powerpoint/2010/main" val="568057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2026-10-23T01:15:07.5710000Z</dcterms:created>
  <dcterms:modified xsi:type="dcterms:W3CDTF">2026-10-23T01:15:07.5710000Z</dcterms:modified>
</coreProperties>
</file>
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12_slide1.xml" ContentType="application/vnd.openxmlformats-officedocument.presentationml.slide+xml"/>
  <Override PartName="/ppt/slideLayouts/v5_12_slideLayout6.xml" ContentType="application/vnd.openxmlformats-officedocument.presentationml.slideLayout+xml"/>
  <Override PartName="/ppt/slideMasters/v5_12_slideMaster1.xml" ContentType="application/vnd.openxmlformats-officedocument.presentationml.slideMaster+xml"/>
  <Override PartName="/ppt/slideMasters/theme/v5_12_theme2.xml" ContentType="application/vnd.openxmlformats-officedocument.theme+xml"/>
  <Override PartName="/ppt/slideLayouts/v5_12_slideLayout1.xml" ContentType="application/vnd.openxmlformats-officedocument.presentationml.slideLayout+xml"/>
  <Override PartName="/ppt/slideLayouts/v5_12_slideLayout2.xml" ContentType="application/vnd.openxmlformats-officedocument.presentationml.slideLayout+xml"/>
  <Override PartName="/ppt/slideLayouts/v5_12_slideLayout3.xml" ContentType="application/vnd.openxmlformats-officedocument.presentationml.slideLayout+xml"/>
  <Override PartName="/ppt/slideLayouts/v5_12_slideLayout4.xml" ContentType="application/vnd.openxmlformats-officedocument.presentationml.slideLayout+xml"/>
  <Override PartName="/ppt/slideLayouts/v5_12_slideLayout5.xml" ContentType="application/vnd.openxmlformats-officedocument.presentationml.slideLayout+xml"/>
  <Override PartName="/ppt/notesSlides/v5_12_notesSlide1.xml" ContentType="application/vnd.openxmlformats-officedocument.presentationml.notesSlide+xml"/>
  <Override PartName="/ppt/slides/v5_12_slide2.xml" ContentType="application/vnd.openxmlformats-officedocument.presentationml.slide+xml"/>
  <Override PartName="/ppt/notesSlides/v5_12_notesSlide2.xml" ContentType="application/vnd.openxmlformats-officedocument.presentationml.notesSlide+xml"/>
  <Override PartName="/ppt/slides/v5_12_slide3.xml" ContentType="application/vnd.openxmlformats-officedocument.presentationml.slide+xml"/>
  <Override PartName="/ppt/notesSlides/v5_12_notesSlide3.xml" ContentType="application/vnd.openxmlformats-officedocument.presentationml.notesSlide+xml"/>
  <Override PartName="/ppt/slides/v5_12_slide4.xml" ContentType="application/vnd.openxmlformats-officedocument.presentationml.slide+xml"/>
  <Override PartName="/ppt/notesSlides/v5_12_notesSlide4.xml" ContentType="application/vnd.openxmlformats-officedocument.presentationml.notesSlide+xml"/>
  <Override PartName="/ppt/slides/v5_12_slide5.xml" ContentType="application/vnd.openxmlformats-officedocument.presentationml.slide+xml"/>
  <Override PartName="/ppt/notesSlides/v5_12_notesSlide5.xml" ContentType="application/vnd.openxmlformats-officedocument.presentationml.notesSlide+xml"/>
  <Override PartName="/ppt/slides/v5_12_slide6.xml" ContentType="application/vnd.openxmlformats-officedocument.presentationml.slide+xml"/>
  <Override PartName="/ppt/notesSlides/v5_12_notesSlide6.xml" ContentType="application/vnd.openxmlformats-officedocument.presentationml.notesSlide+xml"/>
  <Override PartName="/ppt/slides/v5_12_slide7.xml" ContentType="application/vnd.openxmlformats-officedocument.presentationml.slide+xml"/>
  <Override PartName="/ppt/notesSlides/v5_12_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f4b412f824254" /><Relationship Type="http://schemas.openxmlformats.org/officeDocument/2006/relationships/extended-properties" Target="/docProps/app.xml" Id="Rdd744c77b4294e37" /><Relationship Type="http://schemas.openxmlformats.org/officeDocument/2006/relationships/officeDocument" Target="/ppt/presentation.xml" Id="Rb95659c0341949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81088a5cc4bc6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ac138828caaa4e26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cab7d2a98804727"/><Relationship Type="http://schemas.openxmlformats.org/officeDocument/2006/relationships/slideMaster" Target="/ppt/slideMasters/slideMaster1.xml" Id="R21181088a5cc4bc6"/><Relationship Type="http://schemas.openxmlformats.org/officeDocument/2006/relationships/notesMaster" Target="/ppt/notesMasters/notesMaster1.xml" Id="Rac138828caaa4e26"/><Relationship Type="http://schemas.openxmlformats.org/officeDocument/2006/relationships/presProps" Target="/ppt/presProps.xml" Id="Ra3fc0802013b405d"/><Relationship Type="http://schemas.openxmlformats.org/officeDocument/2006/relationships/tableStyles" Target="/ppt/tableStyles.xml" Id="Rbebb7db45f0e4d7d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12_slide1.xml"/><Relationship Id="rIdV5Slide4" Type="http://schemas.openxmlformats.org/officeDocument/2006/relationships/slide" Target="slides/v5_12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12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12_slide4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12_slide5.xml"/><Relationship Id="rIdV5Slide13" Type="http://schemas.openxmlformats.org/officeDocument/2006/relationships/slide" Target="slides/slide13.xml"/><Relationship Id="rIdV5Slide14" Type="http://schemas.openxmlformats.org/officeDocument/2006/relationships/slide" Target="slides/slide14.xml"/><Relationship Id="rIdV5Slide15" Type="http://schemas.openxmlformats.org/officeDocument/2006/relationships/slide" Target="slides/v5_12_slide6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slide18.xml"/><Relationship Id="rIdV5Slide19" Type="http://schemas.openxmlformats.org/officeDocument/2006/relationships/slide" Target="slides/v5_12_slide7.xml"/><Relationship Id="rIdV5Master0" Type="http://schemas.openxmlformats.org/officeDocument/2006/relationships/slideMaster" Target="slideMasters/v5_12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ef89bd7f92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b68e7d2614619" /><Relationship Type="http://schemas.openxmlformats.org/officeDocument/2006/relationships/notesMaster" Target="/ppt/notesMasters/notesMaster1.xml" Id="Recddee49dc4b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683ec37de94905" /><Relationship Type="http://schemas.openxmlformats.org/officeDocument/2006/relationships/notesMaster" Target="/ppt/notesMasters/notesMaster1.xml" Id="R69d7509c3a9547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05d3a661f44d34" /><Relationship Type="http://schemas.openxmlformats.org/officeDocument/2006/relationships/notesMaster" Target="/ppt/notesMasters/notesMaster1.xml" Id="R146d9710e06347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8cf2755c724264" /><Relationship Type="http://schemas.openxmlformats.org/officeDocument/2006/relationships/notesMaster" Target="/ppt/notesMasters/notesMaster1.xml" Id="Rf0746ca2d2b445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75f0f3e767445f" /><Relationship Type="http://schemas.openxmlformats.org/officeDocument/2006/relationships/notesMaster" Target="/ppt/notesMasters/notesMaster1.xml" Id="R044d62514bfe4c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dba2d4520c4bc1" /><Relationship Type="http://schemas.openxmlformats.org/officeDocument/2006/relationships/notesMaster" Target="/ppt/notesMasters/notesMaster1.xml" Id="R1acf0db1ceed44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13f216fd744602" /><Relationship Type="http://schemas.openxmlformats.org/officeDocument/2006/relationships/notesMaster" Target="/ppt/notesMasters/notesMaster1.xml" Id="Rcfe8afc7c44e44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44b971d23044b6" /><Relationship Type="http://schemas.openxmlformats.org/officeDocument/2006/relationships/notesMaster" Target="/ppt/notesMasters/notesMaster1.xml" Id="R74d0d8e5fa8546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ae3da8ef7a4d84" /><Relationship Type="http://schemas.openxmlformats.org/officeDocument/2006/relationships/notesMaster" Target="/ppt/notesMasters/notesMaster1.xml" Id="R725da7f3b18e4d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79f6f16aea49ec" /><Relationship Type="http://schemas.openxmlformats.org/officeDocument/2006/relationships/notesMaster" Target="/ppt/notesMasters/notesMaster1.xml" Id="Rbbf513033b2043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663a53192848c7" /><Relationship Type="http://schemas.openxmlformats.org/officeDocument/2006/relationships/notesMaster" Target="/ppt/notesMasters/notesMaster1.xml" Id="Re40cd6980a624c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4fc1bdb08a459b" /><Relationship Type="http://schemas.openxmlformats.org/officeDocument/2006/relationships/notesMaster" Target="/ppt/notesMasters/notesMaster1.xml" Id="Rc24219a110314af6" /></Relationships>
</file>

<file path=ppt/notesSlides/_rels/v5_12_notesSlide1.xml.rels><?xml version='1.0' encoding='UTF-8' standalone='yes'?>
<Relationships xmlns="http://schemas.openxmlformats.org/package/2006/relationships"><Relationship Type="http://schemas.openxmlformats.org/officeDocument/2006/relationships/slide" Target="../slides/v5_12_slide1.xml" Id="R3bc168baef96487e"/><Relationship Type="http://schemas.openxmlformats.org/officeDocument/2006/relationships/notesMaster" Target="../notesMasters/notesMaster1.xml" Id="Rcf98dd7d41454955"/></Relationships>
</file>

<file path=ppt/notesSlides/_rels/v5_12_notesSlide2.xml.rels><?xml version='1.0' encoding='UTF-8' standalone='yes'?>
<Relationships xmlns="http://schemas.openxmlformats.org/package/2006/relationships"><Relationship Type="http://schemas.openxmlformats.org/officeDocument/2006/relationships/slide" Target="../slides/v5_12_slide2.xml" Id="R0ac345444d7747d0"/><Relationship Type="http://schemas.openxmlformats.org/officeDocument/2006/relationships/notesMaster" Target="../notesMasters/notesMaster1.xml" Id="R159c99a0605c422f"/></Relationships>
</file>

<file path=ppt/notesSlides/_rels/v5_12_notesSlide3.xml.rels><?xml version='1.0' encoding='UTF-8' standalone='yes'?>
<Relationships xmlns="http://schemas.openxmlformats.org/package/2006/relationships"><Relationship Type="http://schemas.openxmlformats.org/officeDocument/2006/relationships/slide" Target="../slides/v5_12_slide3.xml" Id="Ra9c400589c4c43d1"/><Relationship Type="http://schemas.openxmlformats.org/officeDocument/2006/relationships/notesMaster" Target="../notesMasters/notesMaster1.xml" Id="R0126e67938864759"/></Relationships>
</file>

<file path=ppt/notesSlides/_rels/v5_12_notesSlide4.xml.rels><?xml version='1.0' encoding='UTF-8' standalone='yes'?>
<Relationships xmlns="http://schemas.openxmlformats.org/package/2006/relationships"><Relationship Type="http://schemas.openxmlformats.org/officeDocument/2006/relationships/slide" Target="../slides/v5_12_slide4.xml" Id="R353ad2404d084d20"/><Relationship Type="http://schemas.openxmlformats.org/officeDocument/2006/relationships/notesMaster" Target="../notesMasters/notesMaster1.xml" Id="R7fe5487041e842e4"/></Relationships>
</file>

<file path=ppt/notesSlides/_rels/v5_12_notesSlide5.xml.rels><?xml version='1.0' encoding='UTF-8' standalone='yes'?>
<Relationships xmlns="http://schemas.openxmlformats.org/package/2006/relationships"><Relationship Type="http://schemas.openxmlformats.org/officeDocument/2006/relationships/slide" Target="../slides/v5_12_slide5.xml" Id="Read4b6636852460d"/><Relationship Type="http://schemas.openxmlformats.org/officeDocument/2006/relationships/notesMaster" Target="../notesMasters/notesMaster1.xml" Id="Re660eee18edd4cde"/></Relationships>
</file>

<file path=ppt/notesSlides/_rels/v5_12_notesSlide6.xml.rels><?xml version='1.0' encoding='UTF-8' standalone='yes'?>
<Relationships xmlns="http://schemas.openxmlformats.org/package/2006/relationships"><Relationship Type="http://schemas.openxmlformats.org/officeDocument/2006/relationships/slide" Target="../slides/v5_12_slide6.xml" Id="R2b0a53b77be94cb3"/><Relationship Type="http://schemas.openxmlformats.org/officeDocument/2006/relationships/notesMaster" Target="../notesMasters/notesMaster1.xml" Id="R619d4f5968e54f07"/></Relationships>
</file>

<file path=ppt/notesSlides/_rels/v5_12_notesSlide7.xml.rels><?xml version='1.0' encoding='UTF-8' standalone='yes'?>
<Relationships xmlns="http://schemas.openxmlformats.org/package/2006/relationships"><Relationship Type="http://schemas.openxmlformats.org/officeDocument/2006/relationships/slide" Target="../slides/v5_12_slide7.xml" Id="R0bff79eabf8d414a"/><Relationship Type="http://schemas.openxmlformats.org/officeDocument/2006/relationships/notesMaster" Target="../notesMasters/notesMaster1.xml" Id="R1d8f5c3460c44c12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dcfe37ee04f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c24ff5c284e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21b31e8c846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a3828697c42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8023fa7464e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bab45290e4046" /></Relationships>
</file>

<file path=ppt/slideLayouts/_rels/v5_12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12_slideMaster1.xml" Id="R0c8c13f2b935414e"/></Relationships>
</file>

<file path=ppt/slideLayouts/_rels/v5_12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12_slideMaster1.xml" Id="R263f93712ae04b48"/></Relationships>
</file>

<file path=ppt/slideLayouts/_rels/v5_12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12_slideMaster1.xml" Id="R64b5874120504d90"/></Relationships>
</file>

<file path=ppt/slideLayouts/_rels/v5_12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12_slideMaster1.xml" Id="R85c3f9e0112f4087"/></Relationships>
</file>

<file path=ppt/slideLayouts/_rels/v5_12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12_slideMaster1.xml" Id="Re487058db4a04ebc"/></Relationships>
</file>

<file path=ppt/slideLayouts/_rels/v5_12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12_slideMaster1.xml" Id="Re3cd7039392d4d9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1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26F99-B3C8-42ED-8437-08F34D036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8F938A-8CE6-458D-BA4B-6627E2EA4C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2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3D28A1-1899-4DD3-9A09-002CF3000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2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FD2864-934A-424B-93CB-7FC7B31179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88E7C1-2ACF-484D-9F6F-BC75E5B7D8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2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20D25A-D45A-40CE-844B-A6F044115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678160-698B-43EE-9C6E-4C3FA22ACD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38C1B5-64F9-40B3-82F6-04448DB358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2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ECA679-7467-45CB-B952-19E885B23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7887C6-48A9-495A-9512-52271EC6BF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2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78ae6e19c34053" /><Relationship Type="http://schemas.openxmlformats.org/officeDocument/2006/relationships/slideLayout" Target="/ppt/slideLayouts/slideLayout1.xml" Id="Rbe564fcd7feb48b7" /><Relationship Type="http://schemas.openxmlformats.org/officeDocument/2006/relationships/slideLayout" Target="/ppt/slideLayouts/slideLayout2.xml" Id="R238ba750398840b6" /><Relationship Type="http://schemas.openxmlformats.org/officeDocument/2006/relationships/slideLayout" Target="/ppt/slideLayouts/slideLayout3.xml" Id="Rff907e4596974e2b" /><Relationship Type="http://schemas.openxmlformats.org/officeDocument/2006/relationships/slideLayout" Target="/ppt/slideLayouts/slideLayout4.xml" Id="Rf5bea5a25f104d08" /><Relationship Type="http://schemas.openxmlformats.org/officeDocument/2006/relationships/slideLayout" Target="/ppt/slideLayouts/slideLayout5.xml" Id="R921685b354334c77" /><Relationship Type="http://schemas.openxmlformats.org/officeDocument/2006/relationships/slideLayout" Target="/ppt/slideLayouts/slideLayout6.xml" Id="R52afbec316aa42d5" /></Relationships>
</file>

<file path=ppt/slideMasters/_rels/v5_12_slideMaster1.xml.rels><?xml version='1.0' encoding='UTF-8' standalone='yes'?>
<Relationships xmlns="http://schemas.openxmlformats.org/package/2006/relationships"><Relationship Type="http://schemas.openxmlformats.org/officeDocument/2006/relationships/theme" Target="theme/v5_12_theme2.xml" Id="Rda6f86bb7fc14a0e"/><Relationship Type="http://schemas.openxmlformats.org/officeDocument/2006/relationships/slideLayout" Target="../slideLayouts/v5_12_slideLayout1.xml" Id="Rcad314374aa941db"/><Relationship Type="http://schemas.openxmlformats.org/officeDocument/2006/relationships/slideLayout" Target="../slideLayouts/v5_12_slideLayout2.xml" Id="R2c129fecd8574ea8"/><Relationship Type="http://schemas.openxmlformats.org/officeDocument/2006/relationships/slideLayout" Target="../slideLayouts/v5_12_slideLayout3.xml" Id="R4130c4194d6449f9"/><Relationship Type="http://schemas.openxmlformats.org/officeDocument/2006/relationships/slideLayout" Target="../slideLayouts/v5_12_slideLayout4.xml" Id="R8a239f098a414253"/><Relationship Type="http://schemas.openxmlformats.org/officeDocument/2006/relationships/slideLayout" Target="../slideLayouts/v5_12_slideLayout5.xml" Id="R43165db4d0aa4811"/><Relationship Type="http://schemas.openxmlformats.org/officeDocument/2006/relationships/slideLayout" Target="../slideLayouts/v5_12_slideLayout6.xml" Id="R76bff343e7a144b2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64fcd7feb48b7"/>
    <p:sldLayoutId xmlns:r="http://schemas.openxmlformats.org/officeDocument/2006/relationships" id="2147483650" r:id="R238ba750398840b6"/>
    <p:sldLayoutId xmlns:r="http://schemas.openxmlformats.org/officeDocument/2006/relationships" id="2147483651" r:id="Rff907e4596974e2b"/>
    <p:sldLayoutId xmlns:r="http://schemas.openxmlformats.org/officeDocument/2006/relationships" id="2147483652" r:id="Rf5bea5a25f104d08"/>
    <p:sldLayoutId xmlns:r="http://schemas.openxmlformats.org/officeDocument/2006/relationships" id="2147483653" r:id="R921685b354334c77"/>
    <p:sldLayoutId xmlns:r="http://schemas.openxmlformats.org/officeDocument/2006/relationships" id="2147483654" r:id="R52afbec316aa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1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1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cad314374aa941db"/>
    <p:sldLayoutId xmlns:r="http://schemas.openxmlformats.org/officeDocument/2006/relationships" id="2147483657" r:id="R2c129fecd8574ea8"/>
    <p:sldLayoutId xmlns:r="http://schemas.openxmlformats.org/officeDocument/2006/relationships" id="2147483658" r:id="R4130c4194d6449f9"/>
    <p:sldLayoutId xmlns:r="http://schemas.openxmlformats.org/officeDocument/2006/relationships" id="2147483659" r:id="R8a239f098a414253"/>
    <p:sldLayoutId xmlns:r="http://schemas.openxmlformats.org/officeDocument/2006/relationships" id="2147483660" r:id="R43165db4d0aa4811"/>
    <p:sldLayoutId xmlns:r="http://schemas.openxmlformats.org/officeDocument/2006/relationships" id="2147483661" r:id="R76bff343e7a144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69abbf0f046fa" /><Relationship Type="http://schemas.openxmlformats.org/officeDocument/2006/relationships/notesSlide" Target="/ppt/notesSlides/notesSlide1.xml" Id="R2205d8c23c6c47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e1230111d4358" /><Relationship Type="http://schemas.openxmlformats.org/officeDocument/2006/relationships/notesSlide" Target="/ppt/notesSlides/notesSlide2.xml" Id="R0a7b0422e56e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ae88655be4b71" /><Relationship Type="http://schemas.openxmlformats.org/officeDocument/2006/relationships/notesSlide" Target="/ppt/notesSlides/notesSlide5.xml" Id="R424bf6fa55434a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144b8a3984c53" /><Relationship Type="http://schemas.openxmlformats.org/officeDocument/2006/relationships/notesSlide" Target="/ppt/notesSlides/notesSlide7.xml" Id="Rb3956d5067184a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0e151c696404f" /><Relationship Type="http://schemas.openxmlformats.org/officeDocument/2006/relationships/notesSlide" Target="/ppt/notesSlides/notesSlide8.xml" Id="R19c60b31819749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0e370866d4bd6" /><Relationship Type="http://schemas.openxmlformats.org/officeDocument/2006/relationships/notesSlide" Target="/ppt/notesSlides/notesSlide9.xml" Id="R82c44452e9b348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6d3dd9fb448bf" /><Relationship Type="http://schemas.openxmlformats.org/officeDocument/2006/relationships/notesSlide" Target="/ppt/notesSlides/notesSlide11.xml" Id="Rfd74a051393741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4137c7b5440fe" /><Relationship Type="http://schemas.openxmlformats.org/officeDocument/2006/relationships/notesSlide" Target="/ppt/notesSlides/notesSlide13.xml" Id="R66f8adf955554a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86116d7cf4df6" /><Relationship Type="http://schemas.openxmlformats.org/officeDocument/2006/relationships/notesSlide" Target="/ppt/notesSlides/notesSlide14.xml" Id="R1bff32c0346643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0c059b4974c15" /><Relationship Type="http://schemas.openxmlformats.org/officeDocument/2006/relationships/notesSlide" Target="/ppt/notesSlides/notesSlide16.xml" Id="R1e9c7bb572a549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50432ef7b414f" /><Relationship Type="http://schemas.openxmlformats.org/officeDocument/2006/relationships/notesSlide" Target="/ppt/notesSlides/notesSlide17.xml" Id="Rf62b651e6f9f48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4191b54c34004" /><Relationship Type="http://schemas.openxmlformats.org/officeDocument/2006/relationships/notesSlide" Target="/ppt/notesSlides/notesSlide18.xml" Id="Rac17d9049db043fb" /></Relationships>
</file>

<file path=ppt/slides/_rels/v5_12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9109a4f5d1304200"/><Relationship Type="http://schemas.openxmlformats.org/officeDocument/2006/relationships/notesSlide" Target="../notesSlides/v5_12_notesSlide1.xml" Id="R176797d53de44642"/></Relationships>
</file>

<file path=ppt/slides/_rels/v5_12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f6455fb8dde5423d"/><Relationship Type="http://schemas.openxmlformats.org/officeDocument/2006/relationships/notesSlide" Target="../notesSlides/v5_12_notesSlide2.xml" Id="R1d9dde1abcef4959"/></Relationships>
</file>

<file path=ppt/slides/_rels/v5_12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2c921240509941e1"/><Relationship Type="http://schemas.openxmlformats.org/officeDocument/2006/relationships/notesSlide" Target="../notesSlides/v5_12_notesSlide3.xml" Id="Ra5dd482dec9344f6"/></Relationships>
</file>

<file path=ppt/slides/_rels/v5_12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3bfb2f31f42c4fee"/><Relationship Type="http://schemas.openxmlformats.org/officeDocument/2006/relationships/notesSlide" Target="../notesSlides/v5_12_notesSlide4.xml" Id="Rd10b1515fdd94e3d"/></Relationships>
</file>

<file path=ppt/slides/_rels/v5_12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b5476e193d3d440d"/><Relationship Type="http://schemas.openxmlformats.org/officeDocument/2006/relationships/notesSlide" Target="../notesSlides/v5_12_notesSlide5.xml" Id="R1ce672684a09422e"/></Relationships>
</file>

<file path=ppt/slides/_rels/v5_12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e91328e3a3104d57"/><Relationship Type="http://schemas.openxmlformats.org/officeDocument/2006/relationships/notesSlide" Target="../notesSlides/v5_12_notesSlide6.xml" Id="R456618dd95b4402a"/></Relationships>
</file>

<file path=ppt/slides/_rels/v5_12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12_slideLayout6.xml" Id="R561b9b411c4d4d7f"/><Relationship Type="http://schemas.openxmlformats.org/officeDocument/2006/relationships/notesSlide" Target="../notesSlides/v5_12_notesSlide7.xml" Id="R2b0f552d199b49e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BBFCC-5145-40EC-9191-64AE93F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第12回　ボード類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D1AFF-E7DC-4036-9933-647FCC1264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F9BB-937D-4897-9F4C-D05CEEA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C1EED-3FE4-4A5B-B470-E6C9D682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E02D8-5CE1-4B18-A454-FD649FD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木質材料2：パーティクルボード等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FCCC0-13AF-45DD-8489-255F6E3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小片・繊維・ストランド等の要素と製法、密度・配向・使用条件の違いから製品を比較する。</a:t>
            </a:r>
          </a:p>
        </p:txBody>
      </p:sp>
    </p:spTree>
    <p:extLst>
      <p:ext uri="{BB962C8B-B14F-4D97-AF65-F5344CB8AC3E}">
        <p14:creationId xmlns:p14="http://schemas.microsoft.com/office/powerpoint/2010/main" val="243965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26953-3D5B-4068-BD84-D8B3EC26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E587D-B508-4603-B7D4-4168D32730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9A63A-F288-4E23-8378-4802A3A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2909C-D025-47F5-90B1-050321E5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583AD-9E5D-4F95-9631-0AC37C4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合板・LVLは単板を組み直した材料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36D5-5637-4910-AA6E-DEDFC34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今日は、さらに小さい要素に着目する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FF5F9-D1CC-4459-A51F-0E5C5DB3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表面の見た目と、内部の構成を分けて観察</a:t>
            </a:r>
          </a:p>
        </p:txBody>
      </p:sp>
    </p:spTree>
    <p:extLst>
      <p:ext uri="{BB962C8B-B14F-4D97-AF65-F5344CB8AC3E}">
        <p14:creationId xmlns:p14="http://schemas.microsoft.com/office/powerpoint/2010/main" val="2084209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EA49D2-F623-4197-B23B-F94C52EF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パーティクルボードの要素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E6FAE-BC95-4BCA-B070-8F905A5DA7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BAEFB-538A-4B80-88DD-6D2F945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39C9-A866-4F69-AF96-93876F9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FBF9B-FB7A-4819-9C02-1D758C6F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195262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7A46F-853A-4D5C-88B4-A02BAA21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1143000" y="214312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C2FC2-8FE6-4DB8-BCD7-5A92E0A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1828800" y="21431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3386A-F199-48CA-9EFB-E461F53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2514600" y="214312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3B7C2-CED6-4760-B9E6-64A732D6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3200400" y="21431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C0C19-C35A-45E2-950C-151587A7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14312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26971-920E-48FB-B843-D7830C3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4572000" y="21431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F9A12-D923-494A-B9FE-603611DE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5257800" y="214312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417D8-FF80-4CA7-AEFA-32676C9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1143000" y="272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F4503-E45B-4DB0-8455-A08CB20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1828800" y="272415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3D732-B5D3-4E1F-93B8-0399B5B0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272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A29F6-ABFA-448B-9651-9FBB2D5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3200400" y="2724150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118CC-2EED-4853-986F-1F18119D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3886200" y="272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18134-437D-4330-9F0A-8F4B1D7D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4572000" y="272415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25176-E60E-4416-8655-DAF7A4E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5257800" y="272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687AE-8FC9-43F3-ADC6-25C9246F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30517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652FE-2B10-403B-8E55-47C412A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1828800" y="33051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FE812-FE29-46D4-A9DB-076B8CE9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2514600" y="330517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1DE33-676D-4A48-8496-14A89424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3200400" y="33051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73EB3-8175-4A05-8EAE-DEB37BC7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3886200" y="33051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74B42-817E-48DC-975E-07E064E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305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72142-98D3-4AD5-BD4E-0F1B9B2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5257800" y="330517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14116-CE75-4470-BF27-19ED0A2F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1143000" y="3886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13DA6-1C76-400D-AD21-DD95734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1828800" y="3886200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63A11-FCE4-4B94-A7A4-FB80083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2514600" y="3886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33643-1F10-4450-9B3A-BAE3D7A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88620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7A2EE3-49D1-4C1E-93D7-91716488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3886200" y="3886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11D91-0067-4FE2-8EEE-1B25FE2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4572000" y="38862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7C731D-747D-4DDD-8ACD-07AB6AF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5257800" y="3886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20E545-3306-48B4-ADBD-3658BE6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1143000" y="446722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2FB20A-5870-46BF-949E-88EDCC04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4672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BB3E75-D2AF-4A55-AE32-3D122F87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2514600" y="446722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B795A2-8558-4D58-A76D-EE8B1050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3200400" y="44672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F694D-4BD2-4F8B-8D41-0C047FE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3886200" y="446722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B163E-CF5D-4D9C-8C4C-17715E5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4572000" y="4467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A99898-F39F-4E25-84E2-209B277E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446722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E47770-96C3-4C09-815D-D607820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小片を要素にする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E4195F-B409-4DD8-90FD-B5699945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粒の大きさと層構成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59CDE3-E486-4EA5-84B8-C90DF9E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密度分布と接着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A4FC6D-F92F-4551-B415-4BD50D7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端面・接合・耐湿性</a:t>
            </a:r>
          </a:p>
        </p:txBody>
      </p:sp>
    </p:spTree>
    <p:extLst>
      <p:ext uri="{BB962C8B-B14F-4D97-AF65-F5344CB8AC3E}">
        <p14:creationId xmlns:p14="http://schemas.microsoft.com/office/powerpoint/2010/main" val="2130868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5297D-C738-4C54-B707-06D4CDF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560A1-0821-47E2-BE1C-D3071A5AF5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207D4-036F-47AE-B259-B446826A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FC94F-28A0-4037-82EE-BA552A30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4523F-DAE6-4747-A02B-5FA6B984345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主な要素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PB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小片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層・密度・接合位置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MDF等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密度・加工・湿潤条件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OSB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ストランド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要素の配向・方向別性能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製法・接着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厚さ・用途・製品情報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429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A1AE0-253C-4078-B70D-2B7B920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ボードの密度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68C05-B39B-42BF-A537-F484DEAED7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BC066-F99D-42C7-A99C-174DE7B6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AE57-5C09-4F52-B233-305DBFE5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DE286-B12B-4453-A3F8-736AC5F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試料A：300×300×10 mm、質量630 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5081D-2691-412C-B57F-9264AAD9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試料B：同寸法、質量450 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A0DE3-D515-42BE-AC25-C4DF1AB3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体積と密度を求める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2D3CF-838E-442F-ADB3-1E9759D7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密度だけで、ねじ保持や耐湿性まで順位付けできるか？</a:t>
            </a:r>
          </a:p>
        </p:txBody>
      </p:sp>
    </p:spTree>
    <p:extLst>
      <p:ext uri="{BB962C8B-B14F-4D97-AF65-F5344CB8AC3E}">
        <p14:creationId xmlns:p14="http://schemas.microsoft.com/office/powerpoint/2010/main" val="2126085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6B04A-CBC8-46D8-A09C-63685CC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ボードの密度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B3E79-BA16-4CA3-9B96-CA015AC005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07F5E-45A9-4B35-A620-E8BD279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24227-7DD8-4280-8935-C1F9D29C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85A71-6A6F-4D5F-B764-F8B3B80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体積 = 900 cm³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8EBAD-FED6-4A72-8D56-4C0ED72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A：0.700 g/cm³ = 700 kg/m³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480FE-550B-4613-9009-23077E90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B：0.500 g/cm³ = 500 kg/m³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15025-C0B2-420C-BE45-9334A2D2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接合・耐湿性等には、製品別データが必要</a:t>
            </a:r>
          </a:p>
        </p:txBody>
      </p:sp>
    </p:spTree>
    <p:extLst>
      <p:ext uri="{BB962C8B-B14F-4D97-AF65-F5344CB8AC3E}">
        <p14:creationId xmlns:p14="http://schemas.microsoft.com/office/powerpoint/2010/main" val="727471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239B7B-1A79-4E86-91CF-C2BEF12D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繊維板の要素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4417-AA03-4564-8FC0-7BFC888662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BC60C-A72B-426B-90D2-C954FCEC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E672A-6B27-4C3F-86E0-BA55DA8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345E1-C619-4B3F-9F76-AD4D4E3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195262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F6974-F9A8-4E92-913C-753AFA7F54C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62050" y="20097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0EB02-F7A7-4AC4-A9B5-17FD7C497F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" y="2152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2735B-FCC4-4C1A-B3B8-A41F00B5D5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43150" y="21526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5B85E-BE55-43EC-AC40-9F397E47F7C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33700" y="20097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E81A2-8A04-44E6-BBBC-4669508F8A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24250" y="2152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12ED4-E542-4BC4-998C-A3974110D2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4800" y="21526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D4010-B2AF-41E4-8B96-314CDF271FB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705350" y="20097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9229D-F682-48CA-A123-B7131A98B25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95900" y="2152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4BC7A-ED2A-4311-A7EF-3074BF00CC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62050" y="273367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1316E-F539-42E6-B750-A7FC6388979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752600" y="259080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0A7E2-3671-47D0-A8B6-DB7E18D498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43150" y="27336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59159-6DB8-4F82-AB6A-8DE642846F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33700" y="273367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1070E-7757-4541-BA28-62014B3F03A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524250" y="259080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8D9FC-AEAA-404A-9547-44C57D587F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4800" y="27336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946D3-7D3D-49BF-A0D5-EEBEF2D5F0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05350" y="273367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087B7-FA35-4676-928D-643A8311E38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295900" y="259080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DEDA8-60EB-4FC6-B596-1611F67DCE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62050" y="3314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3F263-0D99-4EBE-95E3-4C52FD9058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" y="331470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2800D-A1B3-4230-881C-BBEAA7461BF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43150" y="317182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E2D31-779A-45E9-8A32-ED2DC76335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33700" y="3314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36804-C37B-419B-B2A0-D8519E9FCF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24250" y="331470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856F5-286D-4608-8012-093AB202E99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114800" y="317182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1BE03-0945-4C57-B108-BE7B97855C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05350" y="3314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1854F-EB08-4108-A1B6-B0CB539E9A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95900" y="331470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F5F51-D559-49AA-B094-F3B9EB138C0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62050" y="375285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1FC58-01AE-41B7-8736-62529A58F5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2D59BF-55AF-4A98-86D0-941CE66DE8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43150" y="389572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9EAC05-F3E7-40EA-828C-F6E21EAF1FE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33700" y="375285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B03A5E-8564-473E-9995-0EA58598AB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24250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7833F-D8D0-4584-88C1-41CBD69729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4800" y="389572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6C7AF9-5402-459F-B9E4-E606678B693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705350" y="375285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DE60E-7113-45C8-BC93-4BEA1BFEE0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95900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B810F9-5E1D-419E-A7B5-6E0906608D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62050" y="44767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75C62E-2A83-4E0A-9F93-17BD9572834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752600" y="43338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E28FBF-35CD-4D9A-A509-AEF38E8BE5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43150" y="4476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7F1C1-FF5A-4E15-9F73-836F5848E6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33700" y="44767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684E69-6EE4-4A39-A79E-D3CE97CFD04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524250" y="43338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7BCA9-490B-4FB8-915C-F7F4788D53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4800" y="4476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2699B1-366C-49EA-835E-B67BF292FC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05350" y="44767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325467-C3D9-4F6B-999B-E4440051862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295900" y="43338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8606FE-4C29-472D-9640-9085A58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細かな繊維を要素にする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C9BE7B-73E9-4584-83D2-E528779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密度・製法で性質が変わる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8167FE-A07C-4BBF-B0EE-B482C0F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表面と端面を観察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69BF58-2C2B-46CF-9D03-7DC7707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用途に合う製品情報</a:t>
            </a:r>
          </a:p>
        </p:txBody>
      </p:sp>
    </p:spTree>
    <p:extLst>
      <p:ext uri="{BB962C8B-B14F-4D97-AF65-F5344CB8AC3E}">
        <p14:creationId xmlns:p14="http://schemas.microsoft.com/office/powerpoint/2010/main" val="293832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18577-A630-4CC6-B0C3-5A1EC57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家具側板の材料選択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4A594-9EBB-4C5D-9C70-FD7D0FAA70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FF6AE-EB45-4722-A67F-67921DD7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6B838-FE22-4830-887A-4E4B58F5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4026B-172C-4B53-AC41-41567A0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家具の側板をPB・MDF・合板から仮に選ぶ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56AC6-F30E-4D50-B07C-1323B11C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材厚・荷重・接合・濡れ方を条件に加える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CA39A-5971-4165-9642-29F5309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端面へねじ留めする場合の確認事項を列挙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A32F-2EFE-4F75-9BD9-3D370EA1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不足情報と、確かめる試験を提案する</a:t>
            </a:r>
          </a:p>
        </p:txBody>
      </p:sp>
    </p:spTree>
    <p:extLst>
      <p:ext uri="{BB962C8B-B14F-4D97-AF65-F5344CB8AC3E}">
        <p14:creationId xmlns:p14="http://schemas.microsoft.com/office/powerpoint/2010/main" val="1564863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7DA84-6A99-476B-857F-F43D154E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家具側板の材料選択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77611-5D14-4F4F-AB6D-11DEB09F04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B9BF6-A5DC-4A01-9CEC-531BF8B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EA032-75BA-4E5C-A14C-A49D48BD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C8510-1BAE-404B-9834-FFC5020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密度の比較は、同じ含水状態で行う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138CE-637B-456A-B25B-435963C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ねじ保持は、面／端面や留め方も確認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09051-43F1-49FC-B20D-B8EB5326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表面の化粧層から、内部の性能を即断しない</a:t>
            </a:r>
          </a:p>
        </p:txBody>
      </p:sp>
    </p:spTree>
    <p:extLst>
      <p:ext uri="{BB962C8B-B14F-4D97-AF65-F5344CB8AC3E}">
        <p14:creationId xmlns:p14="http://schemas.microsoft.com/office/powerpoint/2010/main" val="7556471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02BC0-FFE5-449B-AA24-F95F712A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A8BFF-4314-4DEC-B232-55F4C26821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B7531-A5C7-4BD3-A936-5E39C8A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F5E69-45FB-4D5A-B2C6-8E783749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F45F-4611-4779-A066-8F0BC70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PBとMDFは、主な要素がどう違うか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6A808-B7D7-4534-A09D-EC98DC51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OSBの向きを、取り付け時に見る理由は？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0A01D-2BA8-4026-8D39-6E35621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高密度なら必ず耐水性が高いか</a:t>
            </a:r>
          </a:p>
        </p:txBody>
      </p:sp>
    </p:spTree>
    <p:extLst>
      <p:ext uri="{BB962C8B-B14F-4D97-AF65-F5344CB8AC3E}">
        <p14:creationId xmlns:p14="http://schemas.microsoft.com/office/powerpoint/2010/main" val="3839094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0619B-E293-4F7F-91AF-F3D603F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8F77A-D630-4E9E-BF52-0EC994A219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C2DAE-B7CD-42D8-B830-C8475280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E0F7F-F133-43B0-9F9B-F95397C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B7A0C-CABF-4290-BED6-CE573853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要素の大きさ・形・配向・密度を対応させる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E4D21-5A09-46BC-BD18-59CE1FE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接合と湿潤条件を含めて、用途を選ぶ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1D7BE-6259-413C-8918-3A37CD2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次は、ひき板を積層した集成材・CLTへ</a:t>
            </a:r>
          </a:p>
        </p:txBody>
      </p:sp>
    </p:spTree>
    <p:extLst>
      <p:ext uri="{BB962C8B-B14F-4D97-AF65-F5344CB8AC3E}">
        <p14:creationId xmlns:p14="http://schemas.microsoft.com/office/powerpoint/2010/main" val="3513397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70E77-D1BB-41E9-93CA-2E4DA955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FB1E2-A9B1-4374-AD3E-F3028B49CF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B8637-C80C-43B9-B0DB-8E35E4C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9FB3F-8E2B-4D85-8363-5F2C9342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4E98E-AEFE-4FCB-A8AC-BE4F8EDA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PB・MDF・OSBを要素と配向の図で比較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58BF6-0FF0-4E2F-BE80-80D4F731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家具用板材を一つ選び、採用条件を説明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811A1-9753-4FF4-9A24-306861D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発展：表層と内部の密度差の意味を考える</a:t>
            </a:r>
          </a:p>
        </p:txBody>
      </p:sp>
    </p:spTree>
    <p:extLst>
      <p:ext uri="{BB962C8B-B14F-4D97-AF65-F5344CB8AC3E}">
        <p14:creationId xmlns:p14="http://schemas.microsoft.com/office/powerpoint/2010/main" val="278698771"/>
      </p:ext>
    </p:extLst>
  </p:cSld>
</p:sld>
</file>

<file path=ppt/slides/v5_12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1A9D7-C9FE-40FF-96A6-1DAB918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BA6B2-A4E1-4CDA-BAB2-308B16DC8A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5AC66-7C47-4A9A-BA4F-1DE41F58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FE10C-1214-4863-8196-FA645CDC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B26DC-3022-435F-B42F-2405A98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木材を小片にし、乾燥・分級・接着剤添加の後に成形する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DA507-1257-4E4D-AEC8-FEDDB845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木材を繊維状にほぐして、再び板に成形する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CA63F-6C37-4073-9311-24181242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密度：体積当たりの質量。含水状態も記録する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5215-4B76-45F2-A0B6-76405A0F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367777284"/>
      </p:ext>
    </p:extLst>
  </p:cSld>
</p:sld>
</file>

<file path=ppt/slides/v5_12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C8374-FB34-4549-A899-6DB37B5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パーティクルボードの製造と性質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30BA6-6F2F-437C-B335-CBE302117B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FCAA2-B91D-4A39-ADDD-8AF72190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A071A-CBC9-4E40-A106-ADAFF79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FEFB4-EDF1-40B6-BCD6-785847A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木材を小片にし、乾燥・分級・接着剤添加の後に成形する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E80ED-04A7-4C26-92CD-91CA6A5C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熱圧で圧密・硬化させ、表層と内部の要素や密度を調整する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3641D-7996-4E8B-B46C-7922161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表面の平滑さと、端面の小片の組合せを観察する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FDC33-3E10-4324-9659-3429EA23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ねじ保持は密度だけでなく、面・端面、下穴、留付け条件にも依存する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48BB2-7941-4020-9640-D1BC6DEE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端材や再生木材を利用できる一方、用途に合う品質管理が必要</a:t>
            </a:r>
          </a:p>
        </p:txBody>
      </p:sp>
    </p:spTree>
    <p:extLst>
      <p:ext uri="{BB962C8B-B14F-4D97-AF65-F5344CB8AC3E}">
        <p14:creationId xmlns:p14="http://schemas.microsoft.com/office/powerpoint/2010/main" val="588855724"/>
      </p:ext>
    </p:extLst>
  </p:cSld>
</p:sld>
</file>

<file path=ppt/slides/v5_12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9D265-2BB3-4861-8457-B9433FE5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繊維板とMDF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063EC-CDFF-47F1-8106-1C5C359030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BB31F-9C26-4EA7-8BED-05B197C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E9E9D-08AB-44F3-ACFF-5527C746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2C2F6-4C33-43CE-A5AA-36E79AD4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木材を繊維状にほぐして、再び板に成形する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D30F-D1D7-497B-98AC-C1AE6C6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MDFは中密度繊維板で、微細な要素による平滑な表面が特徴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14E84-9DB9-4E86-827D-D6B3DD0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切削や表面仕上げに適した製品があるが、製品差も大きい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22814-0DBD-4C24-8E73-6F57802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密度、厚さ方向の密度分布、接着、耐湿性が性能に関わる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89C31-9F94-4920-A728-6E8EE3F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端面への接合と吸水による厚さ変化も、採用前に確認する</a:t>
            </a:r>
          </a:p>
        </p:txBody>
      </p:sp>
    </p:spTree>
    <p:extLst>
      <p:ext uri="{BB962C8B-B14F-4D97-AF65-F5344CB8AC3E}">
        <p14:creationId xmlns:p14="http://schemas.microsoft.com/office/powerpoint/2010/main" val="657888427"/>
      </p:ext>
    </p:extLst>
  </p:cSld>
</p:sld>
</file>

<file path=ppt/slides/v5_12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BB748-0CC0-4856-BEB9-1904FD5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OSBとストランドの配向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406D4-8CBB-4A9B-80A2-8B1F51FEDC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E1001-BAA1-41F9-8B90-A9F2053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7AD5B-04C7-49D1-9A2B-ED781652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4C1DF-3011-4349-A037-FFA4CE6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OSBは細長いストランドを、層ごとに配向させて成形する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67E44-E07D-40F0-9A9A-7635FF2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表層と内層の方向を組み合わせ、面材としての性能を調整する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862A5-91CB-4239-8565-6D6A5804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主軸方向とそれに直交する方向で、曲げ性能などが異なる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46247-EEE9-438B-BF47-05FDC6AE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見える木片の向きと、製品表示の評価方向を対応させる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22F3E-90AC-47BA-9EB5-ED27183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PB・MDF・OSBは要素の形と配向から区別できる</a:t>
            </a:r>
          </a:p>
        </p:txBody>
      </p:sp>
    </p:spTree>
    <p:extLst>
      <p:ext uri="{BB962C8B-B14F-4D97-AF65-F5344CB8AC3E}">
        <p14:creationId xmlns:p14="http://schemas.microsoft.com/office/powerpoint/2010/main" val="354566945"/>
      </p:ext>
    </p:extLst>
  </p:cSld>
</p:sld>
</file>

<file path=ppt/slides/v5_12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4EF94-9A78-4393-8091-8BDE157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ボード類の性能を比較する項目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6B968-9A83-46DD-AAF5-2ECA89A58B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65255-35B5-479F-BE95-29A23C46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7C1CA-5401-4125-9315-CA93D30D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3F208-BB8F-48E7-AB60-F99082AA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密度：体積当たりの質量。含水状態も記録する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CFC9F-8AD2-482F-9453-C8909E3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曲げ：厚さ、主軸方向、試験の支点間距離などをそろえる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A3682-09D2-4DB4-B534-B230871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ねじ保持：面か端面か、ねじ径・下穴・端距離などを確認する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FBEEC-3778-4541-8629-EFED32D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水分：吸水、厚さ膨張、接着性能と、使用環境を確認する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0908A-3601-46C5-A0F1-8CC0C28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化粧面だけで内部を判断せず、断面と製品情報を読む</a:t>
            </a:r>
          </a:p>
        </p:txBody>
      </p:sp>
    </p:spTree>
    <p:extLst>
      <p:ext uri="{BB962C8B-B14F-4D97-AF65-F5344CB8AC3E}">
        <p14:creationId xmlns:p14="http://schemas.microsoft.com/office/powerpoint/2010/main" val="821886725"/>
      </p:ext>
    </p:extLst>
  </p:cSld>
</p:sld>
</file>

<file path=ppt/slides/v5_12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3BA5A-A924-47A7-A5D5-F081A77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PBとMDFとOSBを見分ける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752A-3ADD-46C9-B64F-6F04B757B7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EFCDB-858B-4BC5-921F-6E71778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34B10-2188-4165-B510-87D88385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43EF8-2201-40BB-B7C8-2F667E6E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端材の断面・表面から、小片・繊維・ストランドを観察する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0C919-80A6-45DD-984D-7C7BF27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表面の化粧だけでなく、内部の構成を比較する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9739D-83F9-4779-8090-D677099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発問：ねじを留める位置や水への強さを、外観だけで決められるか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22D80-CF6B-446D-9161-1C75D04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追加資料：製品の仕様表と、面・端面を分けた接合試験結果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BB1FE-A5D8-4F18-8424-8D205EB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教科書の接点：木質材料の種類と用途／A(1)ア・イ／A(2)イ</a:t>
            </a:r>
          </a:p>
        </p:txBody>
      </p:sp>
    </p:spTree>
    <p:extLst>
      <p:ext uri="{BB962C8B-B14F-4D97-AF65-F5344CB8AC3E}">
        <p14:creationId xmlns:p14="http://schemas.microsoft.com/office/powerpoint/2010/main" val="2140962227"/>
      </p:ext>
    </p:extLst>
  </p:cSld>
</p:sld>
</file>

<file path=ppt/slides/v5_12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29C0D-7EC0-442D-AD36-71F8EB9D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7F90D-EBD5-43A0-B8B4-01793CB8721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3E1BD-EBCB-44A2-8BF4-B50FB21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第11章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692CA-65D7-4015-A95B-E0C0CC63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B3551-7300-43DC-ACAF-EF0ABCA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第12章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65CEB-0772-4028-8E1A-31438FAA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39E3F-39C5-474D-BB5E-539A9B68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2D940-3065-483E-B431-D96FAF3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AA1DA-24EF-42C2-A253-99F3A72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67D56-0612-4575-917F-C6F0B51E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CA138-4526-44C4-AE61-D027CA9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72E34-40D0-4F41-A61A-DA5DBB8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70C8B-CB3C-4528-B279-CC1F8278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50300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2026-10-22T22:29:13.0900000Z</dcterms:created>
  <dcterms:modified xsi:type="dcterms:W3CDTF">2026-10-22T22:29:13.0900000Z</dcterms:modified>
</coreProperties>
</file>
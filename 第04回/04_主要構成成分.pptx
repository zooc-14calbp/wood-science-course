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v5_04_slide1.xml" ContentType="application/vnd.openxmlformats-officedocument.presentationml.slide+xml"/>
  <Override PartName="/ppt/slideLayouts/v5_04_slideLayout6.xml" ContentType="application/vnd.openxmlformats-officedocument.presentationml.slideLayout+xml"/>
  <Override PartName="/ppt/slideMasters/v5_04_slideMaster1.xml" ContentType="application/vnd.openxmlformats-officedocument.presentationml.slideMaster+xml"/>
  <Override PartName="/ppt/slideMasters/theme/v5_04_theme2.xml" ContentType="application/vnd.openxmlformats-officedocument.theme+xml"/>
  <Override PartName="/ppt/slideLayouts/v5_04_slideLayout1.xml" ContentType="application/vnd.openxmlformats-officedocument.presentationml.slideLayout+xml"/>
  <Override PartName="/ppt/slideLayouts/v5_04_slideLayout2.xml" ContentType="application/vnd.openxmlformats-officedocument.presentationml.slideLayout+xml"/>
  <Override PartName="/ppt/slideLayouts/v5_04_slideLayout3.xml" ContentType="application/vnd.openxmlformats-officedocument.presentationml.slideLayout+xml"/>
  <Override PartName="/ppt/slideLayouts/v5_04_slideLayout4.xml" ContentType="application/vnd.openxmlformats-officedocument.presentationml.slideLayout+xml"/>
  <Override PartName="/ppt/slideLayouts/v5_04_slideLayout5.xml" ContentType="application/vnd.openxmlformats-officedocument.presentationml.slideLayout+xml"/>
  <Override PartName="/ppt/notesSlides/v5_04_notesSlide1.xml" ContentType="application/vnd.openxmlformats-officedocument.presentationml.notesSlide+xml"/>
  <Override PartName="/ppt/slides/v5_04_slide2.xml" ContentType="application/vnd.openxmlformats-officedocument.presentationml.slide+xml"/>
  <Override PartName="/ppt/notesSlides/v5_04_notesSlide2.xml" ContentType="application/vnd.openxmlformats-officedocument.presentationml.notesSlide+xml"/>
  <Override PartName="/ppt/slides/v5_04_slide3.xml" ContentType="application/vnd.openxmlformats-officedocument.presentationml.slide+xml"/>
  <Override PartName="/ppt/notesSlides/v5_04_notesSlide3.xml" ContentType="application/vnd.openxmlformats-officedocument.presentationml.notesSlide+xml"/>
  <Override PartName="/ppt/slides/v5_04_slide4.xml" ContentType="application/vnd.openxmlformats-officedocument.presentationml.slide+xml"/>
  <Override PartName="/ppt/notesSlides/v5_04_notesSlide4.xml" ContentType="application/vnd.openxmlformats-officedocument.presentationml.notesSlide+xml"/>
  <Override PartName="/ppt/slides/v5_04_slide5.xml" ContentType="application/vnd.openxmlformats-officedocument.presentationml.slide+xml"/>
  <Override PartName="/ppt/notesSlides/v5_04_notesSlide5.xml" ContentType="application/vnd.openxmlformats-officedocument.presentationml.notesSlide+xml"/>
  <Override PartName="/ppt/slides/v5_04_slide6.xml" ContentType="application/vnd.openxmlformats-officedocument.presentationml.slide+xml"/>
  <Override PartName="/ppt/notesSlides/v5_04_notesSlide6.xml" ContentType="application/vnd.openxmlformats-officedocument.presentationml.notesSlide+xml"/>
  <Override PartName="/ppt/slides/v5_04_slide7.xml" ContentType="application/vnd.openxmlformats-officedocument.presentationml.slide+xml"/>
  <Override PartName="/ppt/notesSlides/v5_04_notesSlide7.xml" ContentType="application/vnd.openxmlformats-officedocument.presentationml.notesSlide+xml"/>
  <Override PartName="/ppt/slides/v5_04_slide8.xml" ContentType="application/vnd.openxmlformats-officedocument.presentationml.slide+xml"/>
  <Override PartName="/ppt/notesSlides/v5_04_notesSlide8.xml" ContentType="application/vnd.openxmlformats-officedocument.presentationml.notesSlide+xml"/>
  <Override PartName="/ppt/slides/v5_04_slide9.xml" ContentType="application/vnd.openxmlformats-officedocument.presentationml.slide+xml"/>
  <Override PartName="/ppt/notesSlides/v5_04_notesSlide9.xml" ContentType="application/vnd.openxmlformats-officedocument.presentationml.notesSlide+xml"/>
  <Override PartName="/ppt/slides/v5_04_slide10.xml" ContentType="application/vnd.openxmlformats-officedocument.presentationml.slide+xml"/>
  <Override PartName="/ppt/notesSlides/v5_04_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2217ddbd204cde" /><Relationship Type="http://schemas.openxmlformats.org/officeDocument/2006/relationships/extended-properties" Target="/docProps/app.xml" Id="Rff6174b268824dca" /><Relationship Type="http://schemas.openxmlformats.org/officeDocument/2006/relationships/officeDocument" Target="/ppt/presentation.xml" Id="R43b4a82f68f1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b0127caece409e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6104a0910d744a37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3fa403b89c44e9e"/><Relationship Type="http://schemas.openxmlformats.org/officeDocument/2006/relationships/slideMaster" Target="/ppt/slideMasters/slideMaster1.xml" Id="R84b0127caece409e"/><Relationship Type="http://schemas.openxmlformats.org/officeDocument/2006/relationships/notesMaster" Target="/ppt/notesMasters/notesMaster1.xml" Id="R6104a0910d744a37"/><Relationship Type="http://schemas.openxmlformats.org/officeDocument/2006/relationships/presProps" Target="/ppt/presProps.xml" Id="R955d89bb96c0463a"/><Relationship Type="http://schemas.openxmlformats.org/officeDocument/2006/relationships/tableStyles" Target="/ppt/tableStyles.xml" Id="R57226793d6a64a52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04_slide1.xml"/><Relationship Id="rIdV5Slide4" Type="http://schemas.openxmlformats.org/officeDocument/2006/relationships/slide" Target="slides/v5_04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04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v5_04_slide4.xml"/><Relationship Id="rIdV5Slide9" Type="http://schemas.openxmlformats.org/officeDocument/2006/relationships/slide" Target="slides/v5_04_slide5.xml"/><Relationship Id="rIdV5Slide10" Type="http://schemas.openxmlformats.org/officeDocument/2006/relationships/slide" Target="slides/v5_04_slide6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04_slide7.xml"/><Relationship Id="rIdV5Slide13" Type="http://schemas.openxmlformats.org/officeDocument/2006/relationships/slide" Target="slides/slide13.xml"/><Relationship Id="rIdV5Slide14" Type="http://schemas.openxmlformats.org/officeDocument/2006/relationships/slide" Target="slides/slide14.xml"/><Relationship Id="rIdV5Slide15" Type="http://schemas.openxmlformats.org/officeDocument/2006/relationships/slide" Target="slides/v5_04_slide8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v5_04_slide9.xml"/><Relationship Id="rIdV5Slide19" Type="http://schemas.openxmlformats.org/officeDocument/2006/relationships/slide" Target="slides/v5_04_slide10.xml"/><Relationship Id="rIdV5Master0" Type="http://schemas.openxmlformats.org/officeDocument/2006/relationships/slideMaster" Target="slideMasters/v5_04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335f81b71842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e43ac6aa994fe6" /><Relationship Type="http://schemas.openxmlformats.org/officeDocument/2006/relationships/notesMaster" Target="/ppt/notesMasters/notesMaster1.xml" Id="R6afa4d015cf64d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dedb8a7fea4818" /><Relationship Type="http://schemas.openxmlformats.org/officeDocument/2006/relationships/notesMaster" Target="/ppt/notesMasters/notesMaster1.xml" Id="R5c43e97092e04c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5e5df690e4ade" /><Relationship Type="http://schemas.openxmlformats.org/officeDocument/2006/relationships/notesMaster" Target="/ppt/notesMasters/notesMaster1.xml" Id="R00ff5ffffb88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620d69e20e4d53" /><Relationship Type="http://schemas.openxmlformats.org/officeDocument/2006/relationships/notesMaster" Target="/ppt/notesMasters/notesMaster1.xml" Id="R6fb6c12803a94c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9273f0444047ef" /><Relationship Type="http://schemas.openxmlformats.org/officeDocument/2006/relationships/notesMaster" Target="/ppt/notesMasters/notesMaster1.xml" Id="Re24a5e5cf8b841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e2ec216a014a6b" /><Relationship Type="http://schemas.openxmlformats.org/officeDocument/2006/relationships/notesMaster" Target="/ppt/notesMasters/notesMaster1.xml" Id="R19dd00e9a6774f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118d5ec3d34f4f" /><Relationship Type="http://schemas.openxmlformats.org/officeDocument/2006/relationships/notesMaster" Target="/ppt/notesMasters/notesMaster1.xml" Id="Racf228eb1aac4e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2bec8efcf0475c" /><Relationship Type="http://schemas.openxmlformats.org/officeDocument/2006/relationships/notesMaster" Target="/ppt/notesMasters/notesMaster1.xml" Id="Rb5da52fd1be348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9115082639474d" /><Relationship Type="http://schemas.openxmlformats.org/officeDocument/2006/relationships/notesMaster" Target="/ppt/notesMasters/notesMaster1.xml" Id="R6f461cf9dd8c4e1b" /></Relationships>
</file>

<file path=ppt/notesSlides/_rels/v5_04_notesSlide1.xml.rels><?xml version='1.0' encoding='UTF-8' standalone='yes'?>
<Relationships xmlns="http://schemas.openxmlformats.org/package/2006/relationships"><Relationship Type="http://schemas.openxmlformats.org/officeDocument/2006/relationships/slide" Target="../slides/v5_04_slide1.xml" Id="R04e6341fce2648e7"/><Relationship Type="http://schemas.openxmlformats.org/officeDocument/2006/relationships/notesMaster" Target="../notesMasters/notesMaster1.xml" Id="R9093aeb37fb14faa"/></Relationships>
</file>

<file path=ppt/notesSlides/_rels/v5_04_notesSlide2.xml.rels><?xml version='1.0' encoding='UTF-8' standalone='yes'?>
<Relationships xmlns="http://schemas.openxmlformats.org/package/2006/relationships"><Relationship Type="http://schemas.openxmlformats.org/officeDocument/2006/relationships/slide" Target="../slides/v5_04_slide2.xml" Id="R448ad500334a4012"/><Relationship Type="http://schemas.openxmlformats.org/officeDocument/2006/relationships/notesMaster" Target="../notesMasters/notesMaster1.xml" Id="R4d8a53dfb04247a6"/></Relationships>
</file>

<file path=ppt/notesSlides/_rels/v5_04_notesSlide3.xml.rels><?xml version='1.0' encoding='UTF-8' standalone='yes'?>
<Relationships xmlns="http://schemas.openxmlformats.org/package/2006/relationships"><Relationship Type="http://schemas.openxmlformats.org/officeDocument/2006/relationships/slide" Target="../slides/v5_04_slide3.xml" Id="R69b44fa177a7424d"/><Relationship Type="http://schemas.openxmlformats.org/officeDocument/2006/relationships/notesMaster" Target="../notesMasters/notesMaster1.xml" Id="Re44f486c9dce423c"/></Relationships>
</file>

<file path=ppt/notesSlides/_rels/v5_04_notesSlide4.xml.rels><?xml version='1.0' encoding='UTF-8' standalone='yes'?>
<Relationships xmlns="http://schemas.openxmlformats.org/package/2006/relationships"><Relationship Type="http://schemas.openxmlformats.org/officeDocument/2006/relationships/slide" Target="../slides/v5_04_slide4.xml" Id="R0bfdc05f68944980"/><Relationship Type="http://schemas.openxmlformats.org/officeDocument/2006/relationships/notesMaster" Target="../notesMasters/notesMaster1.xml" Id="R7e999297f6344aba"/></Relationships>
</file>

<file path=ppt/notesSlides/_rels/v5_04_notesSlide5.xml.rels><?xml version='1.0' encoding='UTF-8' standalone='yes'?>
<Relationships xmlns="http://schemas.openxmlformats.org/package/2006/relationships"><Relationship Type="http://schemas.openxmlformats.org/officeDocument/2006/relationships/slide" Target="../slides/v5_04_slide5.xml" Id="R869d487fd06640e8"/><Relationship Type="http://schemas.openxmlformats.org/officeDocument/2006/relationships/notesMaster" Target="../notesMasters/notesMaster1.xml" Id="R1ecf652f22b94a5a"/></Relationships>
</file>

<file path=ppt/notesSlides/_rels/v5_04_notesSlide6.xml.rels><?xml version='1.0' encoding='UTF-8' standalone='yes'?>
<Relationships xmlns="http://schemas.openxmlformats.org/package/2006/relationships"><Relationship Type="http://schemas.openxmlformats.org/officeDocument/2006/relationships/slide" Target="../slides/v5_04_slide6.xml" Id="R2fdba01079cb4802"/><Relationship Type="http://schemas.openxmlformats.org/officeDocument/2006/relationships/notesMaster" Target="../notesMasters/notesMaster1.xml" Id="Recc06143c49b4ab4"/></Relationships>
</file>

<file path=ppt/notesSlides/_rels/v5_04_notesSlide7.xml.rels><?xml version='1.0' encoding='UTF-8' standalone='yes'?>
<Relationships xmlns="http://schemas.openxmlformats.org/package/2006/relationships"><Relationship Type="http://schemas.openxmlformats.org/officeDocument/2006/relationships/slide" Target="../slides/v5_04_slide7.xml" Id="R51afb3a32b4b47ed"/><Relationship Type="http://schemas.openxmlformats.org/officeDocument/2006/relationships/notesMaster" Target="../notesMasters/notesMaster1.xml" Id="R63d54935a00b4e54"/></Relationships>
</file>

<file path=ppt/notesSlides/_rels/v5_04_notesSlide8.xml.rels><?xml version='1.0' encoding='UTF-8' standalone='yes'?>
<Relationships xmlns="http://schemas.openxmlformats.org/package/2006/relationships"><Relationship Type="http://schemas.openxmlformats.org/officeDocument/2006/relationships/slide" Target="../slides/v5_04_slide8.xml" Id="R42f8ba0a05db4ccc"/><Relationship Type="http://schemas.openxmlformats.org/officeDocument/2006/relationships/notesMaster" Target="../notesMasters/notesMaster1.xml" Id="R8dd93c034e4a4bd2"/></Relationships>
</file>

<file path=ppt/notesSlides/_rels/v5_04_notesSlide9.xml.rels><?xml version='1.0' encoding='UTF-8' standalone='yes'?>
<Relationships xmlns="http://schemas.openxmlformats.org/package/2006/relationships"><Relationship Type="http://schemas.openxmlformats.org/officeDocument/2006/relationships/slide" Target="../slides/v5_04_slide9.xml" Id="R5b04e962ada04cd8"/><Relationship Type="http://schemas.openxmlformats.org/officeDocument/2006/relationships/notesMaster" Target="../notesMasters/notesMaster1.xml" Id="Ra7712f94659e4bbb"/></Relationships>
</file>

<file path=ppt/notesSlides/_rels/v5_04_notesSlide10.xml.rels><?xml version='1.0' encoding='UTF-8' standalone='yes'?>
<Relationships xmlns="http://schemas.openxmlformats.org/package/2006/relationships"><Relationship Type="http://schemas.openxmlformats.org/officeDocument/2006/relationships/slide" Target="../slides/v5_04_slide10.xml" Id="Rf0aa52fb90b14b14"/><Relationship Type="http://schemas.openxmlformats.org/officeDocument/2006/relationships/notesMaster" Target="../notesMasters/notesMaster1.xml" Id="Rdb588ee2141d4df6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4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第3章 https://research.fs.usda.gov/treesearch/62242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d1a8fab0049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e5d5d92b74c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a215ac80b4e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ad6a8907c4b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8a22dcabe40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26630d2cf4a6d" /></Relationships>
</file>

<file path=ppt/slideLayouts/_rels/v5_04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4_slideMaster1.xml" Id="Ra8e9622256424b08"/></Relationships>
</file>

<file path=ppt/slideLayouts/_rels/v5_04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4_slideMaster1.xml" Id="R1e2ad31629b74e9c"/></Relationships>
</file>

<file path=ppt/slideLayouts/_rels/v5_04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4_slideMaster1.xml" Id="R0584974e90ef48d6"/></Relationships>
</file>

<file path=ppt/slideLayouts/_rels/v5_04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4_slideMaster1.xml" Id="R9c8f2ac2cdeb407f"/></Relationships>
</file>

<file path=ppt/slideLayouts/_rels/v5_04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4_slideMaster1.xml" Id="R59fdefc9ac2a4c00"/></Relationships>
</file>

<file path=ppt/slideLayouts/_rels/v5_04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4_slideMaster1.xml" Id="Reb62e1c2333b47c8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4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155D8E-854A-4444-8CE0-2837CD970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26354D-6444-493C-80CC-F66EECE799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4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BB6495-C70C-40B2-8D55-37FEFBD37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4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0B576F-19E7-4038-81EB-AC70470A6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298A7C-834D-4A41-BEBD-87521B9B27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4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006A17-6C93-4EF7-8244-1A27DEEFAF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F85BA6-581F-4807-947B-AE03A52BA0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360122-4DC6-406F-9AC6-BDC2FEA7FF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4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3247B3-EF56-46B5-BF03-A9588BB018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A0689A-A3C4-4FB2-A27E-2A131B06D5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4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1cc8e8ae34a67" /><Relationship Type="http://schemas.openxmlformats.org/officeDocument/2006/relationships/slideLayout" Target="/ppt/slideLayouts/slideLayout1.xml" Id="R51c2f30ab366496c" /><Relationship Type="http://schemas.openxmlformats.org/officeDocument/2006/relationships/slideLayout" Target="/ppt/slideLayouts/slideLayout2.xml" Id="R0a9616176b934ac5" /><Relationship Type="http://schemas.openxmlformats.org/officeDocument/2006/relationships/slideLayout" Target="/ppt/slideLayouts/slideLayout3.xml" Id="R223ce705c5d14f45" /><Relationship Type="http://schemas.openxmlformats.org/officeDocument/2006/relationships/slideLayout" Target="/ppt/slideLayouts/slideLayout4.xml" Id="R7b5d353424874ce1" /><Relationship Type="http://schemas.openxmlformats.org/officeDocument/2006/relationships/slideLayout" Target="/ppt/slideLayouts/slideLayout5.xml" Id="R57fe26e832c142a1" /><Relationship Type="http://schemas.openxmlformats.org/officeDocument/2006/relationships/slideLayout" Target="/ppt/slideLayouts/slideLayout6.xml" Id="R97112da1cc9b4064" /></Relationships>
</file>

<file path=ppt/slideMasters/_rels/v5_04_slideMaster1.xml.rels><?xml version='1.0' encoding='UTF-8' standalone='yes'?>
<Relationships xmlns="http://schemas.openxmlformats.org/package/2006/relationships"><Relationship Type="http://schemas.openxmlformats.org/officeDocument/2006/relationships/theme" Target="theme/v5_04_theme2.xml" Id="R6bd2818ff10e4505"/><Relationship Type="http://schemas.openxmlformats.org/officeDocument/2006/relationships/slideLayout" Target="../slideLayouts/v5_04_slideLayout1.xml" Id="Rcf4c4c42ed8b4040"/><Relationship Type="http://schemas.openxmlformats.org/officeDocument/2006/relationships/slideLayout" Target="../slideLayouts/v5_04_slideLayout2.xml" Id="R41c3d56b1073415e"/><Relationship Type="http://schemas.openxmlformats.org/officeDocument/2006/relationships/slideLayout" Target="../slideLayouts/v5_04_slideLayout3.xml" Id="R40a75c5e5f9c4111"/><Relationship Type="http://schemas.openxmlformats.org/officeDocument/2006/relationships/slideLayout" Target="../slideLayouts/v5_04_slideLayout4.xml" Id="R2483e9b09b3e4171"/><Relationship Type="http://schemas.openxmlformats.org/officeDocument/2006/relationships/slideLayout" Target="../slideLayouts/v5_04_slideLayout5.xml" Id="R3a14eb1913ec4ef5"/><Relationship Type="http://schemas.openxmlformats.org/officeDocument/2006/relationships/slideLayout" Target="../slideLayouts/v5_04_slideLayout6.xml" Id="Rd71f07fa22c3449d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2f30ab366496c"/>
    <p:sldLayoutId xmlns:r="http://schemas.openxmlformats.org/officeDocument/2006/relationships" id="2147483650" r:id="R0a9616176b934ac5"/>
    <p:sldLayoutId xmlns:r="http://schemas.openxmlformats.org/officeDocument/2006/relationships" id="2147483651" r:id="R223ce705c5d14f45"/>
    <p:sldLayoutId xmlns:r="http://schemas.openxmlformats.org/officeDocument/2006/relationships" id="2147483652" r:id="R7b5d353424874ce1"/>
    <p:sldLayoutId xmlns:r="http://schemas.openxmlformats.org/officeDocument/2006/relationships" id="2147483653" r:id="R57fe26e832c142a1"/>
    <p:sldLayoutId xmlns:r="http://schemas.openxmlformats.org/officeDocument/2006/relationships" id="2147483654" r:id="R97112da1cc9b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4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4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cf4c4c42ed8b4040"/>
    <p:sldLayoutId xmlns:r="http://schemas.openxmlformats.org/officeDocument/2006/relationships" id="2147483657" r:id="R41c3d56b1073415e"/>
    <p:sldLayoutId xmlns:r="http://schemas.openxmlformats.org/officeDocument/2006/relationships" id="2147483658" r:id="R40a75c5e5f9c4111"/>
    <p:sldLayoutId xmlns:r="http://schemas.openxmlformats.org/officeDocument/2006/relationships" id="2147483659" r:id="R2483e9b09b3e4171"/>
    <p:sldLayoutId xmlns:r="http://schemas.openxmlformats.org/officeDocument/2006/relationships" id="2147483660" r:id="R3a14eb1913ec4ef5"/>
    <p:sldLayoutId xmlns:r="http://schemas.openxmlformats.org/officeDocument/2006/relationships" id="2147483661" r:id="Rd71f07fa22c3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be2bdd90549ba" /><Relationship Type="http://schemas.openxmlformats.org/officeDocument/2006/relationships/notesSlide" Target="/ppt/notesSlides/notesSlide1.xml" Id="R5a25030fdee349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816bdafbb4180" /><Relationship Type="http://schemas.openxmlformats.org/officeDocument/2006/relationships/notesSlide" Target="/ppt/notesSlides/notesSlide2.xml" Id="R0691133568584f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afca0e2fb4456" /><Relationship Type="http://schemas.openxmlformats.org/officeDocument/2006/relationships/notesSlide" Target="/ppt/notesSlides/notesSlide5.xml" Id="Rf7eab81e917640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936ec3d324985" /><Relationship Type="http://schemas.openxmlformats.org/officeDocument/2006/relationships/notesSlide" Target="/ppt/notesSlides/notesSlide7.xml" Id="R1d06365db3a54d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b933486694540" /><Relationship Type="http://schemas.openxmlformats.org/officeDocument/2006/relationships/notesSlide" Target="/ppt/notesSlides/notesSlide11.xml" Id="R060117d0078b44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fb41e64cf4062" /><Relationship Type="http://schemas.openxmlformats.org/officeDocument/2006/relationships/notesSlide" Target="/ppt/notesSlides/notesSlide13.xml" Id="R890a53d87e0044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63f5186214471" /><Relationship Type="http://schemas.openxmlformats.org/officeDocument/2006/relationships/notesSlide" Target="/ppt/notesSlides/notesSlide14.xml" Id="R20c9832532a944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70e3619d845f9" /><Relationship Type="http://schemas.openxmlformats.org/officeDocument/2006/relationships/notesSlide" Target="/ppt/notesSlides/notesSlide16.xml" Id="R8d10eca5be4741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c483fb76a4201" /><Relationship Type="http://schemas.openxmlformats.org/officeDocument/2006/relationships/notesSlide" Target="/ppt/notesSlides/notesSlide17.xml" Id="R549ded9c3fec46e7" /></Relationships>
</file>

<file path=ppt/slides/_rels/v5_04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3c9c29b3b3ce4be7"/><Relationship Type="http://schemas.openxmlformats.org/officeDocument/2006/relationships/notesSlide" Target="../notesSlides/v5_04_notesSlide1.xml" Id="Rd58997624b9b421f"/></Relationships>
</file>

<file path=ppt/slides/_rels/v5_04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e30f32cb100e4332"/><Relationship Type="http://schemas.openxmlformats.org/officeDocument/2006/relationships/notesSlide" Target="../notesSlides/v5_04_notesSlide2.xml" Id="R7d6ff931e82d464d"/></Relationships>
</file>

<file path=ppt/slides/_rels/v5_04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e4858aeffa664b0f"/><Relationship Type="http://schemas.openxmlformats.org/officeDocument/2006/relationships/notesSlide" Target="../notesSlides/v5_04_notesSlide3.xml" Id="R5add1063574e482f"/></Relationships>
</file>

<file path=ppt/slides/_rels/v5_04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4065ce6a3b974ef5"/><Relationship Type="http://schemas.openxmlformats.org/officeDocument/2006/relationships/notesSlide" Target="../notesSlides/v5_04_notesSlide4.xml" Id="Raf93f571c5a44be6"/></Relationships>
</file>

<file path=ppt/slides/_rels/v5_04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647f0dfe3fdb4a0e"/><Relationship Type="http://schemas.openxmlformats.org/officeDocument/2006/relationships/notesSlide" Target="../notesSlides/v5_04_notesSlide5.xml" Id="R680c8356a139449f"/></Relationships>
</file>

<file path=ppt/slides/_rels/v5_04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d6457408861c48d7"/><Relationship Type="http://schemas.openxmlformats.org/officeDocument/2006/relationships/notesSlide" Target="../notesSlides/v5_04_notesSlide6.xml" Id="Rfd73b2b2a7e94b74"/></Relationships>
</file>

<file path=ppt/slides/_rels/v5_04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8343ce831aba4a02"/><Relationship Type="http://schemas.openxmlformats.org/officeDocument/2006/relationships/notesSlide" Target="../notesSlides/v5_04_notesSlide7.xml" Id="R6225991bd3844ccf"/></Relationships>
</file>

<file path=ppt/slides/_rels/v5_04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a0c37c8a34ba4079"/><Relationship Type="http://schemas.openxmlformats.org/officeDocument/2006/relationships/notesSlide" Target="../notesSlides/v5_04_notesSlide8.xml" Id="Rc3d401ee9b0748aa"/></Relationships>
</file>

<file path=ppt/slides/_rels/v5_04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42d5f9467e4a461f"/><Relationship Type="http://schemas.openxmlformats.org/officeDocument/2006/relationships/notesSlide" Target="../notesSlides/v5_04_notesSlide9.xml" Id="R45a407e223f7494a"/></Relationships>
</file>

<file path=ppt/slides/_rels/v5_04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v5_04_slideLayout6.xml" Id="Rccca17fc0ab3444e"/><Relationship Type="http://schemas.openxmlformats.org/officeDocument/2006/relationships/notesSlide" Target="../notesSlides/v5_04_notesSlide10.xml" Id="R6228293fb7154f9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956B6-E8EF-4377-B81B-2D0B40D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第4回　主要構成成分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9D96B-4431-472C-B01B-D0E933C1B8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C3D46-AA86-408E-A3F8-9F70A5F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6C074-1742-4B5B-8981-F0B27769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AD2A0-2678-4AEB-84C5-5A8A99CB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木材の化学：主要構成成分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C1E55-8A27-433C-AB58-2C7251D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セルロース・ヘミセルロース・リグニンの役割と配置を、前回の細胞壁構造に対応させる。</a:t>
            </a:r>
          </a:p>
        </p:txBody>
      </p:sp>
    </p:spTree>
    <p:extLst>
      <p:ext uri="{BB962C8B-B14F-4D97-AF65-F5344CB8AC3E}">
        <p14:creationId xmlns:p14="http://schemas.microsoft.com/office/powerpoint/2010/main" val="1557885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AF601-E1BE-4A9A-BAAC-3261611E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734B0-D1AA-41EE-A2FC-3D49842243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3D2FA-8172-4F74-9406-A0F1CDDE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141E4-FA37-48C8-975E-146AA3A0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78112-125F-486B-A072-16AE442E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細胞壁には層と微細な配向がある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E6A80-9500-4A30-900D-6964ED5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今日は、層の名前に成分を対応させる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67704-CE4E-4D49-8AD4-914B336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反応式より、役割と物性へのつながりを学ぶ</a:t>
            </a:r>
          </a:p>
        </p:txBody>
      </p:sp>
    </p:spTree>
    <p:extLst>
      <p:ext uri="{BB962C8B-B14F-4D97-AF65-F5344CB8AC3E}">
        <p14:creationId xmlns:p14="http://schemas.microsoft.com/office/powerpoint/2010/main" val="965066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553C9-D340-43A6-BCAB-6FE222E8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細胞壁の主要成分の概念図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FCA6-ABDA-48EB-92FB-B04EDF99BE6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F65BC-40F5-458B-8BC9-3FC3CED0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EF41E-01DB-4852-9FE0-F1567BB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E836F-5F43-4680-93BF-871D44AF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BDF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6C4C2-589E-455E-8A22-1D171B4146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35267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FCE32-E157-403C-AE65-52BDC9B3B4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42887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3E5C4-3C60-4FE5-8392-51364A114B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50507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491D1-8955-4CFD-B27A-6E09EE4298A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58127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AD948-4F14-4F70-B97D-3D55404FA7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162300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9A812-01A0-4427-9C59-BDB1817C6B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238500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39DC7-3DE3-4E99-B69A-3B73C158E7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314700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79C2B-1A94-4D8B-BF86-FB6BF3F25E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390900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8B693-39A5-4231-910F-15545D164A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97192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AAF74-5557-477A-B0A9-9089FA6611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04812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372E2-0FEC-45A5-AE2C-4592A56C68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12432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0B025-1237-4DC8-AA06-FE7BA6224F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200525"/>
            <a:ext cx="461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0AE8D6-37F6-4808-8973-3C68B32593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28750" y="2571750"/>
            <a:ext cx="285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93ADB-1272-4483-9C7B-470633F9E16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76375" y="2743200"/>
            <a:ext cx="2381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1385B-EEF0-471B-9B95-91FFF7FFAD8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43125" y="2571750"/>
            <a:ext cx="285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0AF0A-0D1B-4294-82C1-7EA7B0A3F74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190750" y="2743200"/>
            <a:ext cx="2381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4FAD9-E746-4CBF-825C-917268699E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57500" y="2571750"/>
            <a:ext cx="285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4AF27-1AA0-49CD-9D5E-B194BEBF68F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905125" y="2743200"/>
            <a:ext cx="2381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2A88A-C823-4CC3-A153-1864FBD1072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71875" y="2571750"/>
            <a:ext cx="285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44220-A281-401A-A980-F8506EDB6C6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619500" y="2743200"/>
            <a:ext cx="2381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624D7-9769-4D01-A55B-1BCBB2B6D5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86250" y="2571750"/>
            <a:ext cx="285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7E0F5-695D-4E76-A7E0-9834CD71F03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333875" y="2743200"/>
            <a:ext cx="2381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1BE3E-CF0F-43E3-9E1D-94A40820F0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2571750"/>
            <a:ext cx="285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BC3A14-7AC3-4C38-89C2-3D5FBE61C0B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048250" y="2743200"/>
            <a:ext cx="23812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D55B07-FB14-4CAF-9963-E0C6E89A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青：セルロースの集合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5ED0D-F3E4-43E0-BBA1-D336671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緑：ヘミセルロースの概念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E90274-E064-4201-BCF1-71999CB1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背景：リグニン等を含む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FA9E0-8666-4E2E-9702-2BABA1A7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成分は独立した層ではない</a:t>
            </a:r>
          </a:p>
        </p:txBody>
      </p:sp>
    </p:spTree>
    <p:extLst>
      <p:ext uri="{BB962C8B-B14F-4D97-AF65-F5344CB8AC3E}">
        <p14:creationId xmlns:p14="http://schemas.microsoft.com/office/powerpoint/2010/main" val="529563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E564D-9F25-448D-AC91-DFE60250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6FF22-68AD-4869-B2F8-BAFEC9411E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FEFF7-2D64-4C4B-BAC3-C8DFCEC2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9398E-4CCA-4182-919A-946358C0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FE003-F5EA-47FB-AA5F-D0ECFA2D8A4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成分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構造・役割の手掛かり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セルロース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微細な繊維状構造と配向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ヘミセルロース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壁中で組み合わさる多糖類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リグニン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高分子の複合体としての壁の性質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抽出成分など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色・におい・耐久性等。ここでは補足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525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4F373-3107-4A09-A13A-F8E67AC7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細胞壁の層構造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0902A-FC98-47D9-8808-3C5AC8B4A2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A62EF-916D-4025-87DE-D843AD2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FCB2A-3A8B-414F-9BAA-0D1ACDA5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6FFA1-504E-4666-82E4-589BDE07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6B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2D16D-69B2-4BA4-B560-2761ADE6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343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7ED"/>
          </a:solidFill>
          <a:ln xmlns:a="http://schemas.openxmlformats.org/drawingml/2006/main" w="14288">
            <a:solidFill>
              <a:srgbClr val="245C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0113E-FD6D-4CD7-A7CC-B932D7D6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28850"/>
            <a:ext cx="38862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4DF"/>
          </a:solidFill>
          <a:ln xmlns:a="http://schemas.openxmlformats.org/drawingml/2006/main" w="14288">
            <a:solidFill>
              <a:srgbClr val="087E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199E4-766E-4BD5-BFB6-71CDF5F4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14600"/>
            <a:ext cx="3295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EE"/>
          </a:solidFill>
          <a:ln xmlns:a="http://schemas.openxmlformats.org/drawingml/2006/main" w="14288">
            <a:solidFill>
              <a:srgbClr val="7352A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C4B7B-DD91-4773-A539-D45FF4D3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86050"/>
            <a:ext cx="2933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3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E5EF8-85B0-4981-8BF1-E1B870E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242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内腔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87CF3-D423-4291-BA6F-D167908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一次壁：外側の茶色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86E03-7AC4-4680-834D-F469081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S1：青　S2：緑　S3：紫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03289-F30F-44B1-A481-B4DED40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内側は細胞内腔（白）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180A4-6B91-400F-88DB-54163729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層の厚さは模式的</a:t>
            </a:r>
          </a:p>
        </p:txBody>
      </p:sp>
    </p:spTree>
    <p:extLst>
      <p:ext uri="{BB962C8B-B14F-4D97-AF65-F5344CB8AC3E}">
        <p14:creationId xmlns:p14="http://schemas.microsoft.com/office/powerpoint/2010/main" val="1644432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2CCDE-9008-4037-A4F4-68A8361C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細胞壁を説明する比喩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34701-A5CE-4167-8B5E-4C67E264C8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51B1A-1C48-46DF-ABEE-A328D1AF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041A3-701B-4417-8336-D86876E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84917-EEB4-47E1-A7F0-645B37AD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鉄筋コンクリートの比喩で、壁を説明する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5B11A-FB28-4769-A06E-205DAFAE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繊維・周囲の成分・配向を対応させる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1DF8A-FE85-4D66-8B7C-88570AE0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比喩で説明できる点／できない点を分ける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4F76C-B02E-4135-93CF-E4E4116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層名と成分名を、一対一に割り当てない</a:t>
            </a:r>
          </a:p>
        </p:txBody>
      </p:sp>
    </p:spTree>
    <p:extLst>
      <p:ext uri="{BB962C8B-B14F-4D97-AF65-F5344CB8AC3E}">
        <p14:creationId xmlns:p14="http://schemas.microsoft.com/office/powerpoint/2010/main" val="677425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6B9FA-6B4C-4828-9CEC-EDD1AB14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細胞壁を説明する比喩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19DFF-DA17-48E1-8128-18544766C9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D626F-D0CA-47B7-80B3-ED87076A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77CD0-0AF7-4082-BAC5-9E24852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65EE0-0847-4686-8D94-2E200977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繊維と周囲の成分を分ける比喩は有用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260FE-6254-42C4-8AF6-3B0AF51E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実際の相互作用や吸湿を、比喩だけで決めない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4400E-98C5-4A7F-9889-C6515D6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木材は、階層構造をもつ複合体として捉える</a:t>
            </a:r>
          </a:p>
        </p:txBody>
      </p:sp>
    </p:spTree>
    <p:extLst>
      <p:ext uri="{BB962C8B-B14F-4D97-AF65-F5344CB8AC3E}">
        <p14:creationId xmlns:p14="http://schemas.microsoft.com/office/powerpoint/2010/main" val="11777764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DA566-B9B3-4DAD-8F5E-41384370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EAFB1-66A9-41D8-B833-25A2247314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DEBEE-4DEC-4E9A-8D07-B62542B6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F3A2A-4022-45A4-9734-C0B50F8F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C1E56-5340-4DC2-8206-EF70132C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ミクロフィブリルの主成分は何か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FFB54-CD7A-4E63-AB1F-74FF2471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S1・S2・S3は、三成分の名前か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0E45C-933F-4822-BBD6-5F13105C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抽出成分だけで耐久性を決められるか</a:t>
            </a:r>
          </a:p>
        </p:txBody>
      </p:sp>
    </p:spTree>
    <p:extLst>
      <p:ext uri="{BB962C8B-B14F-4D97-AF65-F5344CB8AC3E}">
        <p14:creationId xmlns:p14="http://schemas.microsoft.com/office/powerpoint/2010/main" val="17184226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F1C01-C731-4E9A-8D73-B06662A9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9371B-A1D9-4071-9DFF-252BF840C6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D57DC-701F-4F5D-AB40-F5CF9DE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87B62-DF4B-4968-80A9-2D062251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16A6E-5995-4B82-83A1-6E6644DD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主要三成分と、配向・層構造を対応させる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092F3-C0EE-41ED-A6DD-40528FF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強度・水分・劣化を理解する背景にする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E9BAF-7B0F-4C87-B873-F8A5FF5D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次は、Eと強度を数値から区別する</a:t>
            </a:r>
          </a:p>
        </p:txBody>
      </p:sp>
    </p:spTree>
    <p:extLst>
      <p:ext uri="{BB962C8B-B14F-4D97-AF65-F5344CB8AC3E}">
        <p14:creationId xmlns:p14="http://schemas.microsoft.com/office/powerpoint/2010/main" val="913121636"/>
      </p:ext>
    </p:extLst>
  </p:cSld>
</p:sld>
</file>

<file path=ppt/slides/v5_04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31CED-E934-4B59-8157-26A2E946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EAD0C-1EDD-4C61-B07A-4DB5CE4CD1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FB1BA-8EAB-44DD-92B2-0ECF9BF6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04C9F-7963-4D60-A3D1-3D161F79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B944D-9B8E-475D-BC57-72DB33C7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セルロース：グルコースが長く連なった、主に直鎖状の多糖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862F6-4D78-4DFD-AC2B-6FDCD3F2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長い分子鎖が集合して、ミクロフィブリルを形成する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24B78-4024-4EF2-B6DB-6A9944D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細胞壁のOH基などに水が相互作用し、吸湿や膨潤が生じる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88D90-2B09-496D-92D2-BE8A0598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2024703982"/>
      </p:ext>
    </p:extLst>
  </p:cSld>
</p:sld>
</file>

<file path=ppt/slides/v5_04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CA8AB-3497-42CE-8E2D-8A2B5C7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主要三成分の化学的な違い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07F93-2C19-4251-8396-BAFE9BCE0A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25A8D-28D4-44C3-BCEA-E7D00B6F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5C65D-A256-48BF-8CEE-85EAE0E2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EF8BE-FC8B-4495-A716-B422FB9F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セルロース：グルコースが長く連なった、主に直鎖状の多糖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14B7F-B727-46DD-B94C-6B670E3A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ヘミセルロース：複数種類の糖からなる、分岐をもつ多糖の総称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70F70-6FC7-462E-ACB2-06F595B3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リグニン：芳香族の構造をもつ、複雑な高分子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B98C6-AF76-4C3F-B715-4ACEADA6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三成分は細胞壁の中で組み合わさり、木材を支える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3C61A-7B5D-47A2-8B69-B4450330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抽出成分と無機分も含まれ、色・におい・耐久性などに関わる</a:t>
            </a:r>
          </a:p>
        </p:txBody>
      </p:sp>
    </p:spTree>
    <p:extLst>
      <p:ext uri="{BB962C8B-B14F-4D97-AF65-F5344CB8AC3E}">
        <p14:creationId xmlns:p14="http://schemas.microsoft.com/office/powerpoint/2010/main" val="1021328609"/>
      </p:ext>
    </p:extLst>
  </p:cSld>
</p:sld>
</file>

<file path=ppt/slides/v5_04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90FD5-B8EC-4019-B082-7B196D0D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セルロースの集合と支持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0F282-483B-4059-ADAF-9E5277095E7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3E810-B764-4210-8376-FC7A004B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64650-8357-4F06-9E05-00E359EF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48BAF-ED14-4668-AD61-79BB7CAA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長い分子鎖が集合して、ミクロフィブリルを形成する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EC489-F9EF-4F7C-9487-E29669C8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分子間の相互作用と配向が、細胞壁の引張りへの抵抗に関わる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57A92-37E3-442B-B619-B290C03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規則性の高い部分と、水が近付きやすい部分がある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51ECC-9FBB-43C7-A4DE-C14361A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セルロースにもOH基があり、水との相互作用をもつ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A8581-DDEF-4289-9351-676BE1C0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細胞壁を「水を吸う成分」と「吸わない成分」に二分しない</a:t>
            </a:r>
          </a:p>
        </p:txBody>
      </p:sp>
    </p:spTree>
    <p:extLst>
      <p:ext uri="{BB962C8B-B14F-4D97-AF65-F5344CB8AC3E}">
        <p14:creationId xmlns:p14="http://schemas.microsoft.com/office/powerpoint/2010/main" val="1184709893"/>
      </p:ext>
    </p:extLst>
  </p:cSld>
</p:sld>
</file>

<file path=ppt/slides/v5_04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7FF6D-1163-46C5-9036-C2C9C206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成分の質量割合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FD5D7-CBC5-4281-9AA3-F7045B08E6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BDD3-9C63-4310-A592-34BFA01E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869DE-01E7-4A27-99F7-8CDF2C23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AE614-4A60-4F3E-B811-6D158DA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全乾試料100 gに、セルロース45 g・ヘミセルロース25 g・リグニン25 gを含む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7E732-496C-4B98-8410-BAC25494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三主要成分の質量と質量百分率を求める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5EE1C-5726-47A9-8530-7A74AB79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同じ組成の全乾試料が240 gなら、セルロースは何gか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1BD7C-618C-4487-9CF4-C9DD0AD8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その他5 gには、どのような成分が考えられるか</a:t>
            </a:r>
          </a:p>
        </p:txBody>
      </p:sp>
    </p:spTree>
    <p:extLst>
      <p:ext uri="{BB962C8B-B14F-4D97-AF65-F5344CB8AC3E}">
        <p14:creationId xmlns:p14="http://schemas.microsoft.com/office/powerpoint/2010/main" val="1428067422"/>
      </p:ext>
    </p:extLst>
  </p:cSld>
</p:sld>
</file>

<file path=ppt/slides/v5_04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DF770-DBD3-45AC-8584-0B1C1680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割合と全乾質量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E346E-EA37-48E5-9233-5359BF9D66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C8507-AAA5-4813-BB39-7CCCA807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9FC3A-2412-4241-9287-8FFCF98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A2324-25C2-41CA-B898-5DD6A52E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三主要成分は95 gで、全乾質量の95％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5CBE6-F195-40EA-ADD7-6D42BE92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240×0.45＝108 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1B2B-F4E2-43E0-95FD-BFFCA755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抽出成分、無機分など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7EF7C-5700-452E-853F-986B60D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樹種や部位で組成が違うため、実際の資料では全乾質量基準かも確認する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880188751"/>
      </p:ext>
    </p:extLst>
  </p:cSld>
</p:sld>
</file>

<file path=ppt/slides/v5_04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6EED6-2C0C-4489-A27E-0394A6CB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ヘミセルロースとリグニンの役割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3A74E-4AF1-4785-A6A9-F4F0700E83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F842F-9DCB-4C5E-AEDB-6C4517D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D8C06-438E-4B20-81BF-7CE2BCA8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7141A-1D84-48C2-A0B4-3DBD08F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ヘミセルロースは、セルロースなどと相互作用して壁の構造を支える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BC693-C132-48C7-81D2-2EBD7FA2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水が近付きやすいOH基があり、吸放湿や壁の変形と関わる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76F64-110C-49BE-8B63-18EB455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リグニンは細胞間の結合や細胞壁の剛性に関わる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10E90-7E23-427D-86C9-6626BC84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細胞壁は、配向した繊維と周囲の成分が協調する複合体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40C96-3EAC-40B4-8F75-4911CE7D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S1・S2・S3が、それぞれ別の一成分だけでできているわけではない</a:t>
            </a:r>
          </a:p>
        </p:txBody>
      </p:sp>
    </p:spTree>
    <p:extLst>
      <p:ext uri="{BB962C8B-B14F-4D97-AF65-F5344CB8AC3E}">
        <p14:creationId xmlns:p14="http://schemas.microsoft.com/office/powerpoint/2010/main" val="1326232924"/>
      </p:ext>
    </p:extLst>
  </p:cSld>
</p:sld>
</file>

<file path=ppt/slides/v5_04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3B980-B426-45A1-B021-57B94567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成分と水と劣化のつながり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4995A-2C1C-4D45-95A7-F6E7AE689D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541E7-4D1A-49D4-AA71-8B5713F0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71D3A-496C-4025-BCC8-6452D28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C8F76-B91C-46A2-A7CD-6ED32B9C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細胞壁のOH基などに水が相互作用し、吸湿や膨潤が生じる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9074D-438E-4108-986E-64F019FE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水分状態は、成分間の相互作用や変形しやすさにも影響する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F1FCD-B312-4E91-ACAC-F6491335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腐朽菌による多糖類・リグニンの分解は、壁の機能を変える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2EA56-7F7C-4377-B63F-8209631A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抽出成分に耐朽性への寄与があっても、使用環境の影響は残る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CB9F3-FEBD-4791-8C29-2B3C7C57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構造の説明を、強度・乾燥・生物劣化の学習へつなぐ</a:t>
            </a:r>
          </a:p>
        </p:txBody>
      </p:sp>
    </p:spTree>
    <p:extLst>
      <p:ext uri="{BB962C8B-B14F-4D97-AF65-F5344CB8AC3E}">
        <p14:creationId xmlns:p14="http://schemas.microsoft.com/office/powerpoint/2010/main" val="1466801495"/>
      </p:ext>
    </p:extLst>
  </p:cSld>
</p:sld>
</file>

<file path=ppt/slides/v5_04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414FA-FAD9-46D6-BE75-372E00C7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中学生に伝える細胞壁の説明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91156-F527-47B4-9884-5BDD8519E7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F45E6-7B57-4F37-AC2B-45AAEC6A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9BF9A-2A20-4B2C-A2C5-0AA235B5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A2032-2588-4314-86C3-C4321A0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細胞壁は、細い繊維状の構造と周囲の成分が組み合わさっている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68C71-A1B6-4CFC-9B22-721998DF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配向した構造が、力の向きによる違いに関係する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9B276-3C5F-4080-B200-150780C3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壁の成分と水の相互作用が、吸湿や寸法変化に関係する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D14DF-3E58-4553-84C9-8AF17430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活動案：比喩が説明できる点と、追加説明が必要な点を一つずつ示す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D3238-6C31-48F1-8F28-58847E0D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教科書の接点：材料の組織・成分と性質／A(1)ア</a:t>
            </a:r>
          </a:p>
        </p:txBody>
      </p:sp>
    </p:spTree>
    <p:extLst>
      <p:ext uri="{BB962C8B-B14F-4D97-AF65-F5344CB8AC3E}">
        <p14:creationId xmlns:p14="http://schemas.microsoft.com/office/powerpoint/2010/main" val="1615592431"/>
      </p:ext>
    </p:extLst>
  </p:cSld>
</p:sld>
</file>

<file path=ppt/slides/v5_04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AA003-A856-4630-8FFA-BFC5046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課題A1と復習の整理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25EBB-8B15-497A-A0A6-CCE6B8C862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7C297-10F5-4AC8-AE24-218F4928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54BCD-FA55-4906-974F-5D84D9F0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BA336-8AD5-4FE9-9016-7C2D1E39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今回までのまとまりを、課題A1「構造と成分」で整理する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3B17B-4351-4B9E-B255-12BD204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講義資料と文献を参照し、回答IDごとに記入する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02B71-017B-4957-B55E-7749C22B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基本70点・発展30点。途中式、単位、根拠を残す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295C0-8516-4BE6-9DA4-57AE7479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調べ学習では、出典の該当箇所と自分の判断を分けて記す</a:t>
            </a:r>
          </a:p>
        </p:txBody>
      </p:sp>
    </p:spTree>
    <p:extLst>
      <p:ext uri="{BB962C8B-B14F-4D97-AF65-F5344CB8AC3E}">
        <p14:creationId xmlns:p14="http://schemas.microsoft.com/office/powerpoint/2010/main" val="1766841788"/>
      </p:ext>
    </p:extLst>
  </p:cSld>
</p:sld>
</file>

<file path=ppt/slides/v5_04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F1420-AAD4-4B73-81A9-FC79E5A2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90E6F-FA7A-4815-AA6C-C8AB413DE2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58D2B-170B-4748-9801-E01EA4C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第3章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41371-DAEC-4002-9383-0FE0A433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E9EC1-B65C-4E61-BFAB-FCB79B5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第11章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87B2F-3D51-4CDF-BBA0-A89097B5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2728B-5216-44C1-9DC3-E86F0BF5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6A01C-6AB9-4C10-A348-D06338C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5E791-3AB8-4A72-9D40-1E055A18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9FCA8-E145-44A8-B2EA-F5F3BAC7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08AD8-4209-4CF2-98E5-66D16CD6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3E8FD-FAC4-4899-A577-1252DF45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第4回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63F5F-613C-4A0D-9EFE-8A0714B9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90756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2026-10-22T22:26:45.9130000Z</dcterms:created>
  <dcterms:modified xsi:type="dcterms:W3CDTF">2026-10-22T22:26:45.9130000Z</dcterms:modified>
</coreProperties>
</file>